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35"/>
  </p:notesMasterIdLst>
  <p:sldIdLst>
    <p:sldId id="256" r:id="rId2"/>
    <p:sldId id="293" r:id="rId3"/>
    <p:sldId id="362" r:id="rId4"/>
    <p:sldId id="288" r:id="rId5"/>
    <p:sldId id="285" r:id="rId6"/>
    <p:sldId id="289" r:id="rId7"/>
    <p:sldId id="363" r:id="rId8"/>
    <p:sldId id="258" r:id="rId9"/>
    <p:sldId id="257" r:id="rId10"/>
    <p:sldId id="259" r:id="rId11"/>
    <p:sldId id="260" r:id="rId12"/>
    <p:sldId id="261" r:id="rId13"/>
    <p:sldId id="290" r:id="rId14"/>
    <p:sldId id="361" r:id="rId15"/>
    <p:sldId id="365" r:id="rId16"/>
    <p:sldId id="264" r:id="rId17"/>
    <p:sldId id="262" r:id="rId18"/>
    <p:sldId id="266" r:id="rId19"/>
    <p:sldId id="364" r:id="rId20"/>
    <p:sldId id="298" r:id="rId21"/>
    <p:sldId id="296" r:id="rId22"/>
    <p:sldId id="271" r:id="rId23"/>
    <p:sldId id="270" r:id="rId24"/>
    <p:sldId id="269" r:id="rId25"/>
    <p:sldId id="272" r:id="rId26"/>
    <p:sldId id="268" r:id="rId27"/>
    <p:sldId id="279" r:id="rId28"/>
    <p:sldId id="280" r:id="rId29"/>
    <p:sldId id="267" r:id="rId30"/>
    <p:sldId id="273" r:id="rId31"/>
    <p:sldId id="274" r:id="rId32"/>
    <p:sldId id="278" r:id="rId33"/>
    <p:sldId id="281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BD34B6-FDF9-4BA4-B60C-EA8ED332EF00}" v="1541" dt="2024-07-11T03:14:54.7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35"/>
  </p:normalViewPr>
  <p:slideViewPr>
    <p:cSldViewPr snapToGrid="0">
      <p:cViewPr varScale="1">
        <p:scale>
          <a:sx n="115" d="100"/>
          <a:sy n="115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Sebastián Valencia Villa" userId="966b8279-bbc0-47de-952e-5a6bd2adc0bd" providerId="ADAL" clId="{6BBD34B6-FDF9-4BA4-B60C-EA8ED332EF00}"/>
    <pc:docChg chg="undo custSel addSld delSld modSld sldOrd">
      <pc:chgData name="Juan Sebastián Valencia Villa" userId="966b8279-bbc0-47de-952e-5a6bd2adc0bd" providerId="ADAL" clId="{6BBD34B6-FDF9-4BA4-B60C-EA8ED332EF00}" dt="2024-07-11T03:15:05.460" v="2093" actId="14100"/>
      <pc:docMkLst>
        <pc:docMk/>
      </pc:docMkLst>
      <pc:sldChg chg="ord">
        <pc:chgData name="Juan Sebastián Valencia Villa" userId="966b8279-bbc0-47de-952e-5a6bd2adc0bd" providerId="ADAL" clId="{6BBD34B6-FDF9-4BA4-B60C-EA8ED332EF00}" dt="2024-07-11T03:02:55.932" v="396"/>
        <pc:sldMkLst>
          <pc:docMk/>
          <pc:sldMk cId="1643680149" sldId="257"/>
        </pc:sldMkLst>
      </pc:sldChg>
      <pc:sldChg chg="addSp modSp mod setBg">
        <pc:chgData name="Juan Sebastián Valencia Villa" userId="966b8279-bbc0-47de-952e-5a6bd2adc0bd" providerId="ADAL" clId="{6BBD34B6-FDF9-4BA4-B60C-EA8ED332EF00}" dt="2024-07-11T03:05:05.178" v="509" actId="27636"/>
        <pc:sldMkLst>
          <pc:docMk/>
          <pc:sldMk cId="1215696459" sldId="264"/>
        </pc:sldMkLst>
        <pc:spChg chg="mod">
          <ac:chgData name="Juan Sebastián Valencia Villa" userId="966b8279-bbc0-47de-952e-5a6bd2adc0bd" providerId="ADAL" clId="{6BBD34B6-FDF9-4BA4-B60C-EA8ED332EF00}" dt="2024-07-11T03:05:05.178" v="509" actId="27636"/>
          <ac:spMkLst>
            <pc:docMk/>
            <pc:sldMk cId="1215696459" sldId="264"/>
            <ac:spMk id="4" creationId="{5F10366C-AF2D-A9E9-5887-F321CF891554}"/>
          </ac:spMkLst>
        </pc:spChg>
        <pc:spChg chg="add">
          <ac:chgData name="Juan Sebastián Valencia Villa" userId="966b8279-bbc0-47de-952e-5a6bd2adc0bd" providerId="ADAL" clId="{6BBD34B6-FDF9-4BA4-B60C-EA8ED332EF00}" dt="2024-07-11T03:03:22.411" v="398" actId="26606"/>
          <ac:spMkLst>
            <pc:docMk/>
            <pc:sldMk cId="1215696459" sldId="264"/>
            <ac:spMk id="16" creationId="{CE97D32F-1315-4522-AF1E-BCA3A653F2F3}"/>
          </ac:spMkLst>
        </pc:spChg>
        <pc:spChg chg="add">
          <ac:chgData name="Juan Sebastián Valencia Villa" userId="966b8279-bbc0-47de-952e-5a6bd2adc0bd" providerId="ADAL" clId="{6BBD34B6-FDF9-4BA4-B60C-EA8ED332EF00}" dt="2024-07-11T03:03:22.411" v="398" actId="26606"/>
          <ac:spMkLst>
            <pc:docMk/>
            <pc:sldMk cId="1215696459" sldId="264"/>
            <ac:spMk id="18" creationId="{DE5DADF0-4577-4642-B07A-3E27915F3605}"/>
          </ac:spMkLst>
        </pc:spChg>
        <pc:spChg chg="add">
          <ac:chgData name="Juan Sebastián Valencia Villa" userId="966b8279-bbc0-47de-952e-5a6bd2adc0bd" providerId="ADAL" clId="{6BBD34B6-FDF9-4BA4-B60C-EA8ED332EF00}" dt="2024-07-11T03:03:22.411" v="398" actId="26606"/>
          <ac:spMkLst>
            <pc:docMk/>
            <pc:sldMk cId="1215696459" sldId="264"/>
            <ac:spMk id="20" creationId="{8C8D824E-2FE2-436D-BA86-C0386D8FA9CB}"/>
          </ac:spMkLst>
        </pc:spChg>
        <pc:spChg chg="add">
          <ac:chgData name="Juan Sebastián Valencia Villa" userId="966b8279-bbc0-47de-952e-5a6bd2adc0bd" providerId="ADAL" clId="{6BBD34B6-FDF9-4BA4-B60C-EA8ED332EF00}" dt="2024-07-11T03:03:22.411" v="398" actId="26606"/>
          <ac:spMkLst>
            <pc:docMk/>
            <pc:sldMk cId="1215696459" sldId="264"/>
            <ac:spMk id="22" creationId="{D4E62E99-E55A-4404-B79D-9C8CC852344A}"/>
          </ac:spMkLst>
        </pc:spChg>
        <pc:spChg chg="add">
          <ac:chgData name="Juan Sebastián Valencia Villa" userId="966b8279-bbc0-47de-952e-5a6bd2adc0bd" providerId="ADAL" clId="{6BBD34B6-FDF9-4BA4-B60C-EA8ED332EF00}" dt="2024-07-11T03:03:22.411" v="398" actId="26606"/>
          <ac:spMkLst>
            <pc:docMk/>
            <pc:sldMk cId="1215696459" sldId="264"/>
            <ac:spMk id="24" creationId="{6F2B71E6-6516-4BB6-B895-35E8F289212C}"/>
          </ac:spMkLst>
        </pc:spChg>
        <pc:spChg chg="add">
          <ac:chgData name="Juan Sebastián Valencia Villa" userId="966b8279-bbc0-47de-952e-5a6bd2adc0bd" providerId="ADAL" clId="{6BBD34B6-FDF9-4BA4-B60C-EA8ED332EF00}" dt="2024-07-11T03:03:22.411" v="398" actId="26606"/>
          <ac:spMkLst>
            <pc:docMk/>
            <pc:sldMk cId="1215696459" sldId="264"/>
            <ac:spMk id="26" creationId="{7BB39608-D59B-4A40-BD24-A3B510F02838}"/>
          </ac:spMkLst>
        </pc:spChg>
        <pc:picChg chg="add">
          <ac:chgData name="Juan Sebastián Valencia Villa" userId="966b8279-bbc0-47de-952e-5a6bd2adc0bd" providerId="ADAL" clId="{6BBD34B6-FDF9-4BA4-B60C-EA8ED332EF00}" dt="2024-07-11T03:03:22.411" v="398" actId="26606"/>
          <ac:picMkLst>
            <pc:docMk/>
            <pc:sldMk cId="1215696459" sldId="264"/>
            <ac:picMk id="6" creationId="{EB79A251-3F8B-5099-E068-CBB899B72861}"/>
          </ac:picMkLst>
        </pc:picChg>
        <pc:picChg chg="add">
          <ac:chgData name="Juan Sebastián Valencia Villa" userId="966b8279-bbc0-47de-952e-5a6bd2adc0bd" providerId="ADAL" clId="{6BBD34B6-FDF9-4BA4-B60C-EA8ED332EF00}" dt="2024-07-11T03:03:22.411" v="398" actId="26606"/>
          <ac:picMkLst>
            <pc:docMk/>
            <pc:sldMk cId="1215696459" sldId="264"/>
            <ac:picMk id="10" creationId="{A97529DD-0019-4F2B-AAE6-A82A2FADB61C}"/>
          </ac:picMkLst>
        </pc:picChg>
        <pc:picChg chg="add">
          <ac:chgData name="Juan Sebastián Valencia Villa" userId="966b8279-bbc0-47de-952e-5a6bd2adc0bd" providerId="ADAL" clId="{6BBD34B6-FDF9-4BA4-B60C-EA8ED332EF00}" dt="2024-07-11T03:03:22.411" v="398" actId="26606"/>
          <ac:picMkLst>
            <pc:docMk/>
            <pc:sldMk cId="1215696459" sldId="264"/>
            <ac:picMk id="12" creationId="{F4B5AAB9-9C0B-4191-9D8C-E92806CC2609}"/>
          </ac:picMkLst>
        </pc:picChg>
        <pc:picChg chg="add">
          <ac:chgData name="Juan Sebastián Valencia Villa" userId="966b8279-bbc0-47de-952e-5a6bd2adc0bd" providerId="ADAL" clId="{6BBD34B6-FDF9-4BA4-B60C-EA8ED332EF00}" dt="2024-07-11T03:03:22.411" v="398" actId="26606"/>
          <ac:picMkLst>
            <pc:docMk/>
            <pc:sldMk cId="1215696459" sldId="264"/>
            <ac:picMk id="14" creationId="{07B0D32C-9323-4E07-8AE3-7AFF93348110}"/>
          </ac:picMkLst>
        </pc:picChg>
      </pc:sldChg>
      <pc:sldChg chg="addSp delSp modSp add mod setBg modClrScheme chgLayout">
        <pc:chgData name="Juan Sebastián Valencia Villa" userId="966b8279-bbc0-47de-952e-5a6bd2adc0bd" providerId="ADAL" clId="{6BBD34B6-FDF9-4BA4-B60C-EA8ED332EF00}" dt="2024-07-11T02:59:23.533" v="153" actId="13822"/>
        <pc:sldMkLst>
          <pc:docMk/>
          <pc:sldMk cId="1153959239" sldId="285"/>
        </pc:sldMkLst>
        <pc:spChg chg="del">
          <ac:chgData name="Juan Sebastián Valencia Villa" userId="966b8279-bbc0-47de-952e-5a6bd2adc0bd" providerId="ADAL" clId="{6BBD34B6-FDF9-4BA4-B60C-EA8ED332EF00}" dt="2024-07-11T02:59:11.992" v="120" actId="478"/>
          <ac:spMkLst>
            <pc:docMk/>
            <pc:sldMk cId="1153959239" sldId="285"/>
            <ac:spMk id="2" creationId="{0491A514-0F41-F34A-817B-654A5A345F26}"/>
          </ac:spMkLst>
        </pc:spChg>
        <pc:spChg chg="mod">
          <ac:chgData name="Juan Sebastián Valencia Villa" userId="966b8279-bbc0-47de-952e-5a6bd2adc0bd" providerId="ADAL" clId="{6BBD34B6-FDF9-4BA4-B60C-EA8ED332EF00}" dt="2024-07-11T02:59:08.360" v="119" actId="1035"/>
          <ac:spMkLst>
            <pc:docMk/>
            <pc:sldMk cId="1153959239" sldId="285"/>
            <ac:spMk id="3" creationId="{06C60EB3-476B-1C47-80ED-5ACF673ABB9C}"/>
          </ac:spMkLst>
        </pc:spChg>
        <pc:spChg chg="add mod ord">
          <ac:chgData name="Juan Sebastián Valencia Villa" userId="966b8279-bbc0-47de-952e-5a6bd2adc0bd" providerId="ADAL" clId="{6BBD34B6-FDF9-4BA4-B60C-EA8ED332EF00}" dt="2024-07-11T02:59:18.120" v="152" actId="20577"/>
          <ac:spMkLst>
            <pc:docMk/>
            <pc:sldMk cId="1153959239" sldId="285"/>
            <ac:spMk id="4" creationId="{F05F5B1C-65A1-51E0-0B5C-0DA4C1591901}"/>
          </ac:spMkLst>
        </pc:spChg>
        <pc:spChg chg="mod">
          <ac:chgData name="Juan Sebastián Valencia Villa" userId="966b8279-bbc0-47de-952e-5a6bd2adc0bd" providerId="ADAL" clId="{6BBD34B6-FDF9-4BA4-B60C-EA8ED332EF00}" dt="2024-07-11T02:59:23.533" v="153" actId="13822"/>
          <ac:spMkLst>
            <pc:docMk/>
            <pc:sldMk cId="1153959239" sldId="285"/>
            <ac:spMk id="5" creationId="{AC24B448-D569-4C12-B4F7-5062917E5320}"/>
          </ac:spMkLst>
        </pc:spChg>
        <pc:spChg chg="mod">
          <ac:chgData name="Juan Sebastián Valencia Villa" userId="966b8279-bbc0-47de-952e-5a6bd2adc0bd" providerId="ADAL" clId="{6BBD34B6-FDF9-4BA4-B60C-EA8ED332EF00}" dt="2024-07-11T02:59:08.360" v="119" actId="1035"/>
          <ac:spMkLst>
            <pc:docMk/>
            <pc:sldMk cId="1153959239" sldId="285"/>
            <ac:spMk id="6" creationId="{645B6B34-4B4D-48FD-8854-51DA08B6E4E7}"/>
          </ac:spMkLst>
        </pc:spChg>
        <pc:spChg chg="mod">
          <ac:chgData name="Juan Sebastián Valencia Villa" userId="966b8279-bbc0-47de-952e-5a6bd2adc0bd" providerId="ADAL" clId="{6BBD34B6-FDF9-4BA4-B60C-EA8ED332EF00}" dt="2024-07-11T02:59:23.533" v="153" actId="13822"/>
          <ac:spMkLst>
            <pc:docMk/>
            <pc:sldMk cId="1153959239" sldId="285"/>
            <ac:spMk id="7" creationId="{D20FD753-C864-44A8-A2B1-99C843958315}"/>
          </ac:spMkLst>
        </pc:spChg>
        <pc:spChg chg="mod">
          <ac:chgData name="Juan Sebastián Valencia Villa" userId="966b8279-bbc0-47de-952e-5a6bd2adc0bd" providerId="ADAL" clId="{6BBD34B6-FDF9-4BA4-B60C-EA8ED332EF00}" dt="2024-07-11T02:59:23.533" v="153" actId="13822"/>
          <ac:spMkLst>
            <pc:docMk/>
            <pc:sldMk cId="1153959239" sldId="285"/>
            <ac:spMk id="8" creationId="{81DC5C35-E72E-4D47-BFD6-9FB0DCBC1720}"/>
          </ac:spMkLst>
        </pc:spChg>
        <pc:spChg chg="mod">
          <ac:chgData name="Juan Sebastián Valencia Villa" userId="966b8279-bbc0-47de-952e-5a6bd2adc0bd" providerId="ADAL" clId="{6BBD34B6-FDF9-4BA4-B60C-EA8ED332EF00}" dt="2024-07-11T02:59:08.360" v="119" actId="1035"/>
          <ac:spMkLst>
            <pc:docMk/>
            <pc:sldMk cId="1153959239" sldId="285"/>
            <ac:spMk id="9" creationId="{7C894992-273A-412B-A850-3D56A6024ED8}"/>
          </ac:spMkLst>
        </pc:spChg>
        <pc:spChg chg="mod">
          <ac:chgData name="Juan Sebastián Valencia Villa" userId="966b8279-bbc0-47de-952e-5a6bd2adc0bd" providerId="ADAL" clId="{6BBD34B6-FDF9-4BA4-B60C-EA8ED332EF00}" dt="2024-07-11T02:59:08.360" v="119" actId="1035"/>
          <ac:spMkLst>
            <pc:docMk/>
            <pc:sldMk cId="1153959239" sldId="285"/>
            <ac:spMk id="10" creationId="{FF7C9824-FC4F-41C7-B67F-CC040FE0D675}"/>
          </ac:spMkLst>
        </pc:spChg>
        <pc:spChg chg="add del mod ord">
          <ac:chgData name="Juan Sebastián Valencia Villa" userId="966b8279-bbc0-47de-952e-5a6bd2adc0bd" providerId="ADAL" clId="{6BBD34B6-FDF9-4BA4-B60C-EA8ED332EF00}" dt="2024-07-11T02:58:58.188" v="87" actId="478"/>
          <ac:spMkLst>
            <pc:docMk/>
            <pc:sldMk cId="1153959239" sldId="285"/>
            <ac:spMk id="11" creationId="{3FDC5931-69A3-D8B4-6712-DFFEB9D8E2B3}"/>
          </ac:spMkLst>
        </pc:spChg>
        <pc:spChg chg="mod">
          <ac:chgData name="Juan Sebastián Valencia Villa" userId="966b8279-bbc0-47de-952e-5a6bd2adc0bd" providerId="ADAL" clId="{6BBD34B6-FDF9-4BA4-B60C-EA8ED332EF00}" dt="2024-07-11T02:59:08.360" v="119" actId="1035"/>
          <ac:spMkLst>
            <pc:docMk/>
            <pc:sldMk cId="1153959239" sldId="285"/>
            <ac:spMk id="12" creationId="{E9D967AB-EDCF-4CA4-8AB7-FCF754C94129}"/>
          </ac:spMkLst>
        </pc:spChg>
      </pc:sldChg>
      <pc:sldChg chg="addSp delSp modSp add mod setBg modClrScheme chgLayout">
        <pc:chgData name="Juan Sebastián Valencia Villa" userId="966b8279-bbc0-47de-952e-5a6bd2adc0bd" providerId="ADAL" clId="{6BBD34B6-FDF9-4BA4-B60C-EA8ED332EF00}" dt="2024-07-11T02:58:51.988" v="85" actId="1036"/>
        <pc:sldMkLst>
          <pc:docMk/>
          <pc:sldMk cId="1057714614" sldId="288"/>
        </pc:sldMkLst>
        <pc:spChg chg="del">
          <ac:chgData name="Juan Sebastián Valencia Villa" userId="966b8279-bbc0-47de-952e-5a6bd2adc0bd" providerId="ADAL" clId="{6BBD34B6-FDF9-4BA4-B60C-EA8ED332EF00}" dt="2024-07-11T02:58:33.482" v="26" actId="478"/>
          <ac:spMkLst>
            <pc:docMk/>
            <pc:sldMk cId="1057714614" sldId="288"/>
            <ac:spMk id="2" creationId="{0491A514-0F41-F34A-817B-654A5A345F26}"/>
          </ac:spMkLst>
        </pc:spChg>
        <pc:spChg chg="add mod ord">
          <ac:chgData name="Juan Sebastián Valencia Villa" userId="966b8279-bbc0-47de-952e-5a6bd2adc0bd" providerId="ADAL" clId="{6BBD34B6-FDF9-4BA4-B60C-EA8ED332EF00}" dt="2024-07-11T02:58:45.809" v="68" actId="20577"/>
          <ac:spMkLst>
            <pc:docMk/>
            <pc:sldMk cId="1057714614" sldId="288"/>
            <ac:spMk id="3" creationId="{C0B0A7B7-8312-EF1B-AEBB-D5A71BDE1246}"/>
          </ac:spMkLst>
        </pc:spChg>
        <pc:spChg chg="mod">
          <ac:chgData name="Juan Sebastián Valencia Villa" userId="966b8279-bbc0-47de-952e-5a6bd2adc0bd" providerId="ADAL" clId="{6BBD34B6-FDF9-4BA4-B60C-EA8ED332EF00}" dt="2024-07-11T02:58:51.988" v="85" actId="1036"/>
          <ac:spMkLst>
            <pc:docMk/>
            <pc:sldMk cId="1057714614" sldId="288"/>
            <ac:spMk id="4" creationId="{87F32DDC-3069-4AF4-99D2-34B1F7FCA432}"/>
          </ac:spMkLst>
        </pc:spChg>
        <pc:spChg chg="add del mod ord">
          <ac:chgData name="Juan Sebastián Valencia Villa" userId="966b8279-bbc0-47de-952e-5a6bd2adc0bd" providerId="ADAL" clId="{6BBD34B6-FDF9-4BA4-B60C-EA8ED332EF00}" dt="2024-07-11T02:58:35.706" v="27" actId="478"/>
          <ac:spMkLst>
            <pc:docMk/>
            <pc:sldMk cId="1057714614" sldId="288"/>
            <ac:spMk id="5" creationId="{01833FB0-5CA4-360A-DB7A-B925DFBBE594}"/>
          </ac:spMkLst>
        </pc:spChg>
        <pc:spChg chg="mod">
          <ac:chgData name="Juan Sebastián Valencia Villa" userId="966b8279-bbc0-47de-952e-5a6bd2adc0bd" providerId="ADAL" clId="{6BBD34B6-FDF9-4BA4-B60C-EA8ED332EF00}" dt="2024-07-11T02:58:51.988" v="85" actId="1036"/>
          <ac:spMkLst>
            <pc:docMk/>
            <pc:sldMk cId="1057714614" sldId="288"/>
            <ac:spMk id="7" creationId="{A8B3284B-DDAC-43D4-A44D-D5CBDF4F41F3}"/>
          </ac:spMkLst>
        </pc:spChg>
        <pc:spChg chg="mod">
          <ac:chgData name="Juan Sebastián Valencia Villa" userId="966b8279-bbc0-47de-952e-5a6bd2adc0bd" providerId="ADAL" clId="{6BBD34B6-FDF9-4BA4-B60C-EA8ED332EF00}" dt="2024-07-11T02:58:51.988" v="85" actId="1036"/>
          <ac:spMkLst>
            <pc:docMk/>
            <pc:sldMk cId="1057714614" sldId="288"/>
            <ac:spMk id="8" creationId="{24EAEDB2-3E39-452D-807C-99B81E92C955}"/>
          </ac:spMkLst>
        </pc:spChg>
        <pc:spChg chg="mod">
          <ac:chgData name="Juan Sebastián Valencia Villa" userId="966b8279-bbc0-47de-952e-5a6bd2adc0bd" providerId="ADAL" clId="{6BBD34B6-FDF9-4BA4-B60C-EA8ED332EF00}" dt="2024-07-11T02:58:51.988" v="85" actId="1036"/>
          <ac:spMkLst>
            <pc:docMk/>
            <pc:sldMk cId="1057714614" sldId="288"/>
            <ac:spMk id="9" creationId="{597EB221-405E-4A7C-9671-5AC9618E5E0D}"/>
          </ac:spMkLst>
        </pc:spChg>
        <pc:spChg chg="mod">
          <ac:chgData name="Juan Sebastián Valencia Villa" userId="966b8279-bbc0-47de-952e-5a6bd2adc0bd" providerId="ADAL" clId="{6BBD34B6-FDF9-4BA4-B60C-EA8ED332EF00}" dt="2024-07-11T02:58:51.988" v="85" actId="1036"/>
          <ac:spMkLst>
            <pc:docMk/>
            <pc:sldMk cId="1057714614" sldId="288"/>
            <ac:spMk id="11" creationId="{D62E1F22-455C-4A46-A828-199D19E71926}"/>
          </ac:spMkLst>
        </pc:spChg>
        <pc:spChg chg="mod">
          <ac:chgData name="Juan Sebastián Valencia Villa" userId="966b8279-bbc0-47de-952e-5a6bd2adc0bd" providerId="ADAL" clId="{6BBD34B6-FDF9-4BA4-B60C-EA8ED332EF00}" dt="2024-07-11T02:58:51.988" v="85" actId="1036"/>
          <ac:spMkLst>
            <pc:docMk/>
            <pc:sldMk cId="1057714614" sldId="288"/>
            <ac:spMk id="12" creationId="{2985DDD9-07AA-4F3C-91B3-4A7AAEB8D05E}"/>
          </ac:spMkLst>
        </pc:spChg>
        <pc:spChg chg="mod">
          <ac:chgData name="Juan Sebastián Valencia Villa" userId="966b8279-bbc0-47de-952e-5a6bd2adc0bd" providerId="ADAL" clId="{6BBD34B6-FDF9-4BA4-B60C-EA8ED332EF00}" dt="2024-07-11T02:58:51.988" v="85" actId="1036"/>
          <ac:spMkLst>
            <pc:docMk/>
            <pc:sldMk cId="1057714614" sldId="288"/>
            <ac:spMk id="13" creationId="{BCD04755-10E9-420E-A753-84E6C59DFC36}"/>
          </ac:spMkLst>
        </pc:spChg>
        <pc:spChg chg="mod">
          <ac:chgData name="Juan Sebastián Valencia Villa" userId="966b8279-bbc0-47de-952e-5a6bd2adc0bd" providerId="ADAL" clId="{6BBD34B6-FDF9-4BA4-B60C-EA8ED332EF00}" dt="2024-07-11T02:58:51.988" v="85" actId="1036"/>
          <ac:spMkLst>
            <pc:docMk/>
            <pc:sldMk cId="1057714614" sldId="288"/>
            <ac:spMk id="14" creationId="{EDBCA93F-C682-46AF-A9A6-2BE55A8AE31D}"/>
          </ac:spMkLst>
        </pc:spChg>
        <pc:spChg chg="mod">
          <ac:chgData name="Juan Sebastián Valencia Villa" userId="966b8279-bbc0-47de-952e-5a6bd2adc0bd" providerId="ADAL" clId="{6BBD34B6-FDF9-4BA4-B60C-EA8ED332EF00}" dt="2024-07-11T02:58:51.988" v="85" actId="1036"/>
          <ac:spMkLst>
            <pc:docMk/>
            <pc:sldMk cId="1057714614" sldId="288"/>
            <ac:spMk id="15" creationId="{79DC5499-05EC-4B6E-A60F-BF2AF0875E39}"/>
          </ac:spMkLst>
        </pc:spChg>
        <pc:spChg chg="mod">
          <ac:chgData name="Juan Sebastián Valencia Villa" userId="966b8279-bbc0-47de-952e-5a6bd2adc0bd" providerId="ADAL" clId="{6BBD34B6-FDF9-4BA4-B60C-EA8ED332EF00}" dt="2024-07-11T02:58:51.988" v="85" actId="1036"/>
          <ac:spMkLst>
            <pc:docMk/>
            <pc:sldMk cId="1057714614" sldId="288"/>
            <ac:spMk id="16" creationId="{CC752EF4-34F3-45A0-86A5-751503F8CB11}"/>
          </ac:spMkLst>
        </pc:spChg>
        <pc:spChg chg="mod">
          <ac:chgData name="Juan Sebastián Valencia Villa" userId="966b8279-bbc0-47de-952e-5a6bd2adc0bd" providerId="ADAL" clId="{6BBD34B6-FDF9-4BA4-B60C-EA8ED332EF00}" dt="2024-07-11T02:58:51.988" v="85" actId="1036"/>
          <ac:spMkLst>
            <pc:docMk/>
            <pc:sldMk cId="1057714614" sldId="288"/>
            <ac:spMk id="17" creationId="{6FE9D70D-7B3F-4E45-8F9D-E138B4664DE3}"/>
          </ac:spMkLst>
        </pc:spChg>
        <pc:spChg chg="mod">
          <ac:chgData name="Juan Sebastián Valencia Villa" userId="966b8279-bbc0-47de-952e-5a6bd2adc0bd" providerId="ADAL" clId="{6BBD34B6-FDF9-4BA4-B60C-EA8ED332EF00}" dt="2024-07-11T02:58:51.988" v="85" actId="1036"/>
          <ac:spMkLst>
            <pc:docMk/>
            <pc:sldMk cId="1057714614" sldId="288"/>
            <ac:spMk id="18" creationId="{51690B4D-FD5A-44DA-A2AA-9776B8359DD3}"/>
          </ac:spMkLst>
        </pc:spChg>
        <pc:spChg chg="mod">
          <ac:chgData name="Juan Sebastián Valencia Villa" userId="966b8279-bbc0-47de-952e-5a6bd2adc0bd" providerId="ADAL" clId="{6BBD34B6-FDF9-4BA4-B60C-EA8ED332EF00}" dt="2024-07-11T02:58:51.988" v="85" actId="1036"/>
          <ac:spMkLst>
            <pc:docMk/>
            <pc:sldMk cId="1057714614" sldId="288"/>
            <ac:spMk id="19" creationId="{12526CB8-A437-4F88-883A-FABD67AEDD9B}"/>
          </ac:spMkLst>
        </pc:spChg>
      </pc:sldChg>
      <pc:sldChg chg="addSp delSp modSp add mod setBg modClrScheme chgLayout">
        <pc:chgData name="Juan Sebastián Valencia Villa" userId="966b8279-bbc0-47de-952e-5a6bd2adc0bd" providerId="ADAL" clId="{6BBD34B6-FDF9-4BA4-B60C-EA8ED332EF00}" dt="2024-07-11T03:00:15.794" v="202" actId="13822"/>
        <pc:sldMkLst>
          <pc:docMk/>
          <pc:sldMk cId="84283311" sldId="289"/>
        </pc:sldMkLst>
        <pc:spChg chg="del">
          <ac:chgData name="Juan Sebastián Valencia Villa" userId="966b8279-bbc0-47de-952e-5a6bd2adc0bd" providerId="ADAL" clId="{6BBD34B6-FDF9-4BA4-B60C-EA8ED332EF00}" dt="2024-07-11T02:59:28.470" v="154" actId="478"/>
          <ac:spMkLst>
            <pc:docMk/>
            <pc:sldMk cId="84283311" sldId="289"/>
            <ac:spMk id="2" creationId="{0491A514-0F41-F34A-817B-654A5A345F26}"/>
          </ac:spMkLst>
        </pc:spChg>
        <pc:spChg chg="mod">
          <ac:chgData name="Juan Sebastián Valencia Villa" userId="966b8279-bbc0-47de-952e-5a6bd2adc0bd" providerId="ADAL" clId="{6BBD34B6-FDF9-4BA4-B60C-EA8ED332EF00}" dt="2024-07-11T03:00:10.042" v="201" actId="1076"/>
          <ac:spMkLst>
            <pc:docMk/>
            <pc:sldMk cId="84283311" sldId="289"/>
            <ac:spMk id="3" creationId="{06C60EB3-476B-1C47-80ED-5ACF673ABB9C}"/>
          </ac:spMkLst>
        </pc:spChg>
        <pc:spChg chg="mod">
          <ac:chgData name="Juan Sebastián Valencia Villa" userId="966b8279-bbc0-47de-952e-5a6bd2adc0bd" providerId="ADAL" clId="{6BBD34B6-FDF9-4BA4-B60C-EA8ED332EF00}" dt="2024-07-11T03:00:15.794" v="202" actId="13822"/>
          <ac:spMkLst>
            <pc:docMk/>
            <pc:sldMk cId="84283311" sldId="289"/>
            <ac:spMk id="4" creationId="{0A45BAC4-540E-443F-AAC1-161FC08B7325}"/>
          </ac:spMkLst>
        </pc:spChg>
        <pc:spChg chg="add mod ord">
          <ac:chgData name="Juan Sebastián Valencia Villa" userId="966b8279-bbc0-47de-952e-5a6bd2adc0bd" providerId="ADAL" clId="{6BBD34B6-FDF9-4BA4-B60C-EA8ED332EF00}" dt="2024-07-11T03:00:00.470" v="198" actId="20577"/>
          <ac:spMkLst>
            <pc:docMk/>
            <pc:sldMk cId="84283311" sldId="289"/>
            <ac:spMk id="5" creationId="{A8278139-C5D9-9DC9-83BE-F7BC8D66F0FC}"/>
          </ac:spMkLst>
        </pc:spChg>
        <pc:spChg chg="add del mod ord">
          <ac:chgData name="Juan Sebastián Valencia Villa" userId="966b8279-bbc0-47de-952e-5a6bd2adc0bd" providerId="ADAL" clId="{6BBD34B6-FDF9-4BA4-B60C-EA8ED332EF00}" dt="2024-07-11T02:59:37.139" v="156" actId="478"/>
          <ac:spMkLst>
            <pc:docMk/>
            <pc:sldMk cId="84283311" sldId="289"/>
            <ac:spMk id="6" creationId="{08B95ECA-1D03-0B29-C21D-D5BF57B60DF6}"/>
          </ac:spMkLst>
        </pc:spChg>
        <pc:spChg chg="mod">
          <ac:chgData name="Juan Sebastián Valencia Villa" userId="966b8279-bbc0-47de-952e-5a6bd2adc0bd" providerId="ADAL" clId="{6BBD34B6-FDF9-4BA4-B60C-EA8ED332EF00}" dt="2024-07-11T02:59:44.526" v="177" actId="1036"/>
          <ac:spMkLst>
            <pc:docMk/>
            <pc:sldMk cId="84283311" sldId="289"/>
            <ac:spMk id="13" creationId="{6E3D115B-8209-499A-BA65-1E872E2EE629}"/>
          </ac:spMkLst>
        </pc:spChg>
        <pc:spChg chg="mod">
          <ac:chgData name="Juan Sebastián Valencia Villa" userId="966b8279-bbc0-47de-952e-5a6bd2adc0bd" providerId="ADAL" clId="{6BBD34B6-FDF9-4BA4-B60C-EA8ED332EF00}" dt="2024-07-11T02:59:44.526" v="177" actId="1036"/>
          <ac:spMkLst>
            <pc:docMk/>
            <pc:sldMk cId="84283311" sldId="289"/>
            <ac:spMk id="14" creationId="{1ADE4FC4-B91A-4F9F-86DE-01B0351E4B05}"/>
          </ac:spMkLst>
        </pc:spChg>
        <pc:spChg chg="mod">
          <ac:chgData name="Juan Sebastián Valencia Villa" userId="966b8279-bbc0-47de-952e-5a6bd2adc0bd" providerId="ADAL" clId="{6BBD34B6-FDF9-4BA4-B60C-EA8ED332EF00}" dt="2024-07-11T02:59:44.526" v="177" actId="1036"/>
          <ac:spMkLst>
            <pc:docMk/>
            <pc:sldMk cId="84283311" sldId="289"/>
            <ac:spMk id="15" creationId="{81982C1A-C888-4C84-84F4-1B7B57E407C5}"/>
          </ac:spMkLst>
        </pc:spChg>
        <pc:spChg chg="mod">
          <ac:chgData name="Juan Sebastián Valencia Villa" userId="966b8279-bbc0-47de-952e-5a6bd2adc0bd" providerId="ADAL" clId="{6BBD34B6-FDF9-4BA4-B60C-EA8ED332EF00}" dt="2024-07-11T02:59:44.526" v="177" actId="1036"/>
          <ac:spMkLst>
            <pc:docMk/>
            <pc:sldMk cId="84283311" sldId="289"/>
            <ac:spMk id="16" creationId="{9E6C8360-0A9B-4AFD-9F92-607062659A83}"/>
          </ac:spMkLst>
        </pc:spChg>
        <pc:spChg chg="mod">
          <ac:chgData name="Juan Sebastián Valencia Villa" userId="966b8279-bbc0-47de-952e-5a6bd2adc0bd" providerId="ADAL" clId="{6BBD34B6-FDF9-4BA4-B60C-EA8ED332EF00}" dt="2024-07-11T02:59:44.526" v="177" actId="1036"/>
          <ac:spMkLst>
            <pc:docMk/>
            <pc:sldMk cId="84283311" sldId="289"/>
            <ac:spMk id="17" creationId="{DAC6CE34-7190-411E-B938-4F380FD41B01}"/>
          </ac:spMkLst>
        </pc:spChg>
        <pc:spChg chg="mod">
          <ac:chgData name="Juan Sebastián Valencia Villa" userId="966b8279-bbc0-47de-952e-5a6bd2adc0bd" providerId="ADAL" clId="{6BBD34B6-FDF9-4BA4-B60C-EA8ED332EF00}" dt="2024-07-11T02:59:44.526" v="177" actId="1036"/>
          <ac:spMkLst>
            <pc:docMk/>
            <pc:sldMk cId="84283311" sldId="289"/>
            <ac:spMk id="18" creationId="{0F08B3D4-FD94-4BBD-9C44-DBE656D83F76}"/>
          </ac:spMkLst>
        </pc:spChg>
        <pc:spChg chg="mod">
          <ac:chgData name="Juan Sebastián Valencia Villa" userId="966b8279-bbc0-47de-952e-5a6bd2adc0bd" providerId="ADAL" clId="{6BBD34B6-FDF9-4BA4-B60C-EA8ED332EF00}" dt="2024-07-11T02:59:44.526" v="177" actId="1036"/>
          <ac:spMkLst>
            <pc:docMk/>
            <pc:sldMk cId="84283311" sldId="289"/>
            <ac:spMk id="19" creationId="{40B91DA1-F144-4B86-99F7-B47DF58538ED}"/>
          </ac:spMkLst>
        </pc:spChg>
        <pc:spChg chg="mod">
          <ac:chgData name="Juan Sebastián Valencia Villa" userId="966b8279-bbc0-47de-952e-5a6bd2adc0bd" providerId="ADAL" clId="{6BBD34B6-FDF9-4BA4-B60C-EA8ED332EF00}" dt="2024-07-11T02:59:44.526" v="177" actId="1036"/>
          <ac:spMkLst>
            <pc:docMk/>
            <pc:sldMk cId="84283311" sldId="289"/>
            <ac:spMk id="20" creationId="{FCB77B1E-5E38-46BF-97BC-5EE0C809A21B}"/>
          </ac:spMkLst>
        </pc:spChg>
        <pc:spChg chg="mod">
          <ac:chgData name="Juan Sebastián Valencia Villa" userId="966b8279-bbc0-47de-952e-5a6bd2adc0bd" providerId="ADAL" clId="{6BBD34B6-FDF9-4BA4-B60C-EA8ED332EF00}" dt="2024-07-11T02:59:44.526" v="177" actId="1036"/>
          <ac:spMkLst>
            <pc:docMk/>
            <pc:sldMk cId="84283311" sldId="289"/>
            <ac:spMk id="21" creationId="{68F0DF18-00B4-41BE-B794-3606E0B86483}"/>
          </ac:spMkLst>
        </pc:spChg>
      </pc:sldChg>
      <pc:sldChg chg="addSp modSp mod setBg">
        <pc:chgData name="Juan Sebastián Valencia Villa" userId="966b8279-bbc0-47de-952e-5a6bd2adc0bd" providerId="ADAL" clId="{6BBD34B6-FDF9-4BA4-B60C-EA8ED332EF00}" dt="2024-07-11T03:06:32.329" v="633" actId="20577"/>
        <pc:sldMkLst>
          <pc:docMk/>
          <pc:sldMk cId="1552642756" sldId="290"/>
        </pc:sldMkLst>
        <pc:spChg chg="mod">
          <ac:chgData name="Juan Sebastián Valencia Villa" userId="966b8279-bbc0-47de-952e-5a6bd2adc0bd" providerId="ADAL" clId="{6BBD34B6-FDF9-4BA4-B60C-EA8ED332EF00}" dt="2024-07-11T03:06:32.329" v="633" actId="20577"/>
          <ac:spMkLst>
            <pc:docMk/>
            <pc:sldMk cId="1552642756" sldId="290"/>
            <ac:spMk id="4" creationId="{5F10366C-AF2D-A9E9-5887-F321CF891554}"/>
          </ac:spMkLst>
        </pc:spChg>
        <pc:spChg chg="add">
          <ac:chgData name="Juan Sebastián Valencia Villa" userId="966b8279-bbc0-47de-952e-5a6bd2adc0bd" providerId="ADAL" clId="{6BBD34B6-FDF9-4BA4-B60C-EA8ED332EF00}" dt="2024-07-11T03:02:34.426" v="388" actId="26606"/>
          <ac:spMkLst>
            <pc:docMk/>
            <pc:sldMk cId="1552642756" sldId="290"/>
            <ac:spMk id="16" creationId="{CE97D32F-1315-4522-AF1E-BCA3A653F2F3}"/>
          </ac:spMkLst>
        </pc:spChg>
        <pc:spChg chg="add">
          <ac:chgData name="Juan Sebastián Valencia Villa" userId="966b8279-bbc0-47de-952e-5a6bd2adc0bd" providerId="ADAL" clId="{6BBD34B6-FDF9-4BA4-B60C-EA8ED332EF00}" dt="2024-07-11T03:02:34.426" v="388" actId="26606"/>
          <ac:spMkLst>
            <pc:docMk/>
            <pc:sldMk cId="1552642756" sldId="290"/>
            <ac:spMk id="18" creationId="{DE5DADF0-4577-4642-B07A-3E27915F3605}"/>
          </ac:spMkLst>
        </pc:spChg>
        <pc:spChg chg="add">
          <ac:chgData name="Juan Sebastián Valencia Villa" userId="966b8279-bbc0-47de-952e-5a6bd2adc0bd" providerId="ADAL" clId="{6BBD34B6-FDF9-4BA4-B60C-EA8ED332EF00}" dt="2024-07-11T03:02:34.426" v="388" actId="26606"/>
          <ac:spMkLst>
            <pc:docMk/>
            <pc:sldMk cId="1552642756" sldId="290"/>
            <ac:spMk id="20" creationId="{52BF570B-E60D-4481-9DA2-BE09A90D1FFB}"/>
          </ac:spMkLst>
        </pc:spChg>
        <pc:spChg chg="add">
          <ac:chgData name="Juan Sebastián Valencia Villa" userId="966b8279-bbc0-47de-952e-5a6bd2adc0bd" providerId="ADAL" clId="{6BBD34B6-FDF9-4BA4-B60C-EA8ED332EF00}" dt="2024-07-11T03:02:34.426" v="388" actId="26606"/>
          <ac:spMkLst>
            <pc:docMk/>
            <pc:sldMk cId="1552642756" sldId="290"/>
            <ac:spMk id="22" creationId="{38321F7C-3441-47D4-89EC-F6C7FF3B2A6B}"/>
          </ac:spMkLst>
        </pc:spChg>
        <pc:spChg chg="add">
          <ac:chgData name="Juan Sebastián Valencia Villa" userId="966b8279-bbc0-47de-952e-5a6bd2adc0bd" providerId="ADAL" clId="{6BBD34B6-FDF9-4BA4-B60C-EA8ED332EF00}" dt="2024-07-11T03:02:34.426" v="388" actId="26606"/>
          <ac:spMkLst>
            <pc:docMk/>
            <pc:sldMk cId="1552642756" sldId="290"/>
            <ac:spMk id="24" creationId="{95FE5F6F-BF7C-44AD-9CEB-0A16A7DAED77}"/>
          </ac:spMkLst>
        </pc:spChg>
        <pc:spChg chg="add">
          <ac:chgData name="Juan Sebastián Valencia Villa" userId="966b8279-bbc0-47de-952e-5a6bd2adc0bd" providerId="ADAL" clId="{6BBD34B6-FDF9-4BA4-B60C-EA8ED332EF00}" dt="2024-07-11T03:02:34.426" v="388" actId="26606"/>
          <ac:spMkLst>
            <pc:docMk/>
            <pc:sldMk cId="1552642756" sldId="290"/>
            <ac:spMk id="26" creationId="{70614AF8-278F-429C-8560-C4C711BEEA13}"/>
          </ac:spMkLst>
        </pc:spChg>
        <pc:spChg chg="add">
          <ac:chgData name="Juan Sebastián Valencia Villa" userId="966b8279-bbc0-47de-952e-5a6bd2adc0bd" providerId="ADAL" clId="{6BBD34B6-FDF9-4BA4-B60C-EA8ED332EF00}" dt="2024-07-11T03:02:34.426" v="388" actId="26606"/>
          <ac:spMkLst>
            <pc:docMk/>
            <pc:sldMk cId="1552642756" sldId="290"/>
            <ac:spMk id="28" creationId="{3975A3A9-46B2-434A-8D1C-E01B8B9DDBCE}"/>
          </ac:spMkLst>
        </pc:spChg>
        <pc:picChg chg="add mod">
          <ac:chgData name="Juan Sebastián Valencia Villa" userId="966b8279-bbc0-47de-952e-5a6bd2adc0bd" providerId="ADAL" clId="{6BBD34B6-FDF9-4BA4-B60C-EA8ED332EF00}" dt="2024-07-11T03:05:30.078" v="551" actId="1076"/>
          <ac:picMkLst>
            <pc:docMk/>
            <pc:sldMk cId="1552642756" sldId="290"/>
            <ac:picMk id="6" creationId="{28B02722-19F8-66F5-377A-6E4D05F948B9}"/>
          </ac:picMkLst>
        </pc:picChg>
        <pc:picChg chg="add">
          <ac:chgData name="Juan Sebastián Valencia Villa" userId="966b8279-bbc0-47de-952e-5a6bd2adc0bd" providerId="ADAL" clId="{6BBD34B6-FDF9-4BA4-B60C-EA8ED332EF00}" dt="2024-07-11T03:02:34.426" v="388" actId="26606"/>
          <ac:picMkLst>
            <pc:docMk/>
            <pc:sldMk cId="1552642756" sldId="290"/>
            <ac:picMk id="10" creationId="{A97529DD-0019-4F2B-AAE6-A82A2FADB61C}"/>
          </ac:picMkLst>
        </pc:picChg>
        <pc:picChg chg="add">
          <ac:chgData name="Juan Sebastián Valencia Villa" userId="966b8279-bbc0-47de-952e-5a6bd2adc0bd" providerId="ADAL" clId="{6BBD34B6-FDF9-4BA4-B60C-EA8ED332EF00}" dt="2024-07-11T03:02:34.426" v="388" actId="26606"/>
          <ac:picMkLst>
            <pc:docMk/>
            <pc:sldMk cId="1552642756" sldId="290"/>
            <ac:picMk id="12" creationId="{F4B5AAB9-9C0B-4191-9D8C-E92806CC2609}"/>
          </ac:picMkLst>
        </pc:picChg>
        <pc:picChg chg="add">
          <ac:chgData name="Juan Sebastián Valencia Villa" userId="966b8279-bbc0-47de-952e-5a6bd2adc0bd" providerId="ADAL" clId="{6BBD34B6-FDF9-4BA4-B60C-EA8ED332EF00}" dt="2024-07-11T03:02:34.426" v="388" actId="26606"/>
          <ac:picMkLst>
            <pc:docMk/>
            <pc:sldMk cId="1552642756" sldId="290"/>
            <ac:picMk id="14" creationId="{07B0D32C-9323-4E07-8AE3-7AFF93348110}"/>
          </ac:picMkLst>
        </pc:picChg>
      </pc:sldChg>
      <pc:sldChg chg="del">
        <pc:chgData name="Juan Sebastián Valencia Villa" userId="966b8279-bbc0-47de-952e-5a6bd2adc0bd" providerId="ADAL" clId="{6BBD34B6-FDF9-4BA4-B60C-EA8ED332EF00}" dt="2024-07-11T03:00:46.245" v="204" actId="47"/>
        <pc:sldMkLst>
          <pc:docMk/>
          <pc:sldMk cId="953224377" sldId="291"/>
        </pc:sldMkLst>
      </pc:sldChg>
      <pc:sldChg chg="add del setBg">
        <pc:chgData name="Juan Sebastián Valencia Villa" userId="966b8279-bbc0-47de-952e-5a6bd2adc0bd" providerId="ADAL" clId="{6BBD34B6-FDF9-4BA4-B60C-EA8ED332EF00}" dt="2024-07-11T03:03:49.634" v="399" actId="47"/>
        <pc:sldMkLst>
          <pc:docMk/>
          <pc:sldMk cId="2913082773" sldId="291"/>
        </pc:sldMkLst>
      </pc:sldChg>
      <pc:sldChg chg="addSp delSp modSp new mod setBg modClrScheme chgLayout">
        <pc:chgData name="Juan Sebastián Valencia Villa" userId="966b8279-bbc0-47de-952e-5a6bd2adc0bd" providerId="ADAL" clId="{6BBD34B6-FDF9-4BA4-B60C-EA8ED332EF00}" dt="2024-07-11T02:57:37.240" v="19" actId="478"/>
        <pc:sldMkLst>
          <pc:docMk/>
          <pc:sldMk cId="1629116342" sldId="293"/>
        </pc:sldMkLst>
        <pc:spChg chg="del mod ord">
          <ac:chgData name="Juan Sebastián Valencia Villa" userId="966b8279-bbc0-47de-952e-5a6bd2adc0bd" providerId="ADAL" clId="{6BBD34B6-FDF9-4BA4-B60C-EA8ED332EF00}" dt="2024-07-11T02:57:21.348" v="1" actId="700"/>
          <ac:spMkLst>
            <pc:docMk/>
            <pc:sldMk cId="1629116342" sldId="293"/>
            <ac:spMk id="2" creationId="{2036F2AE-D764-B2A7-0C33-35AC8BABEAA3}"/>
          </ac:spMkLst>
        </pc:spChg>
        <pc:spChg chg="del mod ord">
          <ac:chgData name="Juan Sebastián Valencia Villa" userId="966b8279-bbc0-47de-952e-5a6bd2adc0bd" providerId="ADAL" clId="{6BBD34B6-FDF9-4BA4-B60C-EA8ED332EF00}" dt="2024-07-11T02:57:21.348" v="1" actId="700"/>
          <ac:spMkLst>
            <pc:docMk/>
            <pc:sldMk cId="1629116342" sldId="293"/>
            <ac:spMk id="3" creationId="{8B8E0A2C-CC1D-9F19-EBB8-8BA8009EE851}"/>
          </ac:spMkLst>
        </pc:spChg>
        <pc:spChg chg="add mod ord">
          <ac:chgData name="Juan Sebastián Valencia Villa" userId="966b8279-bbc0-47de-952e-5a6bd2adc0bd" providerId="ADAL" clId="{6BBD34B6-FDF9-4BA4-B60C-EA8ED332EF00}" dt="2024-07-11T02:57:33.765" v="18" actId="26606"/>
          <ac:spMkLst>
            <pc:docMk/>
            <pc:sldMk cId="1629116342" sldId="293"/>
            <ac:spMk id="4" creationId="{58A5F9B1-0C98-D188-FBB4-B311F3AC2116}"/>
          </ac:spMkLst>
        </pc:spChg>
        <pc:spChg chg="add del mod ord">
          <ac:chgData name="Juan Sebastián Valencia Villa" userId="966b8279-bbc0-47de-952e-5a6bd2adc0bd" providerId="ADAL" clId="{6BBD34B6-FDF9-4BA4-B60C-EA8ED332EF00}" dt="2024-07-11T02:57:37.240" v="19" actId="478"/>
          <ac:spMkLst>
            <pc:docMk/>
            <pc:sldMk cId="1629116342" sldId="293"/>
            <ac:spMk id="5" creationId="{C523375C-045C-EEB7-D81F-914A884AC57F}"/>
          </ac:spMkLst>
        </pc:spChg>
        <pc:spChg chg="add">
          <ac:chgData name="Juan Sebastián Valencia Villa" userId="966b8279-bbc0-47de-952e-5a6bd2adc0bd" providerId="ADAL" clId="{6BBD34B6-FDF9-4BA4-B60C-EA8ED332EF00}" dt="2024-07-11T02:57:33.765" v="18" actId="26606"/>
          <ac:spMkLst>
            <pc:docMk/>
            <pc:sldMk cId="1629116342" sldId="293"/>
            <ac:spMk id="17" creationId="{6B19486B-DD4C-4473-9FF8-3E3FB1542EE7}"/>
          </ac:spMkLst>
        </pc:spChg>
        <pc:spChg chg="add">
          <ac:chgData name="Juan Sebastián Valencia Villa" userId="966b8279-bbc0-47de-952e-5a6bd2adc0bd" providerId="ADAL" clId="{6BBD34B6-FDF9-4BA4-B60C-EA8ED332EF00}" dt="2024-07-11T02:57:33.765" v="18" actId="26606"/>
          <ac:spMkLst>
            <pc:docMk/>
            <pc:sldMk cId="1629116342" sldId="293"/>
            <ac:spMk id="19" creationId="{52CE1431-75FA-49CE-A7AC-42816EFBC5DB}"/>
          </ac:spMkLst>
        </pc:spChg>
        <pc:spChg chg="add">
          <ac:chgData name="Juan Sebastián Valencia Villa" userId="966b8279-bbc0-47de-952e-5a6bd2adc0bd" providerId="ADAL" clId="{6BBD34B6-FDF9-4BA4-B60C-EA8ED332EF00}" dt="2024-07-11T02:57:33.765" v="18" actId="26606"/>
          <ac:spMkLst>
            <pc:docMk/>
            <pc:sldMk cId="1629116342" sldId="293"/>
            <ac:spMk id="25" creationId="{C2E52CAC-158C-4DC7-AA1C-F582FFF73C60}"/>
          </ac:spMkLst>
        </pc:spChg>
        <pc:grpChg chg="add">
          <ac:chgData name="Juan Sebastián Valencia Villa" userId="966b8279-bbc0-47de-952e-5a6bd2adc0bd" providerId="ADAL" clId="{6BBD34B6-FDF9-4BA4-B60C-EA8ED332EF00}" dt="2024-07-11T02:57:33.765" v="18" actId="26606"/>
          <ac:grpSpMkLst>
            <pc:docMk/>
            <pc:sldMk cId="1629116342" sldId="293"/>
            <ac:grpSpMk id="21" creationId="{E7E11A8B-D353-4867-842B-40B7BABC9EED}"/>
          </ac:grpSpMkLst>
        </pc:grpChg>
        <pc:picChg chg="add">
          <ac:chgData name="Juan Sebastián Valencia Villa" userId="966b8279-bbc0-47de-952e-5a6bd2adc0bd" providerId="ADAL" clId="{6BBD34B6-FDF9-4BA4-B60C-EA8ED332EF00}" dt="2024-07-11T02:57:33.765" v="18" actId="26606"/>
          <ac:picMkLst>
            <pc:docMk/>
            <pc:sldMk cId="1629116342" sldId="293"/>
            <ac:picMk id="7" creationId="{5AF069E4-242F-D8ED-7E02-F0CACD8885C5}"/>
          </ac:picMkLst>
        </pc:picChg>
        <pc:picChg chg="add">
          <ac:chgData name="Juan Sebastián Valencia Villa" userId="966b8279-bbc0-47de-952e-5a6bd2adc0bd" providerId="ADAL" clId="{6BBD34B6-FDF9-4BA4-B60C-EA8ED332EF00}" dt="2024-07-11T02:57:33.765" v="18" actId="26606"/>
          <ac:picMkLst>
            <pc:docMk/>
            <pc:sldMk cId="1629116342" sldId="293"/>
            <ac:picMk id="11" creationId="{A97529DD-0019-4F2B-AAE6-A82A2FADB61C}"/>
          </ac:picMkLst>
        </pc:picChg>
        <pc:picChg chg="add">
          <ac:chgData name="Juan Sebastián Valencia Villa" userId="966b8279-bbc0-47de-952e-5a6bd2adc0bd" providerId="ADAL" clId="{6BBD34B6-FDF9-4BA4-B60C-EA8ED332EF00}" dt="2024-07-11T02:57:33.765" v="18" actId="26606"/>
          <ac:picMkLst>
            <pc:docMk/>
            <pc:sldMk cId="1629116342" sldId="293"/>
            <ac:picMk id="13" creationId="{4A476453-89B8-4D0E-BDE0-0446B97F5FD2}"/>
          </ac:picMkLst>
        </pc:picChg>
        <pc:picChg chg="add">
          <ac:chgData name="Juan Sebastián Valencia Villa" userId="966b8279-bbc0-47de-952e-5a6bd2adc0bd" providerId="ADAL" clId="{6BBD34B6-FDF9-4BA4-B60C-EA8ED332EF00}" dt="2024-07-11T02:57:33.765" v="18" actId="26606"/>
          <ac:picMkLst>
            <pc:docMk/>
            <pc:sldMk cId="1629116342" sldId="293"/>
            <ac:picMk id="15" creationId="{02B7E5A1-5C08-4455-A219-804981D6B260}"/>
          </ac:picMkLst>
        </pc:picChg>
        <pc:picChg chg="add">
          <ac:chgData name="Juan Sebastián Valencia Villa" userId="966b8279-bbc0-47de-952e-5a6bd2adc0bd" providerId="ADAL" clId="{6BBD34B6-FDF9-4BA4-B60C-EA8ED332EF00}" dt="2024-07-11T02:57:33.765" v="18" actId="26606"/>
          <ac:picMkLst>
            <pc:docMk/>
            <pc:sldMk cId="1629116342" sldId="293"/>
            <ac:picMk id="27" creationId="{83211ECD-2CC2-43D9-A32B-E8669250EF55}"/>
          </ac:picMkLst>
        </pc:picChg>
      </pc:sldChg>
      <pc:sldChg chg="add del setBg">
        <pc:chgData name="Juan Sebastián Valencia Villa" userId="966b8279-bbc0-47de-952e-5a6bd2adc0bd" providerId="ADAL" clId="{6BBD34B6-FDF9-4BA4-B60C-EA8ED332EF00}" dt="2024-07-11T03:04:50.580" v="472" actId="47"/>
        <pc:sldMkLst>
          <pc:docMk/>
          <pc:sldMk cId="2564069940" sldId="294"/>
        </pc:sldMkLst>
      </pc:sldChg>
      <pc:sldChg chg="add">
        <pc:chgData name="Juan Sebastián Valencia Villa" userId="966b8279-bbc0-47de-952e-5a6bd2adc0bd" providerId="ADAL" clId="{6BBD34B6-FDF9-4BA4-B60C-EA8ED332EF00}" dt="2024-07-11T03:04:11.881" v="400"/>
        <pc:sldMkLst>
          <pc:docMk/>
          <pc:sldMk cId="3693156346" sldId="296"/>
        </pc:sldMkLst>
      </pc:sldChg>
      <pc:sldChg chg="add">
        <pc:chgData name="Juan Sebastián Valencia Villa" userId="966b8279-bbc0-47de-952e-5a6bd2adc0bd" providerId="ADAL" clId="{6BBD34B6-FDF9-4BA4-B60C-EA8ED332EF00}" dt="2024-07-11T03:04:11.881" v="400"/>
        <pc:sldMkLst>
          <pc:docMk/>
          <pc:sldMk cId="2813343925" sldId="298"/>
        </pc:sldMkLst>
      </pc:sldChg>
      <pc:sldChg chg="addSp delSp modSp add mod setBg modClrScheme chgLayout">
        <pc:chgData name="Juan Sebastián Valencia Villa" userId="966b8279-bbc0-47de-952e-5a6bd2adc0bd" providerId="ADAL" clId="{6BBD34B6-FDF9-4BA4-B60C-EA8ED332EF00}" dt="2024-07-11T03:01:34.064" v="300" actId="1036"/>
        <pc:sldMkLst>
          <pc:docMk/>
          <pc:sldMk cId="4133869576" sldId="361"/>
        </pc:sldMkLst>
        <pc:spChg chg="del">
          <ac:chgData name="Juan Sebastián Valencia Villa" userId="966b8279-bbc0-47de-952e-5a6bd2adc0bd" providerId="ADAL" clId="{6BBD34B6-FDF9-4BA4-B60C-EA8ED332EF00}" dt="2024-07-11T03:00:52.434" v="205" actId="478"/>
          <ac:spMkLst>
            <pc:docMk/>
            <pc:sldMk cId="4133869576" sldId="361"/>
            <ac:spMk id="2" creationId="{0491A514-0F41-F34A-817B-654A5A345F26}"/>
          </ac:spMkLst>
        </pc:spChg>
        <pc:spChg chg="add mod ord">
          <ac:chgData name="Juan Sebastián Valencia Villa" userId="966b8279-bbc0-47de-952e-5a6bd2adc0bd" providerId="ADAL" clId="{6BBD34B6-FDF9-4BA4-B60C-EA8ED332EF00}" dt="2024-07-11T03:01:16.242" v="265" actId="20577"/>
          <ac:spMkLst>
            <pc:docMk/>
            <pc:sldMk cId="4133869576" sldId="361"/>
            <ac:spMk id="3" creationId="{B327EBE8-9E47-926F-0D27-4C4E3475CD95}"/>
          </ac:spMkLst>
        </pc:spChg>
        <pc:spChg chg="mod">
          <ac:chgData name="Juan Sebastián Valencia Villa" userId="966b8279-bbc0-47de-952e-5a6bd2adc0bd" providerId="ADAL" clId="{6BBD34B6-FDF9-4BA4-B60C-EA8ED332EF00}" dt="2024-07-11T03:01:34.064" v="300" actId="1036"/>
          <ac:spMkLst>
            <pc:docMk/>
            <pc:sldMk cId="4133869576" sldId="361"/>
            <ac:spMk id="13" creationId="{FC912C73-190B-4F27-804D-40124AC79502}"/>
          </ac:spMkLst>
        </pc:spChg>
        <pc:spChg chg="mod">
          <ac:chgData name="Juan Sebastián Valencia Villa" userId="966b8279-bbc0-47de-952e-5a6bd2adc0bd" providerId="ADAL" clId="{6BBD34B6-FDF9-4BA4-B60C-EA8ED332EF00}" dt="2024-07-11T03:01:34.064" v="300" actId="1036"/>
          <ac:spMkLst>
            <pc:docMk/>
            <pc:sldMk cId="4133869576" sldId="361"/>
            <ac:spMk id="14" creationId="{7354DBAA-1CD6-48B8-802D-0E42706DB94E}"/>
          </ac:spMkLst>
        </pc:spChg>
        <pc:spChg chg="mod">
          <ac:chgData name="Juan Sebastián Valencia Villa" userId="966b8279-bbc0-47de-952e-5a6bd2adc0bd" providerId="ADAL" clId="{6BBD34B6-FDF9-4BA4-B60C-EA8ED332EF00}" dt="2024-07-11T03:01:34.064" v="300" actId="1036"/>
          <ac:spMkLst>
            <pc:docMk/>
            <pc:sldMk cId="4133869576" sldId="361"/>
            <ac:spMk id="15" creationId="{41A359B1-8F70-46FB-96CC-324727196E52}"/>
          </ac:spMkLst>
        </pc:spChg>
        <pc:grpChg chg="mod">
          <ac:chgData name="Juan Sebastián Valencia Villa" userId="966b8279-bbc0-47de-952e-5a6bd2adc0bd" providerId="ADAL" clId="{6BBD34B6-FDF9-4BA4-B60C-EA8ED332EF00}" dt="2024-07-11T03:01:34.064" v="300" actId="1036"/>
          <ac:grpSpMkLst>
            <pc:docMk/>
            <pc:sldMk cId="4133869576" sldId="361"/>
            <ac:grpSpMk id="19" creationId="{E086E835-7C40-414B-989D-E8986A01CE38}"/>
          </ac:grpSpMkLst>
        </pc:grpChg>
        <pc:graphicFrameChg chg="mod">
          <ac:chgData name="Juan Sebastián Valencia Villa" userId="966b8279-bbc0-47de-952e-5a6bd2adc0bd" providerId="ADAL" clId="{6BBD34B6-FDF9-4BA4-B60C-EA8ED332EF00}" dt="2024-07-11T03:01:34.064" v="300" actId="1036"/>
          <ac:graphicFrameMkLst>
            <pc:docMk/>
            <pc:sldMk cId="4133869576" sldId="361"/>
            <ac:graphicFrameMk id="4" creationId="{E59EC349-B4B6-458F-B9FD-F1A14BA73E27}"/>
          </ac:graphicFrameMkLst>
        </pc:graphicFrameChg>
        <pc:graphicFrameChg chg="mod">
          <ac:chgData name="Juan Sebastián Valencia Villa" userId="966b8279-bbc0-47de-952e-5a6bd2adc0bd" providerId="ADAL" clId="{6BBD34B6-FDF9-4BA4-B60C-EA8ED332EF00}" dt="2024-07-11T03:01:34.064" v="300" actId="1036"/>
          <ac:graphicFrameMkLst>
            <pc:docMk/>
            <pc:sldMk cId="4133869576" sldId="361"/>
            <ac:graphicFrameMk id="11" creationId="{C357A33E-4FEB-4431-976D-BF9DF6BDF94E}"/>
          </ac:graphicFrameMkLst>
        </pc:graphicFrameChg>
        <pc:cxnChg chg="mod">
          <ac:chgData name="Juan Sebastián Valencia Villa" userId="966b8279-bbc0-47de-952e-5a6bd2adc0bd" providerId="ADAL" clId="{6BBD34B6-FDF9-4BA4-B60C-EA8ED332EF00}" dt="2024-07-11T03:01:34.064" v="300" actId="1036"/>
          <ac:cxnSpMkLst>
            <pc:docMk/>
            <pc:sldMk cId="4133869576" sldId="361"/>
            <ac:cxnSpMk id="26" creationId="{F0EB4194-4006-40CF-B8AA-D054B8B71D67}"/>
          </ac:cxnSpMkLst>
        </pc:cxnChg>
        <pc:cxnChg chg="mod">
          <ac:chgData name="Juan Sebastián Valencia Villa" userId="966b8279-bbc0-47de-952e-5a6bd2adc0bd" providerId="ADAL" clId="{6BBD34B6-FDF9-4BA4-B60C-EA8ED332EF00}" dt="2024-07-11T03:01:34.064" v="300" actId="1036"/>
          <ac:cxnSpMkLst>
            <pc:docMk/>
            <pc:sldMk cId="4133869576" sldId="361"/>
            <ac:cxnSpMk id="28" creationId="{C427E188-03C5-46F0-AFFA-B14D7C90868B}"/>
          </ac:cxnSpMkLst>
        </pc:cxnChg>
      </pc:sldChg>
      <pc:sldChg chg="addSp delSp modSp add del mod ord setBg modClrScheme chgLayout">
        <pc:chgData name="Juan Sebastián Valencia Villa" userId="966b8279-bbc0-47de-952e-5a6bd2adc0bd" providerId="ADAL" clId="{6BBD34B6-FDF9-4BA4-B60C-EA8ED332EF00}" dt="2024-07-11T03:02:47.873" v="392"/>
        <pc:sldMkLst>
          <pc:docMk/>
          <pc:sldMk cId="120937769" sldId="362"/>
        </pc:sldMkLst>
        <pc:spChg chg="del">
          <ac:chgData name="Juan Sebastián Valencia Villa" userId="966b8279-bbc0-47de-952e-5a6bd2adc0bd" providerId="ADAL" clId="{6BBD34B6-FDF9-4BA4-B60C-EA8ED332EF00}" dt="2024-07-11T03:01:41.825" v="302" actId="478"/>
          <ac:spMkLst>
            <pc:docMk/>
            <pc:sldMk cId="120937769" sldId="362"/>
            <ac:spMk id="2" creationId="{0491A514-0F41-F34A-817B-654A5A345F26}"/>
          </ac:spMkLst>
        </pc:spChg>
        <pc:spChg chg="add mod ord">
          <ac:chgData name="Juan Sebastián Valencia Villa" userId="966b8279-bbc0-47de-952e-5a6bd2adc0bd" providerId="ADAL" clId="{6BBD34B6-FDF9-4BA4-B60C-EA8ED332EF00}" dt="2024-07-11T03:01:48.503" v="332" actId="20577"/>
          <ac:spMkLst>
            <pc:docMk/>
            <pc:sldMk cId="120937769" sldId="362"/>
            <ac:spMk id="3" creationId="{7FE48636-B4E8-EA7F-DB37-1410F4217EDA}"/>
          </ac:spMkLst>
        </pc:spChg>
        <pc:spChg chg="mod">
          <ac:chgData name="Juan Sebastián Valencia Villa" userId="966b8279-bbc0-47de-952e-5a6bd2adc0bd" providerId="ADAL" clId="{6BBD34B6-FDF9-4BA4-B60C-EA8ED332EF00}" dt="2024-07-11T03:02:00.231" v="368" actId="1037"/>
          <ac:spMkLst>
            <pc:docMk/>
            <pc:sldMk cId="120937769" sldId="362"/>
            <ac:spMk id="5" creationId="{E2ACDF43-4D5A-4FD1-8E75-7DCB2EA8B752}"/>
          </ac:spMkLst>
        </pc:spChg>
        <pc:picChg chg="mod">
          <ac:chgData name="Juan Sebastián Valencia Villa" userId="966b8279-bbc0-47de-952e-5a6bd2adc0bd" providerId="ADAL" clId="{6BBD34B6-FDF9-4BA4-B60C-EA8ED332EF00}" dt="2024-07-11T03:02:00.231" v="368" actId="1037"/>
          <ac:picMkLst>
            <pc:docMk/>
            <pc:sldMk cId="120937769" sldId="362"/>
            <ac:picMk id="15362" creationId="{1685A722-FDDC-4879-8923-0A27844978AE}"/>
          </ac:picMkLst>
        </pc:picChg>
      </pc:sldChg>
      <pc:sldChg chg="delSp modSp add mod setBg delDesignElem">
        <pc:chgData name="Juan Sebastián Valencia Villa" userId="966b8279-bbc0-47de-952e-5a6bd2adc0bd" providerId="ADAL" clId="{6BBD34B6-FDF9-4BA4-B60C-EA8ED332EF00}" dt="2024-07-11T03:02:20.070" v="387" actId="20577"/>
        <pc:sldMkLst>
          <pc:docMk/>
          <pc:sldMk cId="3794792764" sldId="363"/>
        </pc:sldMkLst>
        <pc:spChg chg="mod">
          <ac:chgData name="Juan Sebastián Valencia Villa" userId="966b8279-bbc0-47de-952e-5a6bd2adc0bd" providerId="ADAL" clId="{6BBD34B6-FDF9-4BA4-B60C-EA8ED332EF00}" dt="2024-07-11T03:02:20.070" v="387" actId="20577"/>
          <ac:spMkLst>
            <pc:docMk/>
            <pc:sldMk cId="3794792764" sldId="363"/>
            <ac:spMk id="4" creationId="{58A5F9B1-0C98-D188-FBB4-B311F3AC2116}"/>
          </ac:spMkLst>
        </pc:spChg>
        <pc:spChg chg="del">
          <ac:chgData name="Juan Sebastián Valencia Villa" userId="966b8279-bbc0-47de-952e-5a6bd2adc0bd" providerId="ADAL" clId="{6BBD34B6-FDF9-4BA4-B60C-EA8ED332EF00}" dt="2024-07-11T03:02:14.969" v="370"/>
          <ac:spMkLst>
            <pc:docMk/>
            <pc:sldMk cId="3794792764" sldId="363"/>
            <ac:spMk id="17" creationId="{6B19486B-DD4C-4473-9FF8-3E3FB1542EE7}"/>
          </ac:spMkLst>
        </pc:spChg>
        <pc:spChg chg="del">
          <ac:chgData name="Juan Sebastián Valencia Villa" userId="966b8279-bbc0-47de-952e-5a6bd2adc0bd" providerId="ADAL" clId="{6BBD34B6-FDF9-4BA4-B60C-EA8ED332EF00}" dt="2024-07-11T03:02:14.969" v="370"/>
          <ac:spMkLst>
            <pc:docMk/>
            <pc:sldMk cId="3794792764" sldId="363"/>
            <ac:spMk id="19" creationId="{52CE1431-75FA-49CE-A7AC-42816EFBC5DB}"/>
          </ac:spMkLst>
        </pc:spChg>
        <pc:spChg chg="del">
          <ac:chgData name="Juan Sebastián Valencia Villa" userId="966b8279-bbc0-47de-952e-5a6bd2adc0bd" providerId="ADAL" clId="{6BBD34B6-FDF9-4BA4-B60C-EA8ED332EF00}" dt="2024-07-11T03:02:14.969" v="370"/>
          <ac:spMkLst>
            <pc:docMk/>
            <pc:sldMk cId="3794792764" sldId="363"/>
            <ac:spMk id="25" creationId="{C2E52CAC-158C-4DC7-AA1C-F582FFF73C60}"/>
          </ac:spMkLst>
        </pc:spChg>
        <pc:grpChg chg="del">
          <ac:chgData name="Juan Sebastián Valencia Villa" userId="966b8279-bbc0-47de-952e-5a6bd2adc0bd" providerId="ADAL" clId="{6BBD34B6-FDF9-4BA4-B60C-EA8ED332EF00}" dt="2024-07-11T03:02:14.969" v="370"/>
          <ac:grpSpMkLst>
            <pc:docMk/>
            <pc:sldMk cId="3794792764" sldId="363"/>
            <ac:grpSpMk id="21" creationId="{E7E11A8B-D353-4867-842B-40B7BABC9EED}"/>
          </ac:grpSpMkLst>
        </pc:grpChg>
        <pc:picChg chg="del">
          <ac:chgData name="Juan Sebastián Valencia Villa" userId="966b8279-bbc0-47de-952e-5a6bd2adc0bd" providerId="ADAL" clId="{6BBD34B6-FDF9-4BA4-B60C-EA8ED332EF00}" dt="2024-07-11T03:02:14.969" v="370"/>
          <ac:picMkLst>
            <pc:docMk/>
            <pc:sldMk cId="3794792764" sldId="363"/>
            <ac:picMk id="11" creationId="{A97529DD-0019-4F2B-AAE6-A82A2FADB61C}"/>
          </ac:picMkLst>
        </pc:picChg>
        <pc:picChg chg="del">
          <ac:chgData name="Juan Sebastián Valencia Villa" userId="966b8279-bbc0-47de-952e-5a6bd2adc0bd" providerId="ADAL" clId="{6BBD34B6-FDF9-4BA4-B60C-EA8ED332EF00}" dt="2024-07-11T03:02:14.969" v="370"/>
          <ac:picMkLst>
            <pc:docMk/>
            <pc:sldMk cId="3794792764" sldId="363"/>
            <ac:picMk id="13" creationId="{4A476453-89B8-4D0E-BDE0-0446B97F5FD2}"/>
          </ac:picMkLst>
        </pc:picChg>
        <pc:picChg chg="del">
          <ac:chgData name="Juan Sebastián Valencia Villa" userId="966b8279-bbc0-47de-952e-5a6bd2adc0bd" providerId="ADAL" clId="{6BBD34B6-FDF9-4BA4-B60C-EA8ED332EF00}" dt="2024-07-11T03:02:14.969" v="370"/>
          <ac:picMkLst>
            <pc:docMk/>
            <pc:sldMk cId="3794792764" sldId="363"/>
            <ac:picMk id="15" creationId="{02B7E5A1-5C08-4455-A219-804981D6B260}"/>
          </ac:picMkLst>
        </pc:picChg>
        <pc:picChg chg="del">
          <ac:chgData name="Juan Sebastián Valencia Villa" userId="966b8279-bbc0-47de-952e-5a6bd2adc0bd" providerId="ADAL" clId="{6BBD34B6-FDF9-4BA4-B60C-EA8ED332EF00}" dt="2024-07-11T03:02:14.969" v="370"/>
          <ac:picMkLst>
            <pc:docMk/>
            <pc:sldMk cId="3794792764" sldId="363"/>
            <ac:picMk id="27" creationId="{83211ECD-2CC2-43D9-A32B-E8669250EF55}"/>
          </ac:picMkLst>
        </pc:picChg>
      </pc:sldChg>
      <pc:sldChg chg="addSp delSp modSp add mod setBg modClrScheme chgLayout">
        <pc:chgData name="Juan Sebastián Valencia Villa" userId="966b8279-bbc0-47de-952e-5a6bd2adc0bd" providerId="ADAL" clId="{6BBD34B6-FDF9-4BA4-B60C-EA8ED332EF00}" dt="2024-07-11T03:04:40.970" v="471" actId="20577"/>
        <pc:sldMkLst>
          <pc:docMk/>
          <pc:sldMk cId="3612455103" sldId="364"/>
        </pc:sldMkLst>
        <pc:spChg chg="del">
          <ac:chgData name="Juan Sebastián Valencia Villa" userId="966b8279-bbc0-47de-952e-5a6bd2adc0bd" providerId="ADAL" clId="{6BBD34B6-FDF9-4BA4-B60C-EA8ED332EF00}" dt="2024-07-11T03:04:28.950" v="422" actId="478"/>
          <ac:spMkLst>
            <pc:docMk/>
            <pc:sldMk cId="3612455103" sldId="364"/>
            <ac:spMk id="2" creationId="{0491A514-0F41-F34A-817B-654A5A345F26}"/>
          </ac:spMkLst>
        </pc:spChg>
        <pc:spChg chg="mod">
          <ac:chgData name="Juan Sebastián Valencia Villa" userId="966b8279-bbc0-47de-952e-5a6bd2adc0bd" providerId="ADAL" clId="{6BBD34B6-FDF9-4BA4-B60C-EA8ED332EF00}" dt="2024-07-11T03:04:25.805" v="421" actId="1036"/>
          <ac:spMkLst>
            <pc:docMk/>
            <pc:sldMk cId="3612455103" sldId="364"/>
            <ac:spMk id="3" creationId="{1682FD5F-7E4B-49CB-89A2-23C80639C99A}"/>
          </ac:spMkLst>
        </pc:spChg>
        <pc:spChg chg="add mod ord">
          <ac:chgData name="Juan Sebastián Valencia Villa" userId="966b8279-bbc0-47de-952e-5a6bd2adc0bd" providerId="ADAL" clId="{6BBD34B6-FDF9-4BA4-B60C-EA8ED332EF00}" dt="2024-07-11T03:04:40.970" v="471" actId="20577"/>
          <ac:spMkLst>
            <pc:docMk/>
            <pc:sldMk cId="3612455103" sldId="364"/>
            <ac:spMk id="5" creationId="{1D76ADCD-D69B-55CD-2B3A-A99731E467D7}"/>
          </ac:spMkLst>
        </pc:spChg>
        <pc:spChg chg="mod">
          <ac:chgData name="Juan Sebastián Valencia Villa" userId="966b8279-bbc0-47de-952e-5a6bd2adc0bd" providerId="ADAL" clId="{6BBD34B6-FDF9-4BA4-B60C-EA8ED332EF00}" dt="2024-07-11T03:04:25.805" v="421" actId="1036"/>
          <ac:spMkLst>
            <pc:docMk/>
            <pc:sldMk cId="3612455103" sldId="364"/>
            <ac:spMk id="8" creationId="{24CBB9AB-2EA4-43FE-B2DA-54CEDE904500}"/>
          </ac:spMkLst>
        </pc:spChg>
        <pc:spChg chg="mod">
          <ac:chgData name="Juan Sebastián Valencia Villa" userId="966b8279-bbc0-47de-952e-5a6bd2adc0bd" providerId="ADAL" clId="{6BBD34B6-FDF9-4BA4-B60C-EA8ED332EF00}" dt="2024-07-11T03:04:25.805" v="421" actId="1036"/>
          <ac:spMkLst>
            <pc:docMk/>
            <pc:sldMk cId="3612455103" sldId="364"/>
            <ac:spMk id="10" creationId="{B00C9B94-6ADC-49B5-BA7C-4E36D0985DAE}"/>
          </ac:spMkLst>
        </pc:spChg>
        <pc:picChg chg="mod">
          <ac:chgData name="Juan Sebastián Valencia Villa" userId="966b8279-bbc0-47de-952e-5a6bd2adc0bd" providerId="ADAL" clId="{6BBD34B6-FDF9-4BA4-B60C-EA8ED332EF00}" dt="2024-07-11T03:04:25.805" v="421" actId="1036"/>
          <ac:picMkLst>
            <pc:docMk/>
            <pc:sldMk cId="3612455103" sldId="364"/>
            <ac:picMk id="4" creationId="{FE2C96F5-6965-4295-BA8C-1984F74B2357}"/>
          </ac:picMkLst>
        </pc:picChg>
        <pc:picChg chg="mod">
          <ac:chgData name="Juan Sebastián Valencia Villa" userId="966b8279-bbc0-47de-952e-5a6bd2adc0bd" providerId="ADAL" clId="{6BBD34B6-FDF9-4BA4-B60C-EA8ED332EF00}" dt="2024-07-11T03:04:25.805" v="421" actId="1036"/>
          <ac:picMkLst>
            <pc:docMk/>
            <pc:sldMk cId="3612455103" sldId="364"/>
            <ac:picMk id="6" creationId="{B81CD5E9-53A6-4FC4-BC5C-D536FDBD0EF4}"/>
          </ac:picMkLst>
        </pc:picChg>
        <pc:picChg chg="mod">
          <ac:chgData name="Juan Sebastián Valencia Villa" userId="966b8279-bbc0-47de-952e-5a6bd2adc0bd" providerId="ADAL" clId="{6BBD34B6-FDF9-4BA4-B60C-EA8ED332EF00}" dt="2024-07-11T03:04:25.805" v="421" actId="1036"/>
          <ac:picMkLst>
            <pc:docMk/>
            <pc:sldMk cId="3612455103" sldId="364"/>
            <ac:picMk id="18434" creationId="{0319B7CA-4BB1-4A30-B401-032D4B714457}"/>
          </ac:picMkLst>
        </pc:picChg>
      </pc:sldChg>
      <pc:sldChg chg="add del setBg">
        <pc:chgData name="Juan Sebastián Valencia Villa" userId="966b8279-bbc0-47de-952e-5a6bd2adc0bd" providerId="ADAL" clId="{6BBD34B6-FDF9-4BA4-B60C-EA8ED332EF00}" dt="2024-07-11T03:04:50.580" v="472" actId="47"/>
        <pc:sldMkLst>
          <pc:docMk/>
          <pc:sldMk cId="67759900" sldId="365"/>
        </pc:sldMkLst>
      </pc:sldChg>
      <pc:sldChg chg="addSp delSp modSp add mod">
        <pc:chgData name="Juan Sebastián Valencia Villa" userId="966b8279-bbc0-47de-952e-5a6bd2adc0bd" providerId="ADAL" clId="{6BBD34B6-FDF9-4BA4-B60C-EA8ED332EF00}" dt="2024-07-11T03:15:05.460" v="2093" actId="14100"/>
        <pc:sldMkLst>
          <pc:docMk/>
          <pc:sldMk cId="1112517895" sldId="365"/>
        </pc:sldMkLst>
        <pc:spChg chg="mod">
          <ac:chgData name="Juan Sebastián Valencia Villa" userId="966b8279-bbc0-47de-952e-5a6bd2adc0bd" providerId="ADAL" clId="{6BBD34B6-FDF9-4BA4-B60C-EA8ED332EF00}" dt="2024-07-11T03:06:39.316" v="648" actId="20577"/>
          <ac:spMkLst>
            <pc:docMk/>
            <pc:sldMk cId="1112517895" sldId="365"/>
            <ac:spMk id="3" creationId="{B327EBE8-9E47-926F-0D27-4C4E3475CD95}"/>
          </ac:spMkLst>
        </pc:spChg>
        <pc:spChg chg="del">
          <ac:chgData name="Juan Sebastián Valencia Villa" userId="966b8279-bbc0-47de-952e-5a6bd2adc0bd" providerId="ADAL" clId="{6BBD34B6-FDF9-4BA4-B60C-EA8ED332EF00}" dt="2024-07-11T03:05:45.704" v="582" actId="478"/>
          <ac:spMkLst>
            <pc:docMk/>
            <pc:sldMk cId="1112517895" sldId="365"/>
            <ac:spMk id="13" creationId="{FC912C73-190B-4F27-804D-40124AC79502}"/>
          </ac:spMkLst>
        </pc:spChg>
        <pc:spChg chg="del">
          <ac:chgData name="Juan Sebastián Valencia Villa" userId="966b8279-bbc0-47de-952e-5a6bd2adc0bd" providerId="ADAL" clId="{6BBD34B6-FDF9-4BA4-B60C-EA8ED332EF00}" dt="2024-07-11T03:05:45.704" v="582" actId="478"/>
          <ac:spMkLst>
            <pc:docMk/>
            <pc:sldMk cId="1112517895" sldId="365"/>
            <ac:spMk id="14" creationId="{7354DBAA-1CD6-48B8-802D-0E42706DB94E}"/>
          </ac:spMkLst>
        </pc:spChg>
        <pc:spChg chg="del">
          <ac:chgData name="Juan Sebastián Valencia Villa" userId="966b8279-bbc0-47de-952e-5a6bd2adc0bd" providerId="ADAL" clId="{6BBD34B6-FDF9-4BA4-B60C-EA8ED332EF00}" dt="2024-07-11T03:05:45.704" v="582" actId="478"/>
          <ac:spMkLst>
            <pc:docMk/>
            <pc:sldMk cId="1112517895" sldId="365"/>
            <ac:spMk id="15" creationId="{41A359B1-8F70-46FB-96CC-324727196E52}"/>
          </ac:spMkLst>
        </pc:spChg>
        <pc:grpChg chg="del">
          <ac:chgData name="Juan Sebastián Valencia Villa" userId="966b8279-bbc0-47de-952e-5a6bd2adc0bd" providerId="ADAL" clId="{6BBD34B6-FDF9-4BA4-B60C-EA8ED332EF00}" dt="2024-07-11T03:05:45.704" v="582" actId="478"/>
          <ac:grpSpMkLst>
            <pc:docMk/>
            <pc:sldMk cId="1112517895" sldId="365"/>
            <ac:grpSpMk id="19" creationId="{E086E835-7C40-414B-989D-E8986A01CE38}"/>
          </ac:grpSpMkLst>
        </pc:grpChg>
        <pc:graphicFrameChg chg="add mod modGraphic">
          <ac:chgData name="Juan Sebastián Valencia Villa" userId="966b8279-bbc0-47de-952e-5a6bd2adc0bd" providerId="ADAL" clId="{6BBD34B6-FDF9-4BA4-B60C-EA8ED332EF00}" dt="2024-07-11T03:15:05.460" v="2093" actId="14100"/>
          <ac:graphicFrameMkLst>
            <pc:docMk/>
            <pc:sldMk cId="1112517895" sldId="365"/>
            <ac:graphicFrameMk id="2" creationId="{22AF29EA-5FFD-9A0F-BBF2-CA9C5C7826F8}"/>
          </ac:graphicFrameMkLst>
        </pc:graphicFrameChg>
        <pc:graphicFrameChg chg="del">
          <ac:chgData name="Juan Sebastián Valencia Villa" userId="966b8279-bbc0-47de-952e-5a6bd2adc0bd" providerId="ADAL" clId="{6BBD34B6-FDF9-4BA4-B60C-EA8ED332EF00}" dt="2024-07-11T03:05:48.387" v="583" actId="478"/>
          <ac:graphicFrameMkLst>
            <pc:docMk/>
            <pc:sldMk cId="1112517895" sldId="365"/>
            <ac:graphicFrameMk id="4" creationId="{E59EC349-B4B6-458F-B9FD-F1A14BA73E27}"/>
          </ac:graphicFrameMkLst>
        </pc:graphicFrameChg>
        <pc:graphicFrameChg chg="del">
          <ac:chgData name="Juan Sebastián Valencia Villa" userId="966b8279-bbc0-47de-952e-5a6bd2adc0bd" providerId="ADAL" clId="{6BBD34B6-FDF9-4BA4-B60C-EA8ED332EF00}" dt="2024-07-11T03:05:45.704" v="582" actId="478"/>
          <ac:graphicFrameMkLst>
            <pc:docMk/>
            <pc:sldMk cId="1112517895" sldId="365"/>
            <ac:graphicFrameMk id="11" creationId="{C357A33E-4FEB-4431-976D-BF9DF6BDF94E}"/>
          </ac:graphicFrameMkLst>
        </pc:graphicFrameChg>
        <pc:cxnChg chg="del">
          <ac:chgData name="Juan Sebastián Valencia Villa" userId="966b8279-bbc0-47de-952e-5a6bd2adc0bd" providerId="ADAL" clId="{6BBD34B6-FDF9-4BA4-B60C-EA8ED332EF00}" dt="2024-07-11T03:05:45.704" v="582" actId="478"/>
          <ac:cxnSpMkLst>
            <pc:docMk/>
            <pc:sldMk cId="1112517895" sldId="365"/>
            <ac:cxnSpMk id="26" creationId="{F0EB4194-4006-40CF-B8AA-D054B8B71D67}"/>
          </ac:cxnSpMkLst>
        </pc:cxnChg>
        <pc:cxnChg chg="del mod">
          <ac:chgData name="Juan Sebastián Valencia Villa" userId="966b8279-bbc0-47de-952e-5a6bd2adc0bd" providerId="ADAL" clId="{6BBD34B6-FDF9-4BA4-B60C-EA8ED332EF00}" dt="2024-07-11T03:05:45.704" v="582" actId="478"/>
          <ac:cxnSpMkLst>
            <pc:docMk/>
            <pc:sldMk cId="1112517895" sldId="365"/>
            <ac:cxnSpMk id="28" creationId="{C427E188-03C5-46F0-AFFA-B14D7C90868B}"/>
          </ac:cxnSpMkLst>
        </pc:cxnChg>
      </pc:sldChg>
    </pc:docChg>
  </pc:docChgLst>
  <pc:docChgLst>
    <pc:chgData name="Juan Sebastián Valencia Villa" userId="966b8279-bbc0-47de-952e-5a6bd2adc0bd" providerId="ADAL" clId="{56708015-8A39-4F94-AF2C-4963E241FD41}"/>
    <pc:docChg chg="modSld">
      <pc:chgData name="Juan Sebastián Valencia Villa" userId="966b8279-bbc0-47de-952e-5a6bd2adc0bd" providerId="ADAL" clId="{56708015-8A39-4F94-AF2C-4963E241FD41}" dt="2024-07-11T12:35:48.442" v="5" actId="20577"/>
      <pc:docMkLst>
        <pc:docMk/>
      </pc:docMkLst>
      <pc:sldChg chg="modSp">
        <pc:chgData name="Juan Sebastián Valencia Villa" userId="966b8279-bbc0-47de-952e-5a6bd2adc0bd" providerId="ADAL" clId="{56708015-8A39-4F94-AF2C-4963E241FD41}" dt="2024-07-11T12:35:48.442" v="5" actId="20577"/>
        <pc:sldMkLst>
          <pc:docMk/>
          <pc:sldMk cId="4201731961" sldId="256"/>
        </pc:sldMkLst>
        <pc:spChg chg="mod">
          <ac:chgData name="Juan Sebastián Valencia Villa" userId="966b8279-bbc0-47de-952e-5a6bd2adc0bd" providerId="ADAL" clId="{56708015-8A39-4F94-AF2C-4963E241FD41}" dt="2024-07-11T12:35:48.442" v="5" actId="20577"/>
          <ac:spMkLst>
            <pc:docMk/>
            <pc:sldMk cId="4201731961" sldId="256"/>
            <ac:spMk id="3" creationId="{5A59E0AD-2D19-7657-6A0B-A213AE1A8E2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>
                  <a:shade val="42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317-4B8C-B1F1-A7005E6033B4}"/>
              </c:ext>
            </c:extLst>
          </c:dPt>
          <c:dPt>
            <c:idx val="1"/>
            <c:bubble3D val="0"/>
            <c:spPr>
              <a:solidFill>
                <a:schemeClr val="accent1">
                  <a:shade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317-4B8C-B1F1-A7005E6033B4}"/>
              </c:ext>
            </c:extLst>
          </c:dPt>
          <c:dPt>
            <c:idx val="2"/>
            <c:bubble3D val="0"/>
            <c:spPr>
              <a:solidFill>
                <a:schemeClr val="accent1">
                  <a:shade val="6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317-4B8C-B1F1-A7005E6033B4}"/>
              </c:ext>
            </c:extLst>
          </c:dPt>
          <c:dPt>
            <c:idx val="3"/>
            <c:bubble3D val="0"/>
            <c:spPr>
              <a:solidFill>
                <a:schemeClr val="accent1">
                  <a:shade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317-4B8C-B1F1-A7005E6033B4}"/>
              </c:ext>
            </c:extLst>
          </c:dPt>
          <c:dPt>
            <c:idx val="4"/>
            <c:bubble3D val="0"/>
            <c:spPr>
              <a:solidFill>
                <a:schemeClr val="accent1">
                  <a:shade val="9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317-4B8C-B1F1-A7005E6033B4}"/>
              </c:ext>
            </c:extLst>
          </c:dPt>
          <c:dPt>
            <c:idx val="5"/>
            <c:bubble3D val="0"/>
            <c:spPr>
              <a:solidFill>
                <a:schemeClr val="accent1">
                  <a:tint val="94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317-4B8C-B1F1-A7005E6033B4}"/>
              </c:ext>
            </c:extLst>
          </c:dPt>
          <c:dPt>
            <c:idx val="6"/>
            <c:bubble3D val="0"/>
            <c:spPr>
              <a:solidFill>
                <a:schemeClr val="accent1">
                  <a:tint val="81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C317-4B8C-B1F1-A7005E6033B4}"/>
              </c:ext>
            </c:extLst>
          </c:dPt>
          <c:dPt>
            <c:idx val="7"/>
            <c:bubble3D val="0"/>
            <c:spPr>
              <a:solidFill>
                <a:schemeClr val="accent1">
                  <a:tint val="69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C317-4B8C-B1F1-A7005E6033B4}"/>
              </c:ext>
            </c:extLst>
          </c:dPt>
          <c:dPt>
            <c:idx val="8"/>
            <c:bubble3D val="0"/>
            <c:spPr>
              <a:solidFill>
                <a:schemeClr val="accent1">
                  <a:tint val="5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C317-4B8C-B1F1-A7005E6033B4}"/>
              </c:ext>
            </c:extLst>
          </c:dPt>
          <c:dPt>
            <c:idx val="9"/>
            <c:bubble3D val="0"/>
            <c:spPr>
              <a:solidFill>
                <a:schemeClr val="accent1">
                  <a:tint val="4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C317-4B8C-B1F1-A7005E6033B4}"/>
              </c:ext>
            </c:extLst>
          </c:dPt>
          <c:val>
            <c:numRef>
              <c:f>Hoja1!$A$1:$A$10</c:f>
              <c:numCache>
                <c:formatCode>General</c:formatCode>
                <c:ptCount val="10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317-4B8C-B1F1-A7005E6033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F1F1C4-1C3A-4440-8CDD-E8D68B373643}" type="doc">
      <dgm:prSet loTypeId="urn:microsoft.com/office/officeart/2005/8/layout/hierarchy1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561F2338-A10C-4495-BC1F-2535A57BD1A0}">
      <dgm:prSet phldrT="[Texto]"/>
      <dgm:spPr/>
      <dgm:t>
        <a:bodyPr/>
        <a:lstStyle/>
        <a:p>
          <a:r>
            <a:rPr lang="es-CO" dirty="0"/>
            <a:t>Enfoque riguroso para gestionar los datos durante su ciclo de vida</a:t>
          </a:r>
        </a:p>
      </dgm:t>
    </dgm:pt>
    <dgm:pt modelId="{003F61B0-0E2B-4615-A4DE-6FCC21906306}" type="parTrans" cxnId="{75617A1F-BB5C-4161-8C70-42E8B7F037E1}">
      <dgm:prSet/>
      <dgm:spPr/>
      <dgm:t>
        <a:bodyPr/>
        <a:lstStyle/>
        <a:p>
          <a:endParaRPr lang="es-CO"/>
        </a:p>
      </dgm:t>
    </dgm:pt>
    <dgm:pt modelId="{E49B0CB7-5327-42D2-8440-05096A3EF5DB}" type="sibTrans" cxnId="{75617A1F-BB5C-4161-8C70-42E8B7F037E1}">
      <dgm:prSet/>
      <dgm:spPr/>
      <dgm:t>
        <a:bodyPr/>
        <a:lstStyle/>
        <a:p>
          <a:endParaRPr lang="es-CO"/>
        </a:p>
      </dgm:t>
    </dgm:pt>
    <dgm:pt modelId="{B7E11547-1DDE-4B95-A749-CC08C0DA831E}">
      <dgm:prSet phldrT="[Texto]"/>
      <dgm:spPr/>
      <dgm:t>
        <a:bodyPr/>
        <a:lstStyle/>
        <a:p>
          <a:r>
            <a:rPr lang="es-CO" dirty="0"/>
            <a:t>Mecanismo imprescindible en todas las organizaciones</a:t>
          </a:r>
        </a:p>
      </dgm:t>
    </dgm:pt>
    <dgm:pt modelId="{AD7E9841-BC65-4D38-907F-B03AE0505426}" type="parTrans" cxnId="{D7D0DD6D-50BF-4D8A-BB6A-837A54713F04}">
      <dgm:prSet/>
      <dgm:spPr/>
      <dgm:t>
        <a:bodyPr/>
        <a:lstStyle/>
        <a:p>
          <a:endParaRPr lang="es-CO"/>
        </a:p>
      </dgm:t>
    </dgm:pt>
    <dgm:pt modelId="{EA067FF0-049E-44D5-AF45-1E0996FE1100}" type="sibTrans" cxnId="{D7D0DD6D-50BF-4D8A-BB6A-837A54713F04}">
      <dgm:prSet/>
      <dgm:spPr/>
      <dgm:t>
        <a:bodyPr/>
        <a:lstStyle/>
        <a:p>
          <a:endParaRPr lang="es-CO"/>
        </a:p>
      </dgm:t>
    </dgm:pt>
    <dgm:pt modelId="{16D0B2AD-2CFE-4F2D-A5F0-6EE8E2AD04DF}">
      <dgm:prSet phldrT="[Texto]"/>
      <dgm:spPr/>
      <dgm:t>
        <a:bodyPr/>
        <a:lstStyle/>
        <a:p>
          <a:r>
            <a:rPr lang="es-CO" dirty="0"/>
            <a:t>Busca generar mecanismos que permitan mantener datos precisos para el negocio</a:t>
          </a:r>
        </a:p>
      </dgm:t>
    </dgm:pt>
    <dgm:pt modelId="{18BB1C7E-4F95-4D70-95AA-807164FE81BD}" type="parTrans" cxnId="{F39CBDFE-E991-47D4-BF18-ED731C2244BD}">
      <dgm:prSet/>
      <dgm:spPr/>
      <dgm:t>
        <a:bodyPr/>
        <a:lstStyle/>
        <a:p>
          <a:endParaRPr lang="es-CO"/>
        </a:p>
      </dgm:t>
    </dgm:pt>
    <dgm:pt modelId="{89B302FD-4B19-4D96-86EA-6665DE4A3622}" type="sibTrans" cxnId="{F39CBDFE-E991-47D4-BF18-ED731C2244BD}">
      <dgm:prSet/>
      <dgm:spPr/>
      <dgm:t>
        <a:bodyPr/>
        <a:lstStyle/>
        <a:p>
          <a:endParaRPr lang="es-CO"/>
        </a:p>
      </dgm:t>
    </dgm:pt>
    <dgm:pt modelId="{3E5F99EA-4881-4961-9564-FBB92295ECD6}" type="pres">
      <dgm:prSet presAssocID="{CBF1F1C4-1C3A-4440-8CDD-E8D68B37364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880F7F0-2C87-49AC-B743-9234257A3A56}" type="pres">
      <dgm:prSet presAssocID="{561F2338-A10C-4495-BC1F-2535A57BD1A0}" presName="hierRoot1" presStyleCnt="0"/>
      <dgm:spPr/>
    </dgm:pt>
    <dgm:pt modelId="{47CC857D-B1A4-4ECA-A32A-44EF44192B66}" type="pres">
      <dgm:prSet presAssocID="{561F2338-A10C-4495-BC1F-2535A57BD1A0}" presName="composite" presStyleCnt="0"/>
      <dgm:spPr/>
    </dgm:pt>
    <dgm:pt modelId="{C76D9B8E-EC7D-4650-8E3F-7073515376AA}" type="pres">
      <dgm:prSet presAssocID="{561F2338-A10C-4495-BC1F-2535A57BD1A0}" presName="background" presStyleLbl="node0" presStyleIdx="0" presStyleCnt="3"/>
      <dgm:spPr/>
    </dgm:pt>
    <dgm:pt modelId="{EEDCFBD9-62E0-47A8-B9A5-622C5F445747}" type="pres">
      <dgm:prSet presAssocID="{561F2338-A10C-4495-BC1F-2535A57BD1A0}" presName="text" presStyleLbl="fgAcc0" presStyleIdx="0" presStyleCnt="3">
        <dgm:presLayoutVars>
          <dgm:chPref val="3"/>
        </dgm:presLayoutVars>
      </dgm:prSet>
      <dgm:spPr/>
    </dgm:pt>
    <dgm:pt modelId="{FC716E6F-917B-4608-A466-10554CE09472}" type="pres">
      <dgm:prSet presAssocID="{561F2338-A10C-4495-BC1F-2535A57BD1A0}" presName="hierChild2" presStyleCnt="0"/>
      <dgm:spPr/>
    </dgm:pt>
    <dgm:pt modelId="{48BF992A-023A-4ECB-B6CD-1921D974E49C}" type="pres">
      <dgm:prSet presAssocID="{B7E11547-1DDE-4B95-A749-CC08C0DA831E}" presName="hierRoot1" presStyleCnt="0"/>
      <dgm:spPr/>
    </dgm:pt>
    <dgm:pt modelId="{0CD7C5BD-700C-41C4-BF8C-EBAD4DF6BE5A}" type="pres">
      <dgm:prSet presAssocID="{B7E11547-1DDE-4B95-A749-CC08C0DA831E}" presName="composite" presStyleCnt="0"/>
      <dgm:spPr/>
    </dgm:pt>
    <dgm:pt modelId="{FFC438D4-A392-45A0-8E50-B3787B28E32D}" type="pres">
      <dgm:prSet presAssocID="{B7E11547-1DDE-4B95-A749-CC08C0DA831E}" presName="background" presStyleLbl="node0" presStyleIdx="1" presStyleCnt="3"/>
      <dgm:spPr/>
    </dgm:pt>
    <dgm:pt modelId="{A19779EF-3897-4467-89D5-A7A97368D05F}" type="pres">
      <dgm:prSet presAssocID="{B7E11547-1DDE-4B95-A749-CC08C0DA831E}" presName="text" presStyleLbl="fgAcc0" presStyleIdx="1" presStyleCnt="3">
        <dgm:presLayoutVars>
          <dgm:chPref val="3"/>
        </dgm:presLayoutVars>
      </dgm:prSet>
      <dgm:spPr/>
    </dgm:pt>
    <dgm:pt modelId="{4D366F60-4C78-4944-969A-A2C2DE369FEC}" type="pres">
      <dgm:prSet presAssocID="{B7E11547-1DDE-4B95-A749-CC08C0DA831E}" presName="hierChild2" presStyleCnt="0"/>
      <dgm:spPr/>
    </dgm:pt>
    <dgm:pt modelId="{955E157D-138B-4F96-A637-7117EFCCB4CB}" type="pres">
      <dgm:prSet presAssocID="{16D0B2AD-2CFE-4F2D-A5F0-6EE8E2AD04DF}" presName="hierRoot1" presStyleCnt="0"/>
      <dgm:spPr/>
    </dgm:pt>
    <dgm:pt modelId="{934EDCE3-8681-450D-BD3B-C58DC6B6DC0A}" type="pres">
      <dgm:prSet presAssocID="{16D0B2AD-2CFE-4F2D-A5F0-6EE8E2AD04DF}" presName="composite" presStyleCnt="0"/>
      <dgm:spPr/>
    </dgm:pt>
    <dgm:pt modelId="{49AAE9A0-23CD-4DA9-8489-5401D1D26A12}" type="pres">
      <dgm:prSet presAssocID="{16D0B2AD-2CFE-4F2D-A5F0-6EE8E2AD04DF}" presName="background" presStyleLbl="node0" presStyleIdx="2" presStyleCnt="3"/>
      <dgm:spPr/>
    </dgm:pt>
    <dgm:pt modelId="{A2C98947-80B4-45D6-B059-14011CDF9A76}" type="pres">
      <dgm:prSet presAssocID="{16D0B2AD-2CFE-4F2D-A5F0-6EE8E2AD04DF}" presName="text" presStyleLbl="fgAcc0" presStyleIdx="2" presStyleCnt="3">
        <dgm:presLayoutVars>
          <dgm:chPref val="3"/>
        </dgm:presLayoutVars>
      </dgm:prSet>
      <dgm:spPr/>
    </dgm:pt>
    <dgm:pt modelId="{7F7C4FF6-7525-4EA1-9C62-34D9DE4EA77D}" type="pres">
      <dgm:prSet presAssocID="{16D0B2AD-2CFE-4F2D-A5F0-6EE8E2AD04DF}" presName="hierChild2" presStyleCnt="0"/>
      <dgm:spPr/>
    </dgm:pt>
  </dgm:ptLst>
  <dgm:cxnLst>
    <dgm:cxn modelId="{75617A1F-BB5C-4161-8C70-42E8B7F037E1}" srcId="{CBF1F1C4-1C3A-4440-8CDD-E8D68B373643}" destId="{561F2338-A10C-4495-BC1F-2535A57BD1A0}" srcOrd="0" destOrd="0" parTransId="{003F61B0-0E2B-4615-A4DE-6FCC21906306}" sibTransId="{E49B0CB7-5327-42D2-8440-05096A3EF5DB}"/>
    <dgm:cxn modelId="{D7D0DD6D-50BF-4D8A-BB6A-837A54713F04}" srcId="{CBF1F1C4-1C3A-4440-8CDD-E8D68B373643}" destId="{B7E11547-1DDE-4B95-A749-CC08C0DA831E}" srcOrd="1" destOrd="0" parTransId="{AD7E9841-BC65-4D38-907F-B03AE0505426}" sibTransId="{EA067FF0-049E-44D5-AF45-1E0996FE1100}"/>
    <dgm:cxn modelId="{0B7DF89A-89D9-4744-93E9-F2A0184FE76E}" type="presOf" srcId="{B7E11547-1DDE-4B95-A749-CC08C0DA831E}" destId="{A19779EF-3897-4467-89D5-A7A97368D05F}" srcOrd="0" destOrd="0" presId="urn:microsoft.com/office/officeart/2005/8/layout/hierarchy1"/>
    <dgm:cxn modelId="{287086EC-52AB-401B-8983-D90A8DF1F864}" type="presOf" srcId="{561F2338-A10C-4495-BC1F-2535A57BD1A0}" destId="{EEDCFBD9-62E0-47A8-B9A5-622C5F445747}" srcOrd="0" destOrd="0" presId="urn:microsoft.com/office/officeart/2005/8/layout/hierarchy1"/>
    <dgm:cxn modelId="{27AFA2EF-804D-41B2-93B5-A01547F6B138}" type="presOf" srcId="{16D0B2AD-2CFE-4F2D-A5F0-6EE8E2AD04DF}" destId="{A2C98947-80B4-45D6-B059-14011CDF9A76}" srcOrd="0" destOrd="0" presId="urn:microsoft.com/office/officeart/2005/8/layout/hierarchy1"/>
    <dgm:cxn modelId="{F39CBDFE-E991-47D4-BF18-ED731C2244BD}" srcId="{CBF1F1C4-1C3A-4440-8CDD-E8D68B373643}" destId="{16D0B2AD-2CFE-4F2D-A5F0-6EE8E2AD04DF}" srcOrd="2" destOrd="0" parTransId="{18BB1C7E-4F95-4D70-95AA-807164FE81BD}" sibTransId="{89B302FD-4B19-4D96-86EA-6665DE4A3622}"/>
    <dgm:cxn modelId="{1A9D9DFF-BE65-4B7E-9CCC-30ACE2F983F8}" type="presOf" srcId="{CBF1F1C4-1C3A-4440-8CDD-E8D68B373643}" destId="{3E5F99EA-4881-4961-9564-FBB92295ECD6}" srcOrd="0" destOrd="0" presId="urn:microsoft.com/office/officeart/2005/8/layout/hierarchy1"/>
    <dgm:cxn modelId="{DDD8D1DF-DE00-400D-8811-C7AD1EBBD492}" type="presParOf" srcId="{3E5F99EA-4881-4961-9564-FBB92295ECD6}" destId="{E880F7F0-2C87-49AC-B743-9234257A3A56}" srcOrd="0" destOrd="0" presId="urn:microsoft.com/office/officeart/2005/8/layout/hierarchy1"/>
    <dgm:cxn modelId="{62D6E831-9FE5-41A3-AA49-606BE01BBCC3}" type="presParOf" srcId="{E880F7F0-2C87-49AC-B743-9234257A3A56}" destId="{47CC857D-B1A4-4ECA-A32A-44EF44192B66}" srcOrd="0" destOrd="0" presId="urn:microsoft.com/office/officeart/2005/8/layout/hierarchy1"/>
    <dgm:cxn modelId="{975756C2-C9E3-4B20-A78F-6FB2D4125C4B}" type="presParOf" srcId="{47CC857D-B1A4-4ECA-A32A-44EF44192B66}" destId="{C76D9B8E-EC7D-4650-8E3F-7073515376AA}" srcOrd="0" destOrd="0" presId="urn:microsoft.com/office/officeart/2005/8/layout/hierarchy1"/>
    <dgm:cxn modelId="{4150D9DD-F087-4655-8CA5-F806C6149FF9}" type="presParOf" srcId="{47CC857D-B1A4-4ECA-A32A-44EF44192B66}" destId="{EEDCFBD9-62E0-47A8-B9A5-622C5F445747}" srcOrd="1" destOrd="0" presId="urn:microsoft.com/office/officeart/2005/8/layout/hierarchy1"/>
    <dgm:cxn modelId="{96D427AC-0000-4E72-95EF-DAB3C0920DEA}" type="presParOf" srcId="{E880F7F0-2C87-49AC-B743-9234257A3A56}" destId="{FC716E6F-917B-4608-A466-10554CE09472}" srcOrd="1" destOrd="0" presId="urn:microsoft.com/office/officeart/2005/8/layout/hierarchy1"/>
    <dgm:cxn modelId="{86380A99-7887-4823-B063-0D209F6B1DB5}" type="presParOf" srcId="{3E5F99EA-4881-4961-9564-FBB92295ECD6}" destId="{48BF992A-023A-4ECB-B6CD-1921D974E49C}" srcOrd="1" destOrd="0" presId="urn:microsoft.com/office/officeart/2005/8/layout/hierarchy1"/>
    <dgm:cxn modelId="{B47628B7-0E5B-4939-99D9-5029E0C64184}" type="presParOf" srcId="{48BF992A-023A-4ECB-B6CD-1921D974E49C}" destId="{0CD7C5BD-700C-41C4-BF8C-EBAD4DF6BE5A}" srcOrd="0" destOrd="0" presId="urn:microsoft.com/office/officeart/2005/8/layout/hierarchy1"/>
    <dgm:cxn modelId="{1C12268F-7A55-491C-B820-03E18BF1EB59}" type="presParOf" srcId="{0CD7C5BD-700C-41C4-BF8C-EBAD4DF6BE5A}" destId="{FFC438D4-A392-45A0-8E50-B3787B28E32D}" srcOrd="0" destOrd="0" presId="urn:microsoft.com/office/officeart/2005/8/layout/hierarchy1"/>
    <dgm:cxn modelId="{EB0772D7-1501-4120-B342-3834A830354D}" type="presParOf" srcId="{0CD7C5BD-700C-41C4-BF8C-EBAD4DF6BE5A}" destId="{A19779EF-3897-4467-89D5-A7A97368D05F}" srcOrd="1" destOrd="0" presId="urn:microsoft.com/office/officeart/2005/8/layout/hierarchy1"/>
    <dgm:cxn modelId="{4C4EF419-AC1A-44AF-9A7C-A20CF400C192}" type="presParOf" srcId="{48BF992A-023A-4ECB-B6CD-1921D974E49C}" destId="{4D366F60-4C78-4944-969A-A2C2DE369FEC}" srcOrd="1" destOrd="0" presId="urn:microsoft.com/office/officeart/2005/8/layout/hierarchy1"/>
    <dgm:cxn modelId="{71E32EF5-D84D-480A-857E-0E51D96C92B2}" type="presParOf" srcId="{3E5F99EA-4881-4961-9564-FBB92295ECD6}" destId="{955E157D-138B-4F96-A637-7117EFCCB4CB}" srcOrd="2" destOrd="0" presId="urn:microsoft.com/office/officeart/2005/8/layout/hierarchy1"/>
    <dgm:cxn modelId="{0E9BDD00-3EA0-4440-9265-C8275D297314}" type="presParOf" srcId="{955E157D-138B-4F96-A637-7117EFCCB4CB}" destId="{934EDCE3-8681-450D-BD3B-C58DC6B6DC0A}" srcOrd="0" destOrd="0" presId="urn:microsoft.com/office/officeart/2005/8/layout/hierarchy1"/>
    <dgm:cxn modelId="{99EF1F2C-F71F-4507-A890-A691A7620A24}" type="presParOf" srcId="{934EDCE3-8681-450D-BD3B-C58DC6B6DC0A}" destId="{49AAE9A0-23CD-4DA9-8489-5401D1D26A12}" srcOrd="0" destOrd="0" presId="urn:microsoft.com/office/officeart/2005/8/layout/hierarchy1"/>
    <dgm:cxn modelId="{B9ABE6EE-5992-4873-9411-DAFAADBEF155}" type="presParOf" srcId="{934EDCE3-8681-450D-BD3B-C58DC6B6DC0A}" destId="{A2C98947-80B4-45D6-B059-14011CDF9A76}" srcOrd="1" destOrd="0" presId="urn:microsoft.com/office/officeart/2005/8/layout/hierarchy1"/>
    <dgm:cxn modelId="{273DEAEF-A08B-4FB9-9DD0-79FD12BC0A8A}" type="presParOf" srcId="{955E157D-138B-4F96-A637-7117EFCCB4CB}" destId="{7F7C4FF6-7525-4EA1-9C62-34D9DE4EA77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A72E55-9C4D-46AE-BDB3-3E42335BD08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s-CO"/>
        </a:p>
      </dgm:t>
    </dgm:pt>
    <dgm:pt modelId="{29ED9641-66C3-40AE-B9E5-88C8105CE820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CO" dirty="0"/>
            <a:t>Toma de decisiones acertadas y oportunas</a:t>
          </a:r>
        </a:p>
      </dgm:t>
    </dgm:pt>
    <dgm:pt modelId="{CFD79A26-2F38-4280-A596-25248AC4B344}" type="parTrans" cxnId="{9262FBFA-C32E-432D-A3E9-D7A492FF5131}">
      <dgm:prSet/>
      <dgm:spPr/>
      <dgm:t>
        <a:bodyPr/>
        <a:lstStyle/>
        <a:p>
          <a:endParaRPr lang="es-CO"/>
        </a:p>
      </dgm:t>
    </dgm:pt>
    <dgm:pt modelId="{94F8DFED-6EE9-4A28-9E89-7719656DA874}" type="sibTrans" cxnId="{9262FBFA-C32E-432D-A3E9-D7A492FF5131}">
      <dgm:prSet/>
      <dgm:spPr/>
      <dgm:t>
        <a:bodyPr/>
        <a:lstStyle/>
        <a:p>
          <a:endParaRPr lang="es-CO"/>
        </a:p>
      </dgm:t>
    </dgm:pt>
    <dgm:pt modelId="{CA0CA84C-FC8B-4293-9E65-0485DBD43640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CO" dirty="0"/>
            <a:t>Mejora el control de costos</a:t>
          </a:r>
        </a:p>
      </dgm:t>
    </dgm:pt>
    <dgm:pt modelId="{3814FE87-C930-4AC9-A343-0C47AEF14B48}" type="parTrans" cxnId="{375D632C-6317-444A-BB4F-301BFD8B915F}">
      <dgm:prSet/>
      <dgm:spPr/>
      <dgm:t>
        <a:bodyPr/>
        <a:lstStyle/>
        <a:p>
          <a:endParaRPr lang="es-CO"/>
        </a:p>
      </dgm:t>
    </dgm:pt>
    <dgm:pt modelId="{99203AF2-CFBF-4B14-A0F6-6F079AA92A1C}" type="sibTrans" cxnId="{375D632C-6317-444A-BB4F-301BFD8B915F}">
      <dgm:prSet/>
      <dgm:spPr/>
      <dgm:t>
        <a:bodyPr/>
        <a:lstStyle/>
        <a:p>
          <a:endParaRPr lang="es-CO"/>
        </a:p>
      </dgm:t>
    </dgm:pt>
    <dgm:pt modelId="{7D56066E-3CB2-456D-B1B4-7DCAE44F33E6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CO" dirty="0"/>
            <a:t>Mejora el cumplimiento de la normatividad vigente</a:t>
          </a:r>
        </a:p>
      </dgm:t>
    </dgm:pt>
    <dgm:pt modelId="{BD9AE97A-938E-439E-9E2C-66285D4D2E41}" type="parTrans" cxnId="{7993F2D0-F3DA-46A6-8309-E68ADC580A5D}">
      <dgm:prSet/>
      <dgm:spPr/>
      <dgm:t>
        <a:bodyPr/>
        <a:lstStyle/>
        <a:p>
          <a:endParaRPr lang="es-CO"/>
        </a:p>
      </dgm:t>
    </dgm:pt>
    <dgm:pt modelId="{62645D47-B993-4B40-AF87-8E7451FACC56}" type="sibTrans" cxnId="{7993F2D0-F3DA-46A6-8309-E68ADC580A5D}">
      <dgm:prSet/>
      <dgm:spPr/>
      <dgm:t>
        <a:bodyPr/>
        <a:lstStyle/>
        <a:p>
          <a:endParaRPr lang="es-CO"/>
        </a:p>
      </dgm:t>
    </dgm:pt>
    <dgm:pt modelId="{52283F19-7AE5-4AE3-9E88-A372E90B63FA}">
      <dgm:prSet/>
      <dgm:spPr/>
      <dgm:t>
        <a:bodyPr/>
        <a:lstStyle/>
        <a:p>
          <a:pPr>
            <a:lnSpc>
              <a:spcPct val="100000"/>
            </a:lnSpc>
          </a:pPr>
          <a:r>
            <a:rPr lang="es-CO" dirty="0"/>
            <a:t>Permite que más empleados accedan a más datos</a:t>
          </a:r>
        </a:p>
      </dgm:t>
    </dgm:pt>
    <dgm:pt modelId="{A29F743D-3610-4E23-BFBD-B9D832DBC7D5}" type="parTrans" cxnId="{07E29FE4-9043-43DE-A708-D4AAF8DA90C2}">
      <dgm:prSet/>
      <dgm:spPr/>
      <dgm:t>
        <a:bodyPr/>
        <a:lstStyle/>
        <a:p>
          <a:endParaRPr lang="es-CO"/>
        </a:p>
      </dgm:t>
    </dgm:pt>
    <dgm:pt modelId="{78F50774-7F96-4E26-9A7A-CA83B0FF7B3F}" type="sibTrans" cxnId="{07E29FE4-9043-43DE-A708-D4AAF8DA90C2}">
      <dgm:prSet/>
      <dgm:spPr/>
      <dgm:t>
        <a:bodyPr/>
        <a:lstStyle/>
        <a:p>
          <a:endParaRPr lang="es-CO"/>
        </a:p>
      </dgm:t>
    </dgm:pt>
    <dgm:pt modelId="{334E01D7-A536-4E2F-8E21-5AE205671CD7}">
      <dgm:prSet/>
      <dgm:spPr/>
      <dgm:t>
        <a:bodyPr/>
        <a:lstStyle/>
        <a:p>
          <a:pPr>
            <a:lnSpc>
              <a:spcPct val="100000"/>
            </a:lnSpc>
          </a:pPr>
          <a:r>
            <a:rPr lang="es-CO" dirty="0"/>
            <a:t>Aumenta la confianza de clientes y proveedores</a:t>
          </a:r>
        </a:p>
      </dgm:t>
    </dgm:pt>
    <dgm:pt modelId="{BF21C970-9040-43D3-9D06-AB42BF8CFC63}" type="parTrans" cxnId="{EE8A0B34-62C3-4A33-990F-03055DCE08BA}">
      <dgm:prSet/>
      <dgm:spPr/>
      <dgm:t>
        <a:bodyPr/>
        <a:lstStyle/>
        <a:p>
          <a:endParaRPr lang="es-CO"/>
        </a:p>
      </dgm:t>
    </dgm:pt>
    <dgm:pt modelId="{0DF74C5B-B65B-4E5F-A466-BA5E67D48944}" type="sibTrans" cxnId="{EE8A0B34-62C3-4A33-990F-03055DCE08BA}">
      <dgm:prSet/>
      <dgm:spPr/>
      <dgm:t>
        <a:bodyPr/>
        <a:lstStyle/>
        <a:p>
          <a:endParaRPr lang="es-CO"/>
        </a:p>
      </dgm:t>
    </dgm:pt>
    <dgm:pt modelId="{E2E03A3C-5195-48A1-845A-5DE897DA8990}">
      <dgm:prSet/>
      <dgm:spPr/>
      <dgm:t>
        <a:bodyPr/>
        <a:lstStyle/>
        <a:p>
          <a:pPr>
            <a:lnSpc>
              <a:spcPct val="100000"/>
            </a:lnSpc>
          </a:pPr>
          <a:r>
            <a:rPr lang="es-CO" dirty="0"/>
            <a:t>Gestiona los riesgos con mayor facilidad</a:t>
          </a:r>
        </a:p>
      </dgm:t>
    </dgm:pt>
    <dgm:pt modelId="{91967C04-14DE-41B1-840D-EE977321E6B9}" type="parTrans" cxnId="{615FA5B9-B5E5-458F-A605-4A5317A61647}">
      <dgm:prSet/>
      <dgm:spPr/>
      <dgm:t>
        <a:bodyPr/>
        <a:lstStyle/>
        <a:p>
          <a:endParaRPr lang="es-CO"/>
        </a:p>
      </dgm:t>
    </dgm:pt>
    <dgm:pt modelId="{BB79E55D-2D06-4AC2-8C13-57B17C6557EF}" type="sibTrans" cxnId="{615FA5B9-B5E5-458F-A605-4A5317A61647}">
      <dgm:prSet/>
      <dgm:spPr/>
      <dgm:t>
        <a:bodyPr/>
        <a:lstStyle/>
        <a:p>
          <a:endParaRPr lang="es-CO"/>
        </a:p>
      </dgm:t>
    </dgm:pt>
    <dgm:pt modelId="{C75AB889-C893-409D-BA07-B71B2A938213}" type="pres">
      <dgm:prSet presAssocID="{9FA72E55-9C4D-46AE-BDB3-3E42335BD08E}" presName="root" presStyleCnt="0">
        <dgm:presLayoutVars>
          <dgm:dir/>
          <dgm:resizeHandles val="exact"/>
        </dgm:presLayoutVars>
      </dgm:prSet>
      <dgm:spPr/>
    </dgm:pt>
    <dgm:pt modelId="{0E781E08-B2DA-4916-A3ED-360781B17480}" type="pres">
      <dgm:prSet presAssocID="{29ED9641-66C3-40AE-B9E5-88C8105CE820}" presName="compNode" presStyleCnt="0"/>
      <dgm:spPr/>
    </dgm:pt>
    <dgm:pt modelId="{6456EC50-D7B7-4C58-A6AF-2177235EEE97}" type="pres">
      <dgm:prSet presAssocID="{29ED9641-66C3-40AE-B9E5-88C8105CE820}" presName="bgRect" presStyleLbl="bgShp" presStyleIdx="0" presStyleCnt="6"/>
      <dgm:spPr/>
    </dgm:pt>
    <dgm:pt modelId="{6DC743C3-12EB-4126-BB05-EF96091C4FBB}" type="pres">
      <dgm:prSet presAssocID="{29ED9641-66C3-40AE-B9E5-88C8105CE820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ómetro"/>
        </a:ext>
      </dgm:extLst>
    </dgm:pt>
    <dgm:pt modelId="{39B02C2C-4F75-4AB9-B05F-BF70A76AB2D5}" type="pres">
      <dgm:prSet presAssocID="{29ED9641-66C3-40AE-B9E5-88C8105CE820}" presName="spaceRect" presStyleCnt="0"/>
      <dgm:spPr/>
    </dgm:pt>
    <dgm:pt modelId="{81B1BBBC-F65A-4CDB-8BA0-14CD1307AB87}" type="pres">
      <dgm:prSet presAssocID="{29ED9641-66C3-40AE-B9E5-88C8105CE820}" presName="parTx" presStyleLbl="revTx" presStyleIdx="0" presStyleCnt="6">
        <dgm:presLayoutVars>
          <dgm:chMax val="0"/>
          <dgm:chPref val="0"/>
        </dgm:presLayoutVars>
      </dgm:prSet>
      <dgm:spPr/>
    </dgm:pt>
    <dgm:pt modelId="{FA54D84E-0EFF-4964-854F-335C02A60466}" type="pres">
      <dgm:prSet presAssocID="{94F8DFED-6EE9-4A28-9E89-7719656DA874}" presName="sibTrans" presStyleCnt="0"/>
      <dgm:spPr/>
    </dgm:pt>
    <dgm:pt modelId="{34BC2106-FB96-4F22-B457-EE3B34D6EC92}" type="pres">
      <dgm:prSet presAssocID="{CA0CA84C-FC8B-4293-9E65-0485DBD43640}" presName="compNode" presStyleCnt="0"/>
      <dgm:spPr/>
    </dgm:pt>
    <dgm:pt modelId="{A9A84B7F-448B-4379-8C2F-D34B9B22D70D}" type="pres">
      <dgm:prSet presAssocID="{CA0CA84C-FC8B-4293-9E65-0485DBD43640}" presName="bgRect" presStyleLbl="bgShp" presStyleIdx="1" presStyleCnt="6"/>
      <dgm:spPr/>
    </dgm:pt>
    <dgm:pt modelId="{4CF61BB8-B15B-4EDA-B78F-ED61AC1D4EB1}" type="pres">
      <dgm:prSet presAssocID="{CA0CA84C-FC8B-4293-9E65-0485DBD43640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9AE6BDC-78A9-4726-9ED6-38F35BE11A50}" type="pres">
      <dgm:prSet presAssocID="{CA0CA84C-FC8B-4293-9E65-0485DBD43640}" presName="spaceRect" presStyleCnt="0"/>
      <dgm:spPr/>
    </dgm:pt>
    <dgm:pt modelId="{8F605FF9-C4CC-4518-94FF-1D66B7BCD4F1}" type="pres">
      <dgm:prSet presAssocID="{CA0CA84C-FC8B-4293-9E65-0485DBD43640}" presName="parTx" presStyleLbl="revTx" presStyleIdx="1" presStyleCnt="6">
        <dgm:presLayoutVars>
          <dgm:chMax val="0"/>
          <dgm:chPref val="0"/>
        </dgm:presLayoutVars>
      </dgm:prSet>
      <dgm:spPr/>
    </dgm:pt>
    <dgm:pt modelId="{DF4E4A46-7567-4BA6-AE57-4C0E5FE2212E}" type="pres">
      <dgm:prSet presAssocID="{99203AF2-CFBF-4B14-A0F6-6F079AA92A1C}" presName="sibTrans" presStyleCnt="0"/>
      <dgm:spPr/>
    </dgm:pt>
    <dgm:pt modelId="{3C2324FC-14B7-4BA0-A30C-09FD1E0CDEEC}" type="pres">
      <dgm:prSet presAssocID="{7D56066E-3CB2-456D-B1B4-7DCAE44F33E6}" presName="compNode" presStyleCnt="0"/>
      <dgm:spPr/>
    </dgm:pt>
    <dgm:pt modelId="{3892F71C-6A8C-4C38-BA41-DF30F4F5CBD1}" type="pres">
      <dgm:prSet presAssocID="{7D56066E-3CB2-456D-B1B4-7DCAE44F33E6}" presName="bgRect" presStyleLbl="bgShp" presStyleIdx="2" presStyleCnt="6"/>
      <dgm:spPr/>
    </dgm:pt>
    <dgm:pt modelId="{3196ADB9-25BA-4E32-9FBD-D52B6DEA1562}" type="pres">
      <dgm:prSet presAssocID="{7D56066E-3CB2-456D-B1B4-7DCAE44F33E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7C22AACE-5205-4338-B743-83700045785F}" type="pres">
      <dgm:prSet presAssocID="{7D56066E-3CB2-456D-B1B4-7DCAE44F33E6}" presName="spaceRect" presStyleCnt="0"/>
      <dgm:spPr/>
    </dgm:pt>
    <dgm:pt modelId="{AF4D6EA8-C5CB-4FBE-89A5-EA7B77EF3181}" type="pres">
      <dgm:prSet presAssocID="{7D56066E-3CB2-456D-B1B4-7DCAE44F33E6}" presName="parTx" presStyleLbl="revTx" presStyleIdx="2" presStyleCnt="6">
        <dgm:presLayoutVars>
          <dgm:chMax val="0"/>
          <dgm:chPref val="0"/>
        </dgm:presLayoutVars>
      </dgm:prSet>
      <dgm:spPr/>
    </dgm:pt>
    <dgm:pt modelId="{AC49EA37-4ACB-440F-A2A0-21DD1556A943}" type="pres">
      <dgm:prSet presAssocID="{62645D47-B993-4B40-AF87-8E7451FACC56}" presName="sibTrans" presStyleCnt="0"/>
      <dgm:spPr/>
    </dgm:pt>
    <dgm:pt modelId="{1EFD2D14-5F0A-4A6F-9B6A-59CD47C67ADD}" type="pres">
      <dgm:prSet presAssocID="{334E01D7-A536-4E2F-8E21-5AE205671CD7}" presName="compNode" presStyleCnt="0"/>
      <dgm:spPr/>
    </dgm:pt>
    <dgm:pt modelId="{BED3A778-7411-4204-BD9B-8D6FD9C05BCB}" type="pres">
      <dgm:prSet presAssocID="{334E01D7-A536-4E2F-8E21-5AE205671CD7}" presName="bgRect" presStyleLbl="bgShp" presStyleIdx="3" presStyleCnt="6"/>
      <dgm:spPr/>
    </dgm:pt>
    <dgm:pt modelId="{279EE208-B24B-4F6F-A5B6-76C65E82B74B}" type="pres">
      <dgm:prSet presAssocID="{334E01D7-A536-4E2F-8E21-5AE205671CD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03C09265-E7F7-4718-B047-3B2B1EC314D7}" type="pres">
      <dgm:prSet presAssocID="{334E01D7-A536-4E2F-8E21-5AE205671CD7}" presName="spaceRect" presStyleCnt="0"/>
      <dgm:spPr/>
    </dgm:pt>
    <dgm:pt modelId="{0A31392E-925F-47F9-8BA7-DCCA6793814D}" type="pres">
      <dgm:prSet presAssocID="{334E01D7-A536-4E2F-8E21-5AE205671CD7}" presName="parTx" presStyleLbl="revTx" presStyleIdx="3" presStyleCnt="6">
        <dgm:presLayoutVars>
          <dgm:chMax val="0"/>
          <dgm:chPref val="0"/>
        </dgm:presLayoutVars>
      </dgm:prSet>
      <dgm:spPr/>
    </dgm:pt>
    <dgm:pt modelId="{095594AE-0281-4394-8A56-27A06B819818}" type="pres">
      <dgm:prSet presAssocID="{0DF74C5B-B65B-4E5F-A466-BA5E67D48944}" presName="sibTrans" presStyleCnt="0"/>
      <dgm:spPr/>
    </dgm:pt>
    <dgm:pt modelId="{87F265A6-A5AF-4C9D-94DE-CCA3CFB0570A}" type="pres">
      <dgm:prSet presAssocID="{E2E03A3C-5195-48A1-845A-5DE897DA8990}" presName="compNode" presStyleCnt="0"/>
      <dgm:spPr/>
    </dgm:pt>
    <dgm:pt modelId="{3B699F73-0B98-48EF-BFBC-08AD563156E2}" type="pres">
      <dgm:prSet presAssocID="{E2E03A3C-5195-48A1-845A-5DE897DA8990}" presName="bgRect" presStyleLbl="bgShp" presStyleIdx="4" presStyleCnt="6"/>
      <dgm:spPr/>
    </dgm:pt>
    <dgm:pt modelId="{95E31CC5-6EC5-4247-8695-42097B283B2A}" type="pres">
      <dgm:prSet presAssocID="{E2E03A3C-5195-48A1-845A-5DE897DA8990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retón de manos"/>
        </a:ext>
      </dgm:extLst>
    </dgm:pt>
    <dgm:pt modelId="{87E602D0-38BB-434B-8F44-74367C213DB0}" type="pres">
      <dgm:prSet presAssocID="{E2E03A3C-5195-48A1-845A-5DE897DA8990}" presName="spaceRect" presStyleCnt="0"/>
      <dgm:spPr/>
    </dgm:pt>
    <dgm:pt modelId="{12A6F7DA-F7FF-4C8B-9202-81F76F374E16}" type="pres">
      <dgm:prSet presAssocID="{E2E03A3C-5195-48A1-845A-5DE897DA8990}" presName="parTx" presStyleLbl="revTx" presStyleIdx="4" presStyleCnt="6">
        <dgm:presLayoutVars>
          <dgm:chMax val="0"/>
          <dgm:chPref val="0"/>
        </dgm:presLayoutVars>
      </dgm:prSet>
      <dgm:spPr/>
    </dgm:pt>
    <dgm:pt modelId="{D93F636A-0D72-44FF-A50F-D3DBFE706DF0}" type="pres">
      <dgm:prSet presAssocID="{BB79E55D-2D06-4AC2-8C13-57B17C6557EF}" presName="sibTrans" presStyleCnt="0"/>
      <dgm:spPr/>
    </dgm:pt>
    <dgm:pt modelId="{7AB0367D-B419-41A1-AAD9-51E46CEC45AB}" type="pres">
      <dgm:prSet presAssocID="{52283F19-7AE5-4AE3-9E88-A372E90B63FA}" presName="compNode" presStyleCnt="0"/>
      <dgm:spPr/>
    </dgm:pt>
    <dgm:pt modelId="{FEF41D80-196E-46E5-BFEB-788CB02A1209}" type="pres">
      <dgm:prSet presAssocID="{52283F19-7AE5-4AE3-9E88-A372E90B63FA}" presName="bgRect" presStyleLbl="bgShp" presStyleIdx="5" presStyleCnt="6"/>
      <dgm:spPr/>
    </dgm:pt>
    <dgm:pt modelId="{476FA8E7-6DBD-4172-B616-4498C37749F9}" type="pres">
      <dgm:prSet presAssocID="{52283F19-7AE5-4AE3-9E88-A372E90B63F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61CBEA2F-07E7-4D3B-8FED-1C54D133C99C}" type="pres">
      <dgm:prSet presAssocID="{52283F19-7AE5-4AE3-9E88-A372E90B63FA}" presName="spaceRect" presStyleCnt="0"/>
      <dgm:spPr/>
    </dgm:pt>
    <dgm:pt modelId="{CABBB9EE-0DA2-4E2F-89A4-50F718C60281}" type="pres">
      <dgm:prSet presAssocID="{52283F19-7AE5-4AE3-9E88-A372E90B63F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375D632C-6317-444A-BB4F-301BFD8B915F}" srcId="{9FA72E55-9C4D-46AE-BDB3-3E42335BD08E}" destId="{CA0CA84C-FC8B-4293-9E65-0485DBD43640}" srcOrd="1" destOrd="0" parTransId="{3814FE87-C930-4AC9-A343-0C47AEF14B48}" sibTransId="{99203AF2-CFBF-4B14-A0F6-6F079AA92A1C}"/>
    <dgm:cxn modelId="{1453B731-792A-4AF2-B569-732FC11433F8}" type="presOf" srcId="{7D56066E-3CB2-456D-B1B4-7DCAE44F33E6}" destId="{AF4D6EA8-C5CB-4FBE-89A5-EA7B77EF3181}" srcOrd="0" destOrd="0" presId="urn:microsoft.com/office/officeart/2018/2/layout/IconVerticalSolidList"/>
    <dgm:cxn modelId="{EE8A0B34-62C3-4A33-990F-03055DCE08BA}" srcId="{9FA72E55-9C4D-46AE-BDB3-3E42335BD08E}" destId="{334E01D7-A536-4E2F-8E21-5AE205671CD7}" srcOrd="3" destOrd="0" parTransId="{BF21C970-9040-43D3-9D06-AB42BF8CFC63}" sibTransId="{0DF74C5B-B65B-4E5F-A466-BA5E67D48944}"/>
    <dgm:cxn modelId="{F9F63D92-7DC7-4D92-97E5-0D5367177817}" type="presOf" srcId="{E2E03A3C-5195-48A1-845A-5DE897DA8990}" destId="{12A6F7DA-F7FF-4C8B-9202-81F76F374E16}" srcOrd="0" destOrd="0" presId="urn:microsoft.com/office/officeart/2018/2/layout/IconVerticalSolidList"/>
    <dgm:cxn modelId="{D5B58694-9037-47E8-BE84-21E3DE44A2E4}" type="presOf" srcId="{9FA72E55-9C4D-46AE-BDB3-3E42335BD08E}" destId="{C75AB889-C893-409D-BA07-B71B2A938213}" srcOrd="0" destOrd="0" presId="urn:microsoft.com/office/officeart/2018/2/layout/IconVerticalSolidList"/>
    <dgm:cxn modelId="{615FA5B9-B5E5-458F-A605-4A5317A61647}" srcId="{9FA72E55-9C4D-46AE-BDB3-3E42335BD08E}" destId="{E2E03A3C-5195-48A1-845A-5DE897DA8990}" srcOrd="4" destOrd="0" parTransId="{91967C04-14DE-41B1-840D-EE977321E6B9}" sibTransId="{BB79E55D-2D06-4AC2-8C13-57B17C6557EF}"/>
    <dgm:cxn modelId="{2CA07ECD-5FCE-4B99-A49E-53FF21C1CD7A}" type="presOf" srcId="{29ED9641-66C3-40AE-B9E5-88C8105CE820}" destId="{81B1BBBC-F65A-4CDB-8BA0-14CD1307AB87}" srcOrd="0" destOrd="0" presId="urn:microsoft.com/office/officeart/2018/2/layout/IconVerticalSolidList"/>
    <dgm:cxn modelId="{ADDEC1CF-633F-479B-B244-F7EE25706195}" type="presOf" srcId="{CA0CA84C-FC8B-4293-9E65-0485DBD43640}" destId="{8F605FF9-C4CC-4518-94FF-1D66B7BCD4F1}" srcOrd="0" destOrd="0" presId="urn:microsoft.com/office/officeart/2018/2/layout/IconVerticalSolidList"/>
    <dgm:cxn modelId="{7993F2D0-F3DA-46A6-8309-E68ADC580A5D}" srcId="{9FA72E55-9C4D-46AE-BDB3-3E42335BD08E}" destId="{7D56066E-3CB2-456D-B1B4-7DCAE44F33E6}" srcOrd="2" destOrd="0" parTransId="{BD9AE97A-938E-439E-9E2C-66285D4D2E41}" sibTransId="{62645D47-B993-4B40-AF87-8E7451FACC56}"/>
    <dgm:cxn modelId="{656C75E2-346A-42DE-967C-F1F5EF6A479E}" type="presOf" srcId="{52283F19-7AE5-4AE3-9E88-A372E90B63FA}" destId="{CABBB9EE-0DA2-4E2F-89A4-50F718C60281}" srcOrd="0" destOrd="0" presId="urn:microsoft.com/office/officeart/2018/2/layout/IconVerticalSolidList"/>
    <dgm:cxn modelId="{07E29FE4-9043-43DE-A708-D4AAF8DA90C2}" srcId="{9FA72E55-9C4D-46AE-BDB3-3E42335BD08E}" destId="{52283F19-7AE5-4AE3-9E88-A372E90B63FA}" srcOrd="5" destOrd="0" parTransId="{A29F743D-3610-4E23-BFBD-B9D832DBC7D5}" sibTransId="{78F50774-7F96-4E26-9A7A-CA83B0FF7B3F}"/>
    <dgm:cxn modelId="{964F56FA-58EE-4D83-9788-EE8EAEA0733B}" type="presOf" srcId="{334E01D7-A536-4E2F-8E21-5AE205671CD7}" destId="{0A31392E-925F-47F9-8BA7-DCCA6793814D}" srcOrd="0" destOrd="0" presId="urn:microsoft.com/office/officeart/2018/2/layout/IconVerticalSolidList"/>
    <dgm:cxn modelId="{9262FBFA-C32E-432D-A3E9-D7A492FF5131}" srcId="{9FA72E55-9C4D-46AE-BDB3-3E42335BD08E}" destId="{29ED9641-66C3-40AE-B9E5-88C8105CE820}" srcOrd="0" destOrd="0" parTransId="{CFD79A26-2F38-4280-A596-25248AC4B344}" sibTransId="{94F8DFED-6EE9-4A28-9E89-7719656DA874}"/>
    <dgm:cxn modelId="{0DCEE2C0-147D-4709-A31D-7199769AD721}" type="presParOf" srcId="{C75AB889-C893-409D-BA07-B71B2A938213}" destId="{0E781E08-B2DA-4916-A3ED-360781B17480}" srcOrd="0" destOrd="0" presId="urn:microsoft.com/office/officeart/2018/2/layout/IconVerticalSolidList"/>
    <dgm:cxn modelId="{5CF7D95F-2730-4E7D-9D5C-5520340D30DB}" type="presParOf" srcId="{0E781E08-B2DA-4916-A3ED-360781B17480}" destId="{6456EC50-D7B7-4C58-A6AF-2177235EEE97}" srcOrd="0" destOrd="0" presId="urn:microsoft.com/office/officeart/2018/2/layout/IconVerticalSolidList"/>
    <dgm:cxn modelId="{74A4A62E-F189-47F1-ADA4-E7A470A50427}" type="presParOf" srcId="{0E781E08-B2DA-4916-A3ED-360781B17480}" destId="{6DC743C3-12EB-4126-BB05-EF96091C4FBB}" srcOrd="1" destOrd="0" presId="urn:microsoft.com/office/officeart/2018/2/layout/IconVerticalSolidList"/>
    <dgm:cxn modelId="{E7405D4E-824C-4D2A-A74B-757E5E71510B}" type="presParOf" srcId="{0E781E08-B2DA-4916-A3ED-360781B17480}" destId="{39B02C2C-4F75-4AB9-B05F-BF70A76AB2D5}" srcOrd="2" destOrd="0" presId="urn:microsoft.com/office/officeart/2018/2/layout/IconVerticalSolidList"/>
    <dgm:cxn modelId="{A8C36C13-AB9E-43E8-ACA3-1F3AA11F65B3}" type="presParOf" srcId="{0E781E08-B2DA-4916-A3ED-360781B17480}" destId="{81B1BBBC-F65A-4CDB-8BA0-14CD1307AB87}" srcOrd="3" destOrd="0" presId="urn:microsoft.com/office/officeart/2018/2/layout/IconVerticalSolidList"/>
    <dgm:cxn modelId="{116F7252-50C3-464C-A01A-489A06A40227}" type="presParOf" srcId="{C75AB889-C893-409D-BA07-B71B2A938213}" destId="{FA54D84E-0EFF-4964-854F-335C02A60466}" srcOrd="1" destOrd="0" presId="urn:microsoft.com/office/officeart/2018/2/layout/IconVerticalSolidList"/>
    <dgm:cxn modelId="{EB6FA78F-3A56-4498-B50F-99DC14FA8B32}" type="presParOf" srcId="{C75AB889-C893-409D-BA07-B71B2A938213}" destId="{34BC2106-FB96-4F22-B457-EE3B34D6EC92}" srcOrd="2" destOrd="0" presId="urn:microsoft.com/office/officeart/2018/2/layout/IconVerticalSolidList"/>
    <dgm:cxn modelId="{1DB4E5DE-39BB-4AD1-9B1E-2AF4295E8DED}" type="presParOf" srcId="{34BC2106-FB96-4F22-B457-EE3B34D6EC92}" destId="{A9A84B7F-448B-4379-8C2F-D34B9B22D70D}" srcOrd="0" destOrd="0" presId="urn:microsoft.com/office/officeart/2018/2/layout/IconVerticalSolidList"/>
    <dgm:cxn modelId="{92C34114-C79F-475D-8B0B-79917E965FAC}" type="presParOf" srcId="{34BC2106-FB96-4F22-B457-EE3B34D6EC92}" destId="{4CF61BB8-B15B-4EDA-B78F-ED61AC1D4EB1}" srcOrd="1" destOrd="0" presId="urn:microsoft.com/office/officeart/2018/2/layout/IconVerticalSolidList"/>
    <dgm:cxn modelId="{4E7CFC80-961F-42B1-B9DA-5370D013151A}" type="presParOf" srcId="{34BC2106-FB96-4F22-B457-EE3B34D6EC92}" destId="{89AE6BDC-78A9-4726-9ED6-38F35BE11A50}" srcOrd="2" destOrd="0" presId="urn:microsoft.com/office/officeart/2018/2/layout/IconVerticalSolidList"/>
    <dgm:cxn modelId="{7A91C1DC-2849-46CF-9AD6-3D220BB768D3}" type="presParOf" srcId="{34BC2106-FB96-4F22-B457-EE3B34D6EC92}" destId="{8F605FF9-C4CC-4518-94FF-1D66B7BCD4F1}" srcOrd="3" destOrd="0" presId="urn:microsoft.com/office/officeart/2018/2/layout/IconVerticalSolidList"/>
    <dgm:cxn modelId="{F0FB19DC-1B26-4DB5-A09A-8C6D4BC81DCE}" type="presParOf" srcId="{C75AB889-C893-409D-BA07-B71B2A938213}" destId="{DF4E4A46-7567-4BA6-AE57-4C0E5FE2212E}" srcOrd="3" destOrd="0" presId="urn:microsoft.com/office/officeart/2018/2/layout/IconVerticalSolidList"/>
    <dgm:cxn modelId="{144C2C3D-E775-4F27-B46A-C1CB2E0EA264}" type="presParOf" srcId="{C75AB889-C893-409D-BA07-B71B2A938213}" destId="{3C2324FC-14B7-4BA0-A30C-09FD1E0CDEEC}" srcOrd="4" destOrd="0" presId="urn:microsoft.com/office/officeart/2018/2/layout/IconVerticalSolidList"/>
    <dgm:cxn modelId="{E74C0748-4F42-484C-98C0-D5D6765C7088}" type="presParOf" srcId="{3C2324FC-14B7-4BA0-A30C-09FD1E0CDEEC}" destId="{3892F71C-6A8C-4C38-BA41-DF30F4F5CBD1}" srcOrd="0" destOrd="0" presId="urn:microsoft.com/office/officeart/2018/2/layout/IconVerticalSolidList"/>
    <dgm:cxn modelId="{1C456C53-D4F6-4D0A-833E-D6305D6144F5}" type="presParOf" srcId="{3C2324FC-14B7-4BA0-A30C-09FD1E0CDEEC}" destId="{3196ADB9-25BA-4E32-9FBD-D52B6DEA1562}" srcOrd="1" destOrd="0" presId="urn:microsoft.com/office/officeart/2018/2/layout/IconVerticalSolidList"/>
    <dgm:cxn modelId="{4EF7F0AD-E547-4DBB-9FF8-4FE4A30FEA88}" type="presParOf" srcId="{3C2324FC-14B7-4BA0-A30C-09FD1E0CDEEC}" destId="{7C22AACE-5205-4338-B743-83700045785F}" srcOrd="2" destOrd="0" presId="urn:microsoft.com/office/officeart/2018/2/layout/IconVerticalSolidList"/>
    <dgm:cxn modelId="{2B10CE25-5CB1-4356-BEB3-E9B6428F1593}" type="presParOf" srcId="{3C2324FC-14B7-4BA0-A30C-09FD1E0CDEEC}" destId="{AF4D6EA8-C5CB-4FBE-89A5-EA7B77EF3181}" srcOrd="3" destOrd="0" presId="urn:microsoft.com/office/officeart/2018/2/layout/IconVerticalSolidList"/>
    <dgm:cxn modelId="{344D1D75-4532-42DE-9132-89A2D749B2C4}" type="presParOf" srcId="{C75AB889-C893-409D-BA07-B71B2A938213}" destId="{AC49EA37-4ACB-440F-A2A0-21DD1556A943}" srcOrd="5" destOrd="0" presId="urn:microsoft.com/office/officeart/2018/2/layout/IconVerticalSolidList"/>
    <dgm:cxn modelId="{EFE8FD99-57EF-466F-A0EB-A970C06B1534}" type="presParOf" srcId="{C75AB889-C893-409D-BA07-B71B2A938213}" destId="{1EFD2D14-5F0A-4A6F-9B6A-59CD47C67ADD}" srcOrd="6" destOrd="0" presId="urn:microsoft.com/office/officeart/2018/2/layout/IconVerticalSolidList"/>
    <dgm:cxn modelId="{58CE5682-3B78-427A-A79B-28FE6684FBEE}" type="presParOf" srcId="{1EFD2D14-5F0A-4A6F-9B6A-59CD47C67ADD}" destId="{BED3A778-7411-4204-BD9B-8D6FD9C05BCB}" srcOrd="0" destOrd="0" presId="urn:microsoft.com/office/officeart/2018/2/layout/IconVerticalSolidList"/>
    <dgm:cxn modelId="{50F99175-8696-4E40-8E09-A6EB2182AA53}" type="presParOf" srcId="{1EFD2D14-5F0A-4A6F-9B6A-59CD47C67ADD}" destId="{279EE208-B24B-4F6F-A5B6-76C65E82B74B}" srcOrd="1" destOrd="0" presId="urn:microsoft.com/office/officeart/2018/2/layout/IconVerticalSolidList"/>
    <dgm:cxn modelId="{81067A94-791A-48DC-8F36-3AFF3F88B0B2}" type="presParOf" srcId="{1EFD2D14-5F0A-4A6F-9B6A-59CD47C67ADD}" destId="{03C09265-E7F7-4718-B047-3B2B1EC314D7}" srcOrd="2" destOrd="0" presId="urn:microsoft.com/office/officeart/2018/2/layout/IconVerticalSolidList"/>
    <dgm:cxn modelId="{26009F4A-A8B8-47FA-A4F6-63B3E1233FD7}" type="presParOf" srcId="{1EFD2D14-5F0A-4A6F-9B6A-59CD47C67ADD}" destId="{0A31392E-925F-47F9-8BA7-DCCA6793814D}" srcOrd="3" destOrd="0" presId="urn:microsoft.com/office/officeart/2018/2/layout/IconVerticalSolidList"/>
    <dgm:cxn modelId="{4310438F-52CA-4C11-AA54-184A5DCD3FC7}" type="presParOf" srcId="{C75AB889-C893-409D-BA07-B71B2A938213}" destId="{095594AE-0281-4394-8A56-27A06B819818}" srcOrd="7" destOrd="0" presId="urn:microsoft.com/office/officeart/2018/2/layout/IconVerticalSolidList"/>
    <dgm:cxn modelId="{94E0D930-999C-4DA5-A383-E6C8680293E7}" type="presParOf" srcId="{C75AB889-C893-409D-BA07-B71B2A938213}" destId="{87F265A6-A5AF-4C9D-94DE-CCA3CFB0570A}" srcOrd="8" destOrd="0" presId="urn:microsoft.com/office/officeart/2018/2/layout/IconVerticalSolidList"/>
    <dgm:cxn modelId="{F91132E7-077A-4136-9A9C-946D205DA149}" type="presParOf" srcId="{87F265A6-A5AF-4C9D-94DE-CCA3CFB0570A}" destId="{3B699F73-0B98-48EF-BFBC-08AD563156E2}" srcOrd="0" destOrd="0" presId="urn:microsoft.com/office/officeart/2018/2/layout/IconVerticalSolidList"/>
    <dgm:cxn modelId="{DDA2E91E-A6B0-45DD-8A7E-838DA49DEB1D}" type="presParOf" srcId="{87F265A6-A5AF-4C9D-94DE-CCA3CFB0570A}" destId="{95E31CC5-6EC5-4247-8695-42097B283B2A}" srcOrd="1" destOrd="0" presId="urn:microsoft.com/office/officeart/2018/2/layout/IconVerticalSolidList"/>
    <dgm:cxn modelId="{6B7BD43B-72F3-418A-9963-D5F89FD9A717}" type="presParOf" srcId="{87F265A6-A5AF-4C9D-94DE-CCA3CFB0570A}" destId="{87E602D0-38BB-434B-8F44-74367C213DB0}" srcOrd="2" destOrd="0" presId="urn:microsoft.com/office/officeart/2018/2/layout/IconVerticalSolidList"/>
    <dgm:cxn modelId="{267AF61D-055F-4440-B851-A64F55861B63}" type="presParOf" srcId="{87F265A6-A5AF-4C9D-94DE-CCA3CFB0570A}" destId="{12A6F7DA-F7FF-4C8B-9202-81F76F374E16}" srcOrd="3" destOrd="0" presId="urn:microsoft.com/office/officeart/2018/2/layout/IconVerticalSolidList"/>
    <dgm:cxn modelId="{E1856047-EEA1-491E-A45A-5F4E3B5AE057}" type="presParOf" srcId="{C75AB889-C893-409D-BA07-B71B2A938213}" destId="{D93F636A-0D72-44FF-A50F-D3DBFE706DF0}" srcOrd="9" destOrd="0" presId="urn:microsoft.com/office/officeart/2018/2/layout/IconVerticalSolidList"/>
    <dgm:cxn modelId="{F6E5DF4F-CA30-46CC-BC62-52D812F1F0FB}" type="presParOf" srcId="{C75AB889-C893-409D-BA07-B71B2A938213}" destId="{7AB0367D-B419-41A1-AAD9-51E46CEC45AB}" srcOrd="10" destOrd="0" presId="urn:microsoft.com/office/officeart/2018/2/layout/IconVerticalSolidList"/>
    <dgm:cxn modelId="{4BF40786-E16A-40F9-AA1A-3882CF051F9B}" type="presParOf" srcId="{7AB0367D-B419-41A1-AAD9-51E46CEC45AB}" destId="{FEF41D80-196E-46E5-BFEB-788CB02A1209}" srcOrd="0" destOrd="0" presId="urn:microsoft.com/office/officeart/2018/2/layout/IconVerticalSolidList"/>
    <dgm:cxn modelId="{56F6A94B-FB0A-4225-921C-31A010605435}" type="presParOf" srcId="{7AB0367D-B419-41A1-AAD9-51E46CEC45AB}" destId="{476FA8E7-6DBD-4172-B616-4498C37749F9}" srcOrd="1" destOrd="0" presId="urn:microsoft.com/office/officeart/2018/2/layout/IconVerticalSolidList"/>
    <dgm:cxn modelId="{2DF54EAC-C786-443E-89D8-F9B4EB542AB1}" type="presParOf" srcId="{7AB0367D-B419-41A1-AAD9-51E46CEC45AB}" destId="{61CBEA2F-07E7-4D3B-8FED-1C54D133C99C}" srcOrd="2" destOrd="0" presId="urn:microsoft.com/office/officeart/2018/2/layout/IconVerticalSolidList"/>
    <dgm:cxn modelId="{97D551C8-8CEA-4075-A78F-09B0A429EE7F}" type="presParOf" srcId="{7AB0367D-B419-41A1-AAD9-51E46CEC45AB}" destId="{CABBB9EE-0DA2-4E2F-89A4-50F718C6028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68975FB-AE85-479C-911A-88904289A94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s-CO"/>
        </a:p>
      </dgm:t>
    </dgm:pt>
    <dgm:pt modelId="{9564838B-A900-4ACF-A0E8-C3F99598D621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CO" dirty="0"/>
            <a:t>Custodia de datos</a:t>
          </a:r>
        </a:p>
      </dgm:t>
    </dgm:pt>
    <dgm:pt modelId="{BE6C02BE-D765-454F-916B-F29C3706DDF3}" type="parTrans" cxnId="{7712AED7-CBA5-4907-9236-776AFE3C9D58}">
      <dgm:prSet/>
      <dgm:spPr/>
      <dgm:t>
        <a:bodyPr/>
        <a:lstStyle/>
        <a:p>
          <a:endParaRPr lang="es-CO"/>
        </a:p>
      </dgm:t>
    </dgm:pt>
    <dgm:pt modelId="{4716DEAD-F40C-423E-8684-3599FB6542AD}" type="sibTrans" cxnId="{7712AED7-CBA5-4907-9236-776AFE3C9D58}">
      <dgm:prSet/>
      <dgm:spPr/>
      <dgm:t>
        <a:bodyPr/>
        <a:lstStyle/>
        <a:p>
          <a:endParaRPr lang="es-CO"/>
        </a:p>
      </dgm:t>
    </dgm:pt>
    <dgm:pt modelId="{51E8C4DA-FDAD-4783-80BD-0994A5A3BE66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CO" dirty="0"/>
            <a:t>Calidad de datos</a:t>
          </a:r>
        </a:p>
      </dgm:t>
    </dgm:pt>
    <dgm:pt modelId="{1F8D3D8E-117B-4680-A232-257177BA7A36}" type="parTrans" cxnId="{F46B1697-6617-4E3A-BCFA-C559870A7C5C}">
      <dgm:prSet/>
      <dgm:spPr/>
      <dgm:t>
        <a:bodyPr/>
        <a:lstStyle/>
        <a:p>
          <a:endParaRPr lang="es-CO"/>
        </a:p>
      </dgm:t>
    </dgm:pt>
    <dgm:pt modelId="{FEDEBC85-BBE9-40EC-9420-DE8FE37E6F82}" type="sibTrans" cxnId="{F46B1697-6617-4E3A-BCFA-C559870A7C5C}">
      <dgm:prSet/>
      <dgm:spPr/>
      <dgm:t>
        <a:bodyPr/>
        <a:lstStyle/>
        <a:p>
          <a:endParaRPr lang="es-CO"/>
        </a:p>
      </dgm:t>
    </dgm:pt>
    <dgm:pt modelId="{CF5CFEC8-67EF-42C4-BDE2-49A5FE3F7FE4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CO" dirty="0"/>
            <a:t>Gestión de datos</a:t>
          </a:r>
        </a:p>
      </dgm:t>
    </dgm:pt>
    <dgm:pt modelId="{477701A2-5C26-44F5-8813-901B27FC7BF8}" type="parTrans" cxnId="{680163E7-23F0-4FFD-A622-0C3E37F4A04C}">
      <dgm:prSet/>
      <dgm:spPr/>
      <dgm:t>
        <a:bodyPr/>
        <a:lstStyle/>
        <a:p>
          <a:endParaRPr lang="es-CO"/>
        </a:p>
      </dgm:t>
    </dgm:pt>
    <dgm:pt modelId="{E81E9C0F-4091-4B17-A159-7F294260EC3C}" type="sibTrans" cxnId="{680163E7-23F0-4FFD-A622-0C3E37F4A04C}">
      <dgm:prSet/>
      <dgm:spPr/>
      <dgm:t>
        <a:bodyPr/>
        <a:lstStyle/>
        <a:p>
          <a:endParaRPr lang="es-CO"/>
        </a:p>
      </dgm:t>
    </dgm:pt>
    <dgm:pt modelId="{5A09C439-D324-46A4-84C7-30391926ED49}" type="pres">
      <dgm:prSet presAssocID="{968975FB-AE85-479C-911A-88904289A94A}" presName="root" presStyleCnt="0">
        <dgm:presLayoutVars>
          <dgm:dir/>
          <dgm:resizeHandles val="exact"/>
        </dgm:presLayoutVars>
      </dgm:prSet>
      <dgm:spPr/>
    </dgm:pt>
    <dgm:pt modelId="{707C54C4-0BC1-4383-A2F5-301293ECEAF0}" type="pres">
      <dgm:prSet presAssocID="{9564838B-A900-4ACF-A0E8-C3F99598D621}" presName="compNode" presStyleCnt="0"/>
      <dgm:spPr/>
    </dgm:pt>
    <dgm:pt modelId="{62A52D1B-EB9A-449B-9BE4-E08D99DE8EBB}" type="pres">
      <dgm:prSet presAssocID="{9564838B-A900-4ACF-A0E8-C3F99598D621}" presName="bgRect" presStyleLbl="bgShp" presStyleIdx="0" presStyleCnt="3"/>
      <dgm:spPr/>
    </dgm:pt>
    <dgm:pt modelId="{4E92796A-37E3-446C-A832-402B924621B0}" type="pres">
      <dgm:prSet presAssocID="{9564838B-A900-4ACF-A0E8-C3F99598D62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drón"/>
        </a:ext>
      </dgm:extLst>
    </dgm:pt>
    <dgm:pt modelId="{4D0E30FC-B4C2-44EA-AC7D-EB483A67B6EA}" type="pres">
      <dgm:prSet presAssocID="{9564838B-A900-4ACF-A0E8-C3F99598D621}" presName="spaceRect" presStyleCnt="0"/>
      <dgm:spPr/>
    </dgm:pt>
    <dgm:pt modelId="{D89ED585-47D0-42E6-9D21-62269360D4D5}" type="pres">
      <dgm:prSet presAssocID="{9564838B-A900-4ACF-A0E8-C3F99598D621}" presName="parTx" presStyleLbl="revTx" presStyleIdx="0" presStyleCnt="3">
        <dgm:presLayoutVars>
          <dgm:chMax val="0"/>
          <dgm:chPref val="0"/>
        </dgm:presLayoutVars>
      </dgm:prSet>
      <dgm:spPr/>
    </dgm:pt>
    <dgm:pt modelId="{C3E9A038-E960-4ABA-9809-1A4CF51571AC}" type="pres">
      <dgm:prSet presAssocID="{4716DEAD-F40C-423E-8684-3599FB6542AD}" presName="sibTrans" presStyleCnt="0"/>
      <dgm:spPr/>
    </dgm:pt>
    <dgm:pt modelId="{E144E791-4BD7-4FE8-A773-B353DB572B89}" type="pres">
      <dgm:prSet presAssocID="{51E8C4DA-FDAD-4783-80BD-0994A5A3BE66}" presName="compNode" presStyleCnt="0"/>
      <dgm:spPr/>
    </dgm:pt>
    <dgm:pt modelId="{B7C14AC8-CBF3-4484-B246-BC90CD239F39}" type="pres">
      <dgm:prSet presAssocID="{51E8C4DA-FDAD-4783-80BD-0994A5A3BE66}" presName="bgRect" presStyleLbl="bgShp" presStyleIdx="1" presStyleCnt="3"/>
      <dgm:spPr/>
    </dgm:pt>
    <dgm:pt modelId="{706934A9-5670-4C5B-95DA-03C36CE0855F}" type="pres">
      <dgm:prSet presAssocID="{51E8C4DA-FDAD-4783-80BD-0994A5A3BE6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DBCF276-15D5-462E-B5B4-8A77CDDB726B}" type="pres">
      <dgm:prSet presAssocID="{51E8C4DA-FDAD-4783-80BD-0994A5A3BE66}" presName="spaceRect" presStyleCnt="0"/>
      <dgm:spPr/>
    </dgm:pt>
    <dgm:pt modelId="{DD6BB15C-DB4E-41DE-AA0D-967E58AEC97A}" type="pres">
      <dgm:prSet presAssocID="{51E8C4DA-FDAD-4783-80BD-0994A5A3BE66}" presName="parTx" presStyleLbl="revTx" presStyleIdx="1" presStyleCnt="3">
        <dgm:presLayoutVars>
          <dgm:chMax val="0"/>
          <dgm:chPref val="0"/>
        </dgm:presLayoutVars>
      </dgm:prSet>
      <dgm:spPr/>
    </dgm:pt>
    <dgm:pt modelId="{5EB727CC-DB14-4B82-81A2-F2669DF0CD41}" type="pres">
      <dgm:prSet presAssocID="{FEDEBC85-BBE9-40EC-9420-DE8FE37E6F82}" presName="sibTrans" presStyleCnt="0"/>
      <dgm:spPr/>
    </dgm:pt>
    <dgm:pt modelId="{816C1E85-7279-4E58-8BE1-53D558A57FD6}" type="pres">
      <dgm:prSet presAssocID="{CF5CFEC8-67EF-42C4-BDE2-49A5FE3F7FE4}" presName="compNode" presStyleCnt="0"/>
      <dgm:spPr/>
    </dgm:pt>
    <dgm:pt modelId="{798EE35E-0D3D-4088-A45A-27F48240B2E3}" type="pres">
      <dgm:prSet presAssocID="{CF5CFEC8-67EF-42C4-BDE2-49A5FE3F7FE4}" presName="bgRect" presStyleLbl="bgShp" presStyleIdx="2" presStyleCnt="3"/>
      <dgm:spPr/>
    </dgm:pt>
    <dgm:pt modelId="{1568FC2A-9218-44E6-8A59-46308A480339}" type="pres">
      <dgm:prSet presAssocID="{CF5CFEC8-67EF-42C4-BDE2-49A5FE3F7FE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96E1D931-8C22-4DC6-B5A9-855E3B17A53D}" type="pres">
      <dgm:prSet presAssocID="{CF5CFEC8-67EF-42C4-BDE2-49A5FE3F7FE4}" presName="spaceRect" presStyleCnt="0"/>
      <dgm:spPr/>
    </dgm:pt>
    <dgm:pt modelId="{F57777CB-E63E-44D4-8FA8-CDCE5CD7CEC4}" type="pres">
      <dgm:prSet presAssocID="{CF5CFEC8-67EF-42C4-BDE2-49A5FE3F7FE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F889505-ECE0-430E-ADED-E139B94029C6}" type="presOf" srcId="{CF5CFEC8-67EF-42C4-BDE2-49A5FE3F7FE4}" destId="{F57777CB-E63E-44D4-8FA8-CDCE5CD7CEC4}" srcOrd="0" destOrd="0" presId="urn:microsoft.com/office/officeart/2018/2/layout/IconVerticalSolidList"/>
    <dgm:cxn modelId="{4C07E41E-5F1D-4EE7-91C5-84EB91CEC209}" type="presOf" srcId="{51E8C4DA-FDAD-4783-80BD-0994A5A3BE66}" destId="{DD6BB15C-DB4E-41DE-AA0D-967E58AEC97A}" srcOrd="0" destOrd="0" presId="urn:microsoft.com/office/officeart/2018/2/layout/IconVerticalSolidList"/>
    <dgm:cxn modelId="{B5895263-9AB4-4803-AF0F-7346785EBC00}" type="presOf" srcId="{968975FB-AE85-479C-911A-88904289A94A}" destId="{5A09C439-D324-46A4-84C7-30391926ED49}" srcOrd="0" destOrd="0" presId="urn:microsoft.com/office/officeart/2018/2/layout/IconVerticalSolidList"/>
    <dgm:cxn modelId="{8A859A72-89F0-4587-BFD6-3F4837B7E47E}" type="presOf" srcId="{9564838B-A900-4ACF-A0E8-C3F99598D621}" destId="{D89ED585-47D0-42E6-9D21-62269360D4D5}" srcOrd="0" destOrd="0" presId="urn:microsoft.com/office/officeart/2018/2/layout/IconVerticalSolidList"/>
    <dgm:cxn modelId="{F46B1697-6617-4E3A-BCFA-C559870A7C5C}" srcId="{968975FB-AE85-479C-911A-88904289A94A}" destId="{51E8C4DA-FDAD-4783-80BD-0994A5A3BE66}" srcOrd="1" destOrd="0" parTransId="{1F8D3D8E-117B-4680-A232-257177BA7A36}" sibTransId="{FEDEBC85-BBE9-40EC-9420-DE8FE37E6F82}"/>
    <dgm:cxn modelId="{7712AED7-CBA5-4907-9236-776AFE3C9D58}" srcId="{968975FB-AE85-479C-911A-88904289A94A}" destId="{9564838B-A900-4ACF-A0E8-C3F99598D621}" srcOrd="0" destOrd="0" parTransId="{BE6C02BE-D765-454F-916B-F29C3706DDF3}" sibTransId="{4716DEAD-F40C-423E-8684-3599FB6542AD}"/>
    <dgm:cxn modelId="{680163E7-23F0-4FFD-A622-0C3E37F4A04C}" srcId="{968975FB-AE85-479C-911A-88904289A94A}" destId="{CF5CFEC8-67EF-42C4-BDE2-49A5FE3F7FE4}" srcOrd="2" destOrd="0" parTransId="{477701A2-5C26-44F5-8813-901B27FC7BF8}" sibTransId="{E81E9C0F-4091-4B17-A159-7F294260EC3C}"/>
    <dgm:cxn modelId="{67814983-3C4F-4F38-B195-D438110A6883}" type="presParOf" srcId="{5A09C439-D324-46A4-84C7-30391926ED49}" destId="{707C54C4-0BC1-4383-A2F5-301293ECEAF0}" srcOrd="0" destOrd="0" presId="urn:microsoft.com/office/officeart/2018/2/layout/IconVerticalSolidList"/>
    <dgm:cxn modelId="{0134C4B6-0D61-451B-B304-7FB079AF6A05}" type="presParOf" srcId="{707C54C4-0BC1-4383-A2F5-301293ECEAF0}" destId="{62A52D1B-EB9A-449B-9BE4-E08D99DE8EBB}" srcOrd="0" destOrd="0" presId="urn:microsoft.com/office/officeart/2018/2/layout/IconVerticalSolidList"/>
    <dgm:cxn modelId="{A358E5A5-211F-4CCC-BE63-CC1712237343}" type="presParOf" srcId="{707C54C4-0BC1-4383-A2F5-301293ECEAF0}" destId="{4E92796A-37E3-446C-A832-402B924621B0}" srcOrd="1" destOrd="0" presId="urn:microsoft.com/office/officeart/2018/2/layout/IconVerticalSolidList"/>
    <dgm:cxn modelId="{482B949C-E1FC-41FB-ABD5-7511FC512CFD}" type="presParOf" srcId="{707C54C4-0BC1-4383-A2F5-301293ECEAF0}" destId="{4D0E30FC-B4C2-44EA-AC7D-EB483A67B6EA}" srcOrd="2" destOrd="0" presId="urn:microsoft.com/office/officeart/2018/2/layout/IconVerticalSolidList"/>
    <dgm:cxn modelId="{F572EB17-5A77-40B2-B7DE-9A328BBF3C13}" type="presParOf" srcId="{707C54C4-0BC1-4383-A2F5-301293ECEAF0}" destId="{D89ED585-47D0-42E6-9D21-62269360D4D5}" srcOrd="3" destOrd="0" presId="urn:microsoft.com/office/officeart/2018/2/layout/IconVerticalSolidList"/>
    <dgm:cxn modelId="{87A379DF-8348-45C7-A773-2E007EE35909}" type="presParOf" srcId="{5A09C439-D324-46A4-84C7-30391926ED49}" destId="{C3E9A038-E960-4ABA-9809-1A4CF51571AC}" srcOrd="1" destOrd="0" presId="urn:microsoft.com/office/officeart/2018/2/layout/IconVerticalSolidList"/>
    <dgm:cxn modelId="{634EBCC8-F994-48DD-B196-18F18AC3C8C8}" type="presParOf" srcId="{5A09C439-D324-46A4-84C7-30391926ED49}" destId="{E144E791-4BD7-4FE8-A773-B353DB572B89}" srcOrd="2" destOrd="0" presId="urn:microsoft.com/office/officeart/2018/2/layout/IconVerticalSolidList"/>
    <dgm:cxn modelId="{DC5DF8ED-ECB2-4A6F-8ECC-F69D68D3C51A}" type="presParOf" srcId="{E144E791-4BD7-4FE8-A773-B353DB572B89}" destId="{B7C14AC8-CBF3-4484-B246-BC90CD239F39}" srcOrd="0" destOrd="0" presId="urn:microsoft.com/office/officeart/2018/2/layout/IconVerticalSolidList"/>
    <dgm:cxn modelId="{026CAE05-C9EB-4E8D-BC62-7DA34D9366CC}" type="presParOf" srcId="{E144E791-4BD7-4FE8-A773-B353DB572B89}" destId="{706934A9-5670-4C5B-95DA-03C36CE0855F}" srcOrd="1" destOrd="0" presId="urn:microsoft.com/office/officeart/2018/2/layout/IconVerticalSolidList"/>
    <dgm:cxn modelId="{D4BD85F6-E35E-4716-80AE-96CB4D3CAD35}" type="presParOf" srcId="{E144E791-4BD7-4FE8-A773-B353DB572B89}" destId="{7DBCF276-15D5-462E-B5B4-8A77CDDB726B}" srcOrd="2" destOrd="0" presId="urn:microsoft.com/office/officeart/2018/2/layout/IconVerticalSolidList"/>
    <dgm:cxn modelId="{6994B591-5B68-4311-A307-4FA20A701BCD}" type="presParOf" srcId="{E144E791-4BD7-4FE8-A773-B353DB572B89}" destId="{DD6BB15C-DB4E-41DE-AA0D-967E58AEC97A}" srcOrd="3" destOrd="0" presId="urn:microsoft.com/office/officeart/2018/2/layout/IconVerticalSolidList"/>
    <dgm:cxn modelId="{D4FA2A10-3BEC-45FA-B53E-FCA7DF877290}" type="presParOf" srcId="{5A09C439-D324-46A4-84C7-30391926ED49}" destId="{5EB727CC-DB14-4B82-81A2-F2669DF0CD41}" srcOrd="3" destOrd="0" presId="urn:microsoft.com/office/officeart/2018/2/layout/IconVerticalSolidList"/>
    <dgm:cxn modelId="{4E2D4A85-3E5D-416D-B79B-F6BEBEE155CB}" type="presParOf" srcId="{5A09C439-D324-46A4-84C7-30391926ED49}" destId="{816C1E85-7279-4E58-8BE1-53D558A57FD6}" srcOrd="4" destOrd="0" presId="urn:microsoft.com/office/officeart/2018/2/layout/IconVerticalSolidList"/>
    <dgm:cxn modelId="{10CA27D0-AEC9-45CC-89F0-D74519815ADB}" type="presParOf" srcId="{816C1E85-7279-4E58-8BE1-53D558A57FD6}" destId="{798EE35E-0D3D-4088-A45A-27F48240B2E3}" srcOrd="0" destOrd="0" presId="urn:microsoft.com/office/officeart/2018/2/layout/IconVerticalSolidList"/>
    <dgm:cxn modelId="{4F3E281A-DD09-43B3-9CD7-3A9DCC024293}" type="presParOf" srcId="{816C1E85-7279-4E58-8BE1-53D558A57FD6}" destId="{1568FC2A-9218-44E6-8A59-46308A480339}" srcOrd="1" destOrd="0" presId="urn:microsoft.com/office/officeart/2018/2/layout/IconVerticalSolidList"/>
    <dgm:cxn modelId="{7979CC53-32CD-4992-8E29-B1B352D71AA1}" type="presParOf" srcId="{816C1E85-7279-4E58-8BE1-53D558A57FD6}" destId="{96E1D931-8C22-4DC6-B5A9-855E3B17A53D}" srcOrd="2" destOrd="0" presId="urn:microsoft.com/office/officeart/2018/2/layout/IconVerticalSolidList"/>
    <dgm:cxn modelId="{73AA3703-DB8F-4D4F-85EC-ABD9F4781003}" type="presParOf" srcId="{816C1E85-7279-4E58-8BE1-53D558A57FD6}" destId="{F57777CB-E63E-44D4-8FA8-CDCE5CD7CEC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52068F-0DF8-4633-B20A-F057093EF36A}" type="doc">
      <dgm:prSet loTypeId="urn:microsoft.com/office/officeart/2005/8/layout/chevron1" loCatId="process" qsTypeId="urn:microsoft.com/office/officeart/2005/8/quickstyle/simple1" qsCatId="simple" csTypeId="urn:microsoft.com/office/officeart/2005/8/colors/accent0_3" csCatId="mainScheme" phldr="1"/>
      <dgm:spPr/>
    </dgm:pt>
    <dgm:pt modelId="{34EAD414-8604-456E-A2D4-5715064A272A}">
      <dgm:prSet phldrT="[Texto]"/>
      <dgm:spPr/>
      <dgm:t>
        <a:bodyPr/>
        <a:lstStyle/>
        <a:p>
          <a:r>
            <a:rPr lang="es-MX" dirty="0">
              <a:latin typeface="Lato" panose="020F0502020204030203" pitchFamily="34" charset="0"/>
            </a:rPr>
            <a:t>Planear</a:t>
          </a:r>
          <a:endParaRPr lang="es-CO" dirty="0">
            <a:latin typeface="Lato" panose="020F0502020204030203" pitchFamily="34" charset="0"/>
          </a:endParaRPr>
        </a:p>
      </dgm:t>
    </dgm:pt>
    <dgm:pt modelId="{775D236C-83B5-4C64-B055-1503AE678D2D}" type="parTrans" cxnId="{C8EC23DF-B8E7-42E2-88D2-852D16A60CA3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76931E78-979E-4650-82FF-84F31774B93A}" type="sibTrans" cxnId="{C8EC23DF-B8E7-42E2-88D2-852D16A60CA3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AEB7E77F-B62D-4B02-A61C-20924A7BFA13}">
      <dgm:prSet phldrT="[Texto]"/>
      <dgm:spPr/>
      <dgm:t>
        <a:bodyPr/>
        <a:lstStyle/>
        <a:p>
          <a:r>
            <a:rPr lang="es-MX" dirty="0">
              <a:latin typeface="Lato" panose="020F0502020204030203" pitchFamily="34" charset="0"/>
            </a:rPr>
            <a:t>Diseñar</a:t>
          </a:r>
          <a:endParaRPr lang="es-CO" dirty="0">
            <a:latin typeface="Lato" panose="020F0502020204030203" pitchFamily="34" charset="0"/>
          </a:endParaRPr>
        </a:p>
      </dgm:t>
    </dgm:pt>
    <dgm:pt modelId="{49696CC4-C53A-4CB5-8BC5-CE6D430ADCD8}" type="parTrans" cxnId="{DE14817D-D063-4F00-89FD-79C2E60B2923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2A8F2812-841F-4938-B2DF-AA51A291CFDE}" type="sibTrans" cxnId="{DE14817D-D063-4F00-89FD-79C2E60B2923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3D6F1512-128C-43A1-8B1B-EB41263FE133}">
      <dgm:prSet phldrT="[Texto]"/>
      <dgm:spPr/>
      <dgm:t>
        <a:bodyPr/>
        <a:lstStyle/>
        <a:p>
          <a:r>
            <a:rPr lang="es-MX" dirty="0">
              <a:latin typeface="Lato" panose="020F0502020204030203" pitchFamily="34" charset="0"/>
            </a:rPr>
            <a:t>Habilitar</a:t>
          </a:r>
          <a:endParaRPr lang="es-CO" dirty="0">
            <a:latin typeface="Lato" panose="020F0502020204030203" pitchFamily="34" charset="0"/>
          </a:endParaRPr>
        </a:p>
      </dgm:t>
    </dgm:pt>
    <dgm:pt modelId="{5D4F731D-390F-4812-B1F7-ED48A06AAE9B}" type="parTrans" cxnId="{7311219A-B30B-4945-96CE-200F22CE592B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4BD0854A-138A-4878-B942-4C82862D3479}" type="sibTrans" cxnId="{7311219A-B30B-4945-96CE-200F22CE592B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AF9782F6-BB7C-4EEE-A191-71CC902B77DF}">
      <dgm:prSet phldrT="[Texto]"/>
      <dgm:spPr>
        <a:solidFill>
          <a:schemeClr val="bg1"/>
        </a:solidFill>
        <a:ln w="28575"/>
      </dgm:spPr>
      <dgm:t>
        <a:bodyPr/>
        <a:lstStyle/>
        <a:p>
          <a:r>
            <a:rPr lang="es-MX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</a:rPr>
            <a:t>Crear y adquirir</a:t>
          </a:r>
          <a:endParaRPr lang="es-CO" dirty="0">
            <a:solidFill>
              <a:schemeClr val="tx1">
                <a:lumMod val="85000"/>
                <a:lumOff val="15000"/>
              </a:schemeClr>
            </a:solidFill>
            <a:latin typeface="Lato" panose="020F0502020204030203" pitchFamily="34" charset="0"/>
          </a:endParaRPr>
        </a:p>
      </dgm:t>
    </dgm:pt>
    <dgm:pt modelId="{D51E263E-5C7D-49BD-BFFC-67D0FAE5A847}" type="parTrans" cxnId="{ED918B6A-6F9D-4D84-BAA1-60710A94EEE5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1C2F8725-D869-47BF-94E3-900733B47F1A}" type="sibTrans" cxnId="{ED918B6A-6F9D-4D84-BAA1-60710A94EEE5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B98AA6E3-67EF-4E2A-AA1E-9BC1C2037DC2}">
      <dgm:prSet phldrT="[Texto]"/>
      <dgm:spPr>
        <a:solidFill>
          <a:schemeClr val="bg1"/>
        </a:solidFill>
        <a:ln w="28575"/>
      </dgm:spPr>
      <dgm:t>
        <a:bodyPr/>
        <a:lstStyle/>
        <a:p>
          <a:r>
            <a:rPr lang="es-MX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</a:rPr>
            <a:t>Mantener y usar</a:t>
          </a:r>
          <a:endParaRPr lang="es-CO" dirty="0">
            <a:solidFill>
              <a:schemeClr val="tx1">
                <a:lumMod val="85000"/>
                <a:lumOff val="15000"/>
              </a:schemeClr>
            </a:solidFill>
            <a:latin typeface="Lato" panose="020F0502020204030203" pitchFamily="34" charset="0"/>
          </a:endParaRPr>
        </a:p>
      </dgm:t>
    </dgm:pt>
    <dgm:pt modelId="{1AF2AF1E-E6F3-4728-BD03-43A0332C6B3A}" type="parTrans" cxnId="{997DE6E6-9AFB-4D92-BBB2-472AF520027D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BCA093AA-6362-4B07-BF9C-590723C43BEF}" type="sibTrans" cxnId="{997DE6E6-9AFB-4D92-BBB2-472AF520027D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4D01235C-454C-474B-999C-3D72B93117CE}">
      <dgm:prSet phldrT="[Texto]"/>
      <dgm:spPr>
        <a:solidFill>
          <a:schemeClr val="bg1"/>
        </a:solidFill>
        <a:ln w="28575"/>
      </dgm:spPr>
      <dgm:t>
        <a:bodyPr/>
        <a:lstStyle/>
        <a:p>
          <a:r>
            <a:rPr lang="es-MX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</a:rPr>
            <a:t>Archivar y recuperar</a:t>
          </a:r>
          <a:endParaRPr lang="es-CO" dirty="0">
            <a:solidFill>
              <a:schemeClr val="tx1">
                <a:lumMod val="85000"/>
                <a:lumOff val="15000"/>
              </a:schemeClr>
            </a:solidFill>
            <a:latin typeface="Lato" panose="020F0502020204030203" pitchFamily="34" charset="0"/>
          </a:endParaRPr>
        </a:p>
      </dgm:t>
    </dgm:pt>
    <dgm:pt modelId="{F0B54393-DAC7-4977-AA98-B5B37D8BCBD6}" type="parTrans" cxnId="{B437989C-EB5E-49C7-A7AF-69607FA30982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10DBF204-30AA-4ADE-BB8B-C0D859EFBB3F}" type="sibTrans" cxnId="{B437989C-EB5E-49C7-A7AF-69607FA30982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E9AA532C-EEB1-4E05-9441-D3E8DE22B068}">
      <dgm:prSet phldrT="[Texto]"/>
      <dgm:spPr>
        <a:solidFill>
          <a:schemeClr val="bg1"/>
        </a:solidFill>
        <a:ln w="28575"/>
      </dgm:spPr>
      <dgm:t>
        <a:bodyPr/>
        <a:lstStyle/>
        <a:p>
          <a:r>
            <a:rPr lang="es-MX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</a:rPr>
            <a:t>Purgar</a:t>
          </a:r>
          <a:endParaRPr lang="es-CO" dirty="0">
            <a:solidFill>
              <a:schemeClr val="tx1">
                <a:lumMod val="85000"/>
                <a:lumOff val="15000"/>
              </a:schemeClr>
            </a:solidFill>
            <a:latin typeface="Lato" panose="020F0502020204030203" pitchFamily="34" charset="0"/>
          </a:endParaRPr>
        </a:p>
      </dgm:t>
    </dgm:pt>
    <dgm:pt modelId="{BD461D1A-D725-499E-8931-87CCBA573587}" type="parTrans" cxnId="{36ED1B35-1035-4646-B28B-F94FC73B4078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24BC6C0B-7DB8-4167-90C1-F0BE66A864C1}" type="sibTrans" cxnId="{36ED1B35-1035-4646-B28B-F94FC73B4078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CB524BC1-E4C2-4E64-9103-B46925176C80}" type="pres">
      <dgm:prSet presAssocID="{2B52068F-0DF8-4633-B20A-F057093EF36A}" presName="Name0" presStyleCnt="0">
        <dgm:presLayoutVars>
          <dgm:dir/>
          <dgm:animLvl val="lvl"/>
          <dgm:resizeHandles val="exact"/>
        </dgm:presLayoutVars>
      </dgm:prSet>
      <dgm:spPr/>
    </dgm:pt>
    <dgm:pt modelId="{8D6185BD-B26F-4C83-BFA2-4482B747E478}" type="pres">
      <dgm:prSet presAssocID="{34EAD414-8604-456E-A2D4-5715064A272A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92E51971-0BCB-411E-9D62-B835DD28F687}" type="pres">
      <dgm:prSet presAssocID="{76931E78-979E-4650-82FF-84F31774B93A}" presName="parTxOnlySpace" presStyleCnt="0"/>
      <dgm:spPr/>
    </dgm:pt>
    <dgm:pt modelId="{CECF8A4B-2915-4902-BA39-B9B211265EDE}" type="pres">
      <dgm:prSet presAssocID="{AEB7E77F-B62D-4B02-A61C-20924A7BFA13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15851149-2904-4EB4-A44A-FF2C6904A176}" type="pres">
      <dgm:prSet presAssocID="{2A8F2812-841F-4938-B2DF-AA51A291CFDE}" presName="parTxOnlySpace" presStyleCnt="0"/>
      <dgm:spPr/>
    </dgm:pt>
    <dgm:pt modelId="{16D66C25-08F7-4149-B443-7100E51644A9}" type="pres">
      <dgm:prSet presAssocID="{3D6F1512-128C-43A1-8B1B-EB41263FE133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BE9AD3DA-9EA9-47F7-89F7-BE8CE4786D9B}" type="pres">
      <dgm:prSet presAssocID="{4BD0854A-138A-4878-B942-4C82862D3479}" presName="parTxOnlySpace" presStyleCnt="0"/>
      <dgm:spPr/>
    </dgm:pt>
    <dgm:pt modelId="{C5CB3401-24AF-466F-B03C-8DE1071D6E3F}" type="pres">
      <dgm:prSet presAssocID="{AF9782F6-BB7C-4EEE-A191-71CC902B77DF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B74A2F44-E832-4363-9859-F0DFB2882D36}" type="pres">
      <dgm:prSet presAssocID="{1C2F8725-D869-47BF-94E3-900733B47F1A}" presName="parTxOnlySpace" presStyleCnt="0"/>
      <dgm:spPr/>
    </dgm:pt>
    <dgm:pt modelId="{1F9B18AF-EA22-4198-BB47-1BF981DE82A0}" type="pres">
      <dgm:prSet presAssocID="{B98AA6E3-67EF-4E2A-AA1E-9BC1C2037DC2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5AC93DC6-88A8-4121-A5C2-14244AFEFE26}" type="pres">
      <dgm:prSet presAssocID="{BCA093AA-6362-4B07-BF9C-590723C43BEF}" presName="parTxOnlySpace" presStyleCnt="0"/>
      <dgm:spPr/>
    </dgm:pt>
    <dgm:pt modelId="{B2CF6BF5-4F58-4E86-BD4F-AFF684EBD66E}" type="pres">
      <dgm:prSet presAssocID="{4D01235C-454C-474B-999C-3D72B93117CE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CDF52ACB-D7EF-414F-96A9-71B65B4645E7}" type="pres">
      <dgm:prSet presAssocID="{10DBF204-30AA-4ADE-BB8B-C0D859EFBB3F}" presName="parTxOnlySpace" presStyleCnt="0"/>
      <dgm:spPr/>
    </dgm:pt>
    <dgm:pt modelId="{A709828F-7FF1-4D77-B00D-A5A81A81E665}" type="pres">
      <dgm:prSet presAssocID="{E9AA532C-EEB1-4E05-9441-D3E8DE22B068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9E97871E-4DEB-4FAF-A3F7-FE8471F7BCA1}" type="presOf" srcId="{34EAD414-8604-456E-A2D4-5715064A272A}" destId="{8D6185BD-B26F-4C83-BFA2-4482B747E478}" srcOrd="0" destOrd="0" presId="urn:microsoft.com/office/officeart/2005/8/layout/chevron1"/>
    <dgm:cxn modelId="{5D8F6821-EEAE-4C9B-8A17-150DFA6F7673}" type="presOf" srcId="{B98AA6E3-67EF-4E2A-AA1E-9BC1C2037DC2}" destId="{1F9B18AF-EA22-4198-BB47-1BF981DE82A0}" srcOrd="0" destOrd="0" presId="urn:microsoft.com/office/officeart/2005/8/layout/chevron1"/>
    <dgm:cxn modelId="{94D31D33-6994-40A7-A795-2ED6B507CBDC}" type="presOf" srcId="{AF9782F6-BB7C-4EEE-A191-71CC902B77DF}" destId="{C5CB3401-24AF-466F-B03C-8DE1071D6E3F}" srcOrd="0" destOrd="0" presId="urn:microsoft.com/office/officeart/2005/8/layout/chevron1"/>
    <dgm:cxn modelId="{36ED1B35-1035-4646-B28B-F94FC73B4078}" srcId="{2B52068F-0DF8-4633-B20A-F057093EF36A}" destId="{E9AA532C-EEB1-4E05-9441-D3E8DE22B068}" srcOrd="6" destOrd="0" parTransId="{BD461D1A-D725-499E-8931-87CCBA573587}" sibTransId="{24BC6C0B-7DB8-4167-90C1-F0BE66A864C1}"/>
    <dgm:cxn modelId="{B274A041-509A-4F9E-AB5F-415D5283170B}" type="presOf" srcId="{3D6F1512-128C-43A1-8B1B-EB41263FE133}" destId="{16D66C25-08F7-4149-B443-7100E51644A9}" srcOrd="0" destOrd="0" presId="urn:microsoft.com/office/officeart/2005/8/layout/chevron1"/>
    <dgm:cxn modelId="{ED918B6A-6F9D-4D84-BAA1-60710A94EEE5}" srcId="{2B52068F-0DF8-4633-B20A-F057093EF36A}" destId="{AF9782F6-BB7C-4EEE-A191-71CC902B77DF}" srcOrd="3" destOrd="0" parTransId="{D51E263E-5C7D-49BD-BFFC-67D0FAE5A847}" sibTransId="{1C2F8725-D869-47BF-94E3-900733B47F1A}"/>
    <dgm:cxn modelId="{90858F6E-BB7D-4B6B-8B3F-3531858EFDFE}" type="presOf" srcId="{AEB7E77F-B62D-4B02-A61C-20924A7BFA13}" destId="{CECF8A4B-2915-4902-BA39-B9B211265EDE}" srcOrd="0" destOrd="0" presId="urn:microsoft.com/office/officeart/2005/8/layout/chevron1"/>
    <dgm:cxn modelId="{DE14817D-D063-4F00-89FD-79C2E60B2923}" srcId="{2B52068F-0DF8-4633-B20A-F057093EF36A}" destId="{AEB7E77F-B62D-4B02-A61C-20924A7BFA13}" srcOrd="1" destOrd="0" parTransId="{49696CC4-C53A-4CB5-8BC5-CE6D430ADCD8}" sibTransId="{2A8F2812-841F-4938-B2DF-AA51A291CFDE}"/>
    <dgm:cxn modelId="{ACDD4E8C-97B7-4738-A5E9-D316D629AF4C}" type="presOf" srcId="{E9AA532C-EEB1-4E05-9441-D3E8DE22B068}" destId="{A709828F-7FF1-4D77-B00D-A5A81A81E665}" srcOrd="0" destOrd="0" presId="urn:microsoft.com/office/officeart/2005/8/layout/chevron1"/>
    <dgm:cxn modelId="{C692F88C-FA41-4756-AF01-4404EE5A5F7D}" type="presOf" srcId="{4D01235C-454C-474B-999C-3D72B93117CE}" destId="{B2CF6BF5-4F58-4E86-BD4F-AFF684EBD66E}" srcOrd="0" destOrd="0" presId="urn:microsoft.com/office/officeart/2005/8/layout/chevron1"/>
    <dgm:cxn modelId="{7311219A-B30B-4945-96CE-200F22CE592B}" srcId="{2B52068F-0DF8-4633-B20A-F057093EF36A}" destId="{3D6F1512-128C-43A1-8B1B-EB41263FE133}" srcOrd="2" destOrd="0" parTransId="{5D4F731D-390F-4812-B1F7-ED48A06AAE9B}" sibTransId="{4BD0854A-138A-4878-B942-4C82862D3479}"/>
    <dgm:cxn modelId="{B437989C-EB5E-49C7-A7AF-69607FA30982}" srcId="{2B52068F-0DF8-4633-B20A-F057093EF36A}" destId="{4D01235C-454C-474B-999C-3D72B93117CE}" srcOrd="5" destOrd="0" parTransId="{F0B54393-DAC7-4977-AA98-B5B37D8BCBD6}" sibTransId="{10DBF204-30AA-4ADE-BB8B-C0D859EFBB3F}"/>
    <dgm:cxn modelId="{C8EC23DF-B8E7-42E2-88D2-852D16A60CA3}" srcId="{2B52068F-0DF8-4633-B20A-F057093EF36A}" destId="{34EAD414-8604-456E-A2D4-5715064A272A}" srcOrd="0" destOrd="0" parTransId="{775D236C-83B5-4C64-B055-1503AE678D2D}" sibTransId="{76931E78-979E-4650-82FF-84F31774B93A}"/>
    <dgm:cxn modelId="{997DE6E6-9AFB-4D92-BBB2-472AF520027D}" srcId="{2B52068F-0DF8-4633-B20A-F057093EF36A}" destId="{B98AA6E3-67EF-4E2A-AA1E-9BC1C2037DC2}" srcOrd="4" destOrd="0" parTransId="{1AF2AF1E-E6F3-4728-BD03-43A0332C6B3A}" sibTransId="{BCA093AA-6362-4B07-BF9C-590723C43BEF}"/>
    <dgm:cxn modelId="{F2CF61E9-4EB7-4AD0-A154-68FB1D7BFD27}" type="presOf" srcId="{2B52068F-0DF8-4633-B20A-F057093EF36A}" destId="{CB524BC1-E4C2-4E64-9103-B46925176C80}" srcOrd="0" destOrd="0" presId="urn:microsoft.com/office/officeart/2005/8/layout/chevron1"/>
    <dgm:cxn modelId="{7BC704F2-DEB3-4F5C-A88A-1A7B26573F2E}" type="presParOf" srcId="{CB524BC1-E4C2-4E64-9103-B46925176C80}" destId="{8D6185BD-B26F-4C83-BFA2-4482B747E478}" srcOrd="0" destOrd="0" presId="urn:microsoft.com/office/officeart/2005/8/layout/chevron1"/>
    <dgm:cxn modelId="{687C2EB2-0951-4A38-9D0B-A1CDC9201282}" type="presParOf" srcId="{CB524BC1-E4C2-4E64-9103-B46925176C80}" destId="{92E51971-0BCB-411E-9D62-B835DD28F687}" srcOrd="1" destOrd="0" presId="urn:microsoft.com/office/officeart/2005/8/layout/chevron1"/>
    <dgm:cxn modelId="{296BD026-7C9A-454D-AA61-585521BECC9F}" type="presParOf" srcId="{CB524BC1-E4C2-4E64-9103-B46925176C80}" destId="{CECF8A4B-2915-4902-BA39-B9B211265EDE}" srcOrd="2" destOrd="0" presId="urn:microsoft.com/office/officeart/2005/8/layout/chevron1"/>
    <dgm:cxn modelId="{8CFAE323-AB83-4D23-9F14-968DCF11C930}" type="presParOf" srcId="{CB524BC1-E4C2-4E64-9103-B46925176C80}" destId="{15851149-2904-4EB4-A44A-FF2C6904A176}" srcOrd="3" destOrd="0" presId="urn:microsoft.com/office/officeart/2005/8/layout/chevron1"/>
    <dgm:cxn modelId="{69229C56-9ADB-4CDB-ACD4-EC292AA8469B}" type="presParOf" srcId="{CB524BC1-E4C2-4E64-9103-B46925176C80}" destId="{16D66C25-08F7-4149-B443-7100E51644A9}" srcOrd="4" destOrd="0" presId="urn:microsoft.com/office/officeart/2005/8/layout/chevron1"/>
    <dgm:cxn modelId="{860320B9-EFD9-4342-A317-1D5C40C341D2}" type="presParOf" srcId="{CB524BC1-E4C2-4E64-9103-B46925176C80}" destId="{BE9AD3DA-9EA9-47F7-89F7-BE8CE4786D9B}" srcOrd="5" destOrd="0" presId="urn:microsoft.com/office/officeart/2005/8/layout/chevron1"/>
    <dgm:cxn modelId="{75713702-C9FB-4726-A444-180188C814FF}" type="presParOf" srcId="{CB524BC1-E4C2-4E64-9103-B46925176C80}" destId="{C5CB3401-24AF-466F-B03C-8DE1071D6E3F}" srcOrd="6" destOrd="0" presId="urn:microsoft.com/office/officeart/2005/8/layout/chevron1"/>
    <dgm:cxn modelId="{7EF0AEDF-FF75-4B50-AB91-510E1DF7A37A}" type="presParOf" srcId="{CB524BC1-E4C2-4E64-9103-B46925176C80}" destId="{B74A2F44-E832-4363-9859-F0DFB2882D36}" srcOrd="7" destOrd="0" presId="urn:microsoft.com/office/officeart/2005/8/layout/chevron1"/>
    <dgm:cxn modelId="{238424A2-B21B-4ABE-8AD1-0456FDD031AC}" type="presParOf" srcId="{CB524BC1-E4C2-4E64-9103-B46925176C80}" destId="{1F9B18AF-EA22-4198-BB47-1BF981DE82A0}" srcOrd="8" destOrd="0" presId="urn:microsoft.com/office/officeart/2005/8/layout/chevron1"/>
    <dgm:cxn modelId="{8F08E471-0953-4A75-B50A-4BA6E15E77A1}" type="presParOf" srcId="{CB524BC1-E4C2-4E64-9103-B46925176C80}" destId="{5AC93DC6-88A8-4121-A5C2-14244AFEFE26}" srcOrd="9" destOrd="0" presId="urn:microsoft.com/office/officeart/2005/8/layout/chevron1"/>
    <dgm:cxn modelId="{D29434DB-C58A-4DB2-AA88-586EEF069F00}" type="presParOf" srcId="{CB524BC1-E4C2-4E64-9103-B46925176C80}" destId="{B2CF6BF5-4F58-4E86-BD4F-AFF684EBD66E}" srcOrd="10" destOrd="0" presId="urn:microsoft.com/office/officeart/2005/8/layout/chevron1"/>
    <dgm:cxn modelId="{43AE0DDE-C3E9-4EE2-A83F-FA927089C96D}" type="presParOf" srcId="{CB524BC1-E4C2-4E64-9103-B46925176C80}" destId="{CDF52ACB-D7EF-414F-96A9-71B65B4645E7}" srcOrd="11" destOrd="0" presId="urn:microsoft.com/office/officeart/2005/8/layout/chevron1"/>
    <dgm:cxn modelId="{2842CB8D-1222-483F-9DA1-BE0F875EBE05}" type="presParOf" srcId="{CB524BC1-E4C2-4E64-9103-B46925176C80}" destId="{A709828F-7FF1-4D77-B00D-A5A81A81E665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0A4B27B-DA6E-408A-8888-3ABD80A783A2}" type="doc">
      <dgm:prSet loTypeId="urn:microsoft.com/office/officeart/2005/8/layout/chevron1" loCatId="process" qsTypeId="urn:microsoft.com/office/officeart/2005/8/quickstyle/simple1" qsCatId="simple" csTypeId="urn:microsoft.com/office/officeart/2005/8/colors/accent0_3" csCatId="mainScheme" phldr="1"/>
      <dgm:spPr/>
    </dgm:pt>
    <dgm:pt modelId="{FD2768B6-F8C8-4026-8F13-8FF3CB775F76}">
      <dgm:prSet phldrT="[Texto]"/>
      <dgm:spPr/>
      <dgm:t>
        <a:bodyPr/>
        <a:lstStyle/>
        <a:p>
          <a:r>
            <a:rPr lang="es-MX" dirty="0">
              <a:latin typeface="Lato" panose="020F0502020204030203" pitchFamily="34" charset="0"/>
            </a:rPr>
            <a:t>Planear</a:t>
          </a:r>
          <a:endParaRPr lang="es-CO" dirty="0">
            <a:latin typeface="Lato" panose="020F0502020204030203" pitchFamily="34" charset="0"/>
          </a:endParaRPr>
        </a:p>
      </dgm:t>
    </dgm:pt>
    <dgm:pt modelId="{7BCF64F4-DC72-4865-A3C7-CDAB0A3AD532}" type="parTrans" cxnId="{D475761B-F009-4F3C-940B-7DB15F1A0A05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765576E3-F502-4917-BB4B-07286E5D26BC}" type="sibTrans" cxnId="{D475761B-F009-4F3C-940B-7DB15F1A0A05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7EE7737D-17F8-4D08-AC0E-7BF8A9F99DAD}">
      <dgm:prSet phldrT="[Texto]"/>
      <dgm:spPr/>
      <dgm:t>
        <a:bodyPr/>
        <a:lstStyle/>
        <a:p>
          <a:r>
            <a:rPr lang="es-MX" dirty="0">
              <a:latin typeface="Lato" panose="020F0502020204030203" pitchFamily="34" charset="0"/>
            </a:rPr>
            <a:t>Analizar</a:t>
          </a:r>
          <a:endParaRPr lang="es-CO" dirty="0">
            <a:latin typeface="Lato" panose="020F0502020204030203" pitchFamily="34" charset="0"/>
          </a:endParaRPr>
        </a:p>
      </dgm:t>
    </dgm:pt>
    <dgm:pt modelId="{0BAB8C90-C3A8-4EC7-807F-2DDE913EF671}" type="parTrans" cxnId="{4D0C5CFA-56A4-409B-8108-989A1558A7C3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6B434CE5-AE91-4156-B344-AC38497CB8A4}" type="sibTrans" cxnId="{4D0C5CFA-56A4-409B-8108-989A1558A7C3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251C0FD1-7351-4E15-9CA4-4EA43A5B44CD}">
      <dgm:prSet phldrT="[Texto]"/>
      <dgm:spPr/>
      <dgm:t>
        <a:bodyPr/>
        <a:lstStyle/>
        <a:p>
          <a:r>
            <a:rPr lang="es-MX" dirty="0">
              <a:latin typeface="Lato" panose="020F0502020204030203" pitchFamily="34" charset="0"/>
            </a:rPr>
            <a:t>Diseñar</a:t>
          </a:r>
          <a:endParaRPr lang="es-CO" dirty="0">
            <a:latin typeface="Lato" panose="020F0502020204030203" pitchFamily="34" charset="0"/>
          </a:endParaRPr>
        </a:p>
      </dgm:t>
    </dgm:pt>
    <dgm:pt modelId="{600E6BB2-810C-49EA-8C38-7844CA05495D}" type="parTrans" cxnId="{A9FC765E-CEF8-4AEF-B367-04DB26710EAD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3E889E75-EA11-4D50-9813-9BBD506187E8}" type="sibTrans" cxnId="{A9FC765E-CEF8-4AEF-B367-04DB26710EAD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3E67745A-7782-4932-AEC6-3B6A8F33A271}">
      <dgm:prSet phldrT="[Texto]"/>
      <dgm:spPr/>
      <dgm:t>
        <a:bodyPr/>
        <a:lstStyle/>
        <a:p>
          <a:r>
            <a:rPr lang="es-MX" dirty="0">
              <a:latin typeface="Lato" panose="020F0502020204030203" pitchFamily="34" charset="0"/>
            </a:rPr>
            <a:t>Construir</a:t>
          </a:r>
          <a:endParaRPr lang="es-CO" dirty="0">
            <a:latin typeface="Lato" panose="020F0502020204030203" pitchFamily="34" charset="0"/>
          </a:endParaRPr>
        </a:p>
      </dgm:t>
    </dgm:pt>
    <dgm:pt modelId="{11D7240B-A616-4630-A854-80CBAE05390B}" type="parTrans" cxnId="{AE07807F-F339-4029-8777-B61764379C0D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65595E92-1375-48FD-9253-8E292F124532}" type="sibTrans" cxnId="{AE07807F-F339-4029-8777-B61764379C0D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1F3E3E2F-E733-45F5-8ACD-CFE5CB37AC6F}">
      <dgm:prSet phldrT="[Texto]"/>
      <dgm:spPr/>
      <dgm:t>
        <a:bodyPr/>
        <a:lstStyle/>
        <a:p>
          <a:r>
            <a:rPr lang="es-MX" dirty="0">
              <a:latin typeface="Lato" panose="020F0502020204030203" pitchFamily="34" charset="0"/>
            </a:rPr>
            <a:t>Probar</a:t>
          </a:r>
          <a:endParaRPr lang="es-CO" dirty="0">
            <a:latin typeface="Lato" panose="020F0502020204030203" pitchFamily="34" charset="0"/>
          </a:endParaRPr>
        </a:p>
      </dgm:t>
    </dgm:pt>
    <dgm:pt modelId="{D1FED21F-9273-46FC-85DA-EB025EA31BCA}" type="parTrans" cxnId="{CBFFEA43-8419-4248-82BE-E3571EBEBA80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D418369B-4F21-474B-8ED8-D926592C3B2B}" type="sibTrans" cxnId="{CBFFEA43-8419-4248-82BE-E3571EBEBA80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EBCE4D47-E76F-4111-8A5D-4C37389D4DFD}">
      <dgm:prSet phldrT="[Texto]"/>
      <dgm:spPr/>
      <dgm:t>
        <a:bodyPr/>
        <a:lstStyle/>
        <a:p>
          <a:r>
            <a:rPr lang="es-MX" dirty="0">
              <a:latin typeface="Lato" panose="020F0502020204030203" pitchFamily="34" charset="0"/>
            </a:rPr>
            <a:t>Desplegar</a:t>
          </a:r>
          <a:endParaRPr lang="es-CO" dirty="0">
            <a:latin typeface="Lato" panose="020F0502020204030203" pitchFamily="34" charset="0"/>
          </a:endParaRPr>
        </a:p>
      </dgm:t>
    </dgm:pt>
    <dgm:pt modelId="{347DF840-E698-4980-8B37-E3D7468A91A1}" type="parTrans" cxnId="{0429FDD1-3D85-43E2-9D7E-B41259AF2399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F5392894-1726-4A40-A0C9-6D4F4510FE4A}" type="sibTrans" cxnId="{0429FDD1-3D85-43E2-9D7E-B41259AF2399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F5FF9478-F535-44F7-9AF4-229B17FF41B4}">
      <dgm:prSet phldrT="[Texto]"/>
      <dgm:spPr/>
      <dgm:t>
        <a:bodyPr/>
        <a:lstStyle/>
        <a:p>
          <a:r>
            <a:rPr lang="es-MX" dirty="0">
              <a:latin typeface="Lato" panose="020F0502020204030203" pitchFamily="34" charset="0"/>
            </a:rPr>
            <a:t>Mantener</a:t>
          </a:r>
          <a:endParaRPr lang="es-CO" dirty="0">
            <a:latin typeface="Lato" panose="020F0502020204030203" pitchFamily="34" charset="0"/>
          </a:endParaRPr>
        </a:p>
      </dgm:t>
    </dgm:pt>
    <dgm:pt modelId="{1920A5F4-3E9B-4D54-88B0-3C39AD38AA46}" type="parTrans" cxnId="{420BED93-D059-4FFB-AE2D-391F9ECBE1EF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35E872A2-4681-42BE-9F70-312953A74826}" type="sibTrans" cxnId="{420BED93-D059-4FFB-AE2D-391F9ECBE1EF}">
      <dgm:prSet/>
      <dgm:spPr/>
      <dgm:t>
        <a:bodyPr/>
        <a:lstStyle/>
        <a:p>
          <a:endParaRPr lang="es-CO">
            <a:latin typeface="Lato" panose="020F0502020204030203" pitchFamily="34" charset="0"/>
          </a:endParaRPr>
        </a:p>
      </dgm:t>
    </dgm:pt>
    <dgm:pt modelId="{CB1E320E-9E92-4982-A445-37EF2EDD7699}" type="pres">
      <dgm:prSet presAssocID="{90A4B27B-DA6E-408A-8888-3ABD80A783A2}" presName="Name0" presStyleCnt="0">
        <dgm:presLayoutVars>
          <dgm:dir/>
          <dgm:animLvl val="lvl"/>
          <dgm:resizeHandles val="exact"/>
        </dgm:presLayoutVars>
      </dgm:prSet>
      <dgm:spPr/>
    </dgm:pt>
    <dgm:pt modelId="{6E9C0C96-BA98-4639-8DAC-0A1DEDCFBF40}" type="pres">
      <dgm:prSet presAssocID="{FD2768B6-F8C8-4026-8F13-8FF3CB775F76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B0FAE8A5-C0FA-4966-8C0A-4F797B5300A1}" type="pres">
      <dgm:prSet presAssocID="{765576E3-F502-4917-BB4B-07286E5D26BC}" presName="parTxOnlySpace" presStyleCnt="0"/>
      <dgm:spPr/>
    </dgm:pt>
    <dgm:pt modelId="{6803FF19-25B6-428B-9BE9-B5AB3FCE74A9}" type="pres">
      <dgm:prSet presAssocID="{7EE7737D-17F8-4D08-AC0E-7BF8A9F99DAD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E5837A37-5C82-42F0-B50A-9E59117B492A}" type="pres">
      <dgm:prSet presAssocID="{6B434CE5-AE91-4156-B344-AC38497CB8A4}" presName="parTxOnlySpace" presStyleCnt="0"/>
      <dgm:spPr/>
    </dgm:pt>
    <dgm:pt modelId="{15B0303E-4BFC-47A5-9367-28522CB046EE}" type="pres">
      <dgm:prSet presAssocID="{251C0FD1-7351-4E15-9CA4-4EA43A5B44CD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97950623-A53A-44C2-99B5-0D6C6A985882}" type="pres">
      <dgm:prSet presAssocID="{3E889E75-EA11-4D50-9813-9BBD506187E8}" presName="parTxOnlySpace" presStyleCnt="0"/>
      <dgm:spPr/>
    </dgm:pt>
    <dgm:pt modelId="{A8E254F2-9104-45D6-87E9-7BA015D3B14E}" type="pres">
      <dgm:prSet presAssocID="{3E67745A-7782-4932-AEC6-3B6A8F33A271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110FB4D5-F0C1-4714-AC69-12925B94BB01}" type="pres">
      <dgm:prSet presAssocID="{65595E92-1375-48FD-9253-8E292F124532}" presName="parTxOnlySpace" presStyleCnt="0"/>
      <dgm:spPr/>
    </dgm:pt>
    <dgm:pt modelId="{84B61280-2695-4919-BE61-42BDD93A056B}" type="pres">
      <dgm:prSet presAssocID="{1F3E3E2F-E733-45F5-8ACD-CFE5CB37AC6F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29FAE81D-78ED-49BC-9120-45A16ED00888}" type="pres">
      <dgm:prSet presAssocID="{D418369B-4F21-474B-8ED8-D926592C3B2B}" presName="parTxOnlySpace" presStyleCnt="0"/>
      <dgm:spPr/>
    </dgm:pt>
    <dgm:pt modelId="{4FAC49B4-6DF7-4D8E-A5A8-159ED20C3C1F}" type="pres">
      <dgm:prSet presAssocID="{EBCE4D47-E76F-4111-8A5D-4C37389D4DFD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CA6C7656-0EC8-4935-8CC6-0C736DE305DD}" type="pres">
      <dgm:prSet presAssocID="{F5392894-1726-4A40-A0C9-6D4F4510FE4A}" presName="parTxOnlySpace" presStyleCnt="0"/>
      <dgm:spPr/>
    </dgm:pt>
    <dgm:pt modelId="{74D78796-4316-47C0-9D9B-AE5D134BD014}" type="pres">
      <dgm:prSet presAssocID="{F5FF9478-F535-44F7-9AF4-229B17FF41B4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D475761B-F009-4F3C-940B-7DB15F1A0A05}" srcId="{90A4B27B-DA6E-408A-8888-3ABD80A783A2}" destId="{FD2768B6-F8C8-4026-8F13-8FF3CB775F76}" srcOrd="0" destOrd="0" parTransId="{7BCF64F4-DC72-4865-A3C7-CDAB0A3AD532}" sibTransId="{765576E3-F502-4917-BB4B-07286E5D26BC}"/>
    <dgm:cxn modelId="{56FF5B22-52CE-425C-9511-AB4E533BB97F}" type="presOf" srcId="{FD2768B6-F8C8-4026-8F13-8FF3CB775F76}" destId="{6E9C0C96-BA98-4639-8DAC-0A1DEDCFBF40}" srcOrd="0" destOrd="0" presId="urn:microsoft.com/office/officeart/2005/8/layout/chevron1"/>
    <dgm:cxn modelId="{39C34441-1192-4E7B-8F64-5964EA888B39}" type="presOf" srcId="{F5FF9478-F535-44F7-9AF4-229B17FF41B4}" destId="{74D78796-4316-47C0-9D9B-AE5D134BD014}" srcOrd="0" destOrd="0" presId="urn:microsoft.com/office/officeart/2005/8/layout/chevron1"/>
    <dgm:cxn modelId="{CBFFEA43-8419-4248-82BE-E3571EBEBA80}" srcId="{90A4B27B-DA6E-408A-8888-3ABD80A783A2}" destId="{1F3E3E2F-E733-45F5-8ACD-CFE5CB37AC6F}" srcOrd="4" destOrd="0" parTransId="{D1FED21F-9273-46FC-85DA-EB025EA31BCA}" sibTransId="{D418369B-4F21-474B-8ED8-D926592C3B2B}"/>
    <dgm:cxn modelId="{6091B050-7BCF-49EE-8182-A0398124C842}" type="presOf" srcId="{251C0FD1-7351-4E15-9CA4-4EA43A5B44CD}" destId="{15B0303E-4BFC-47A5-9367-28522CB046EE}" srcOrd="0" destOrd="0" presId="urn:microsoft.com/office/officeart/2005/8/layout/chevron1"/>
    <dgm:cxn modelId="{B73C6D57-87E1-46BD-9B34-BD06E788BED6}" type="presOf" srcId="{90A4B27B-DA6E-408A-8888-3ABD80A783A2}" destId="{CB1E320E-9E92-4982-A445-37EF2EDD7699}" srcOrd="0" destOrd="0" presId="urn:microsoft.com/office/officeart/2005/8/layout/chevron1"/>
    <dgm:cxn modelId="{A9FC765E-CEF8-4AEF-B367-04DB26710EAD}" srcId="{90A4B27B-DA6E-408A-8888-3ABD80A783A2}" destId="{251C0FD1-7351-4E15-9CA4-4EA43A5B44CD}" srcOrd="2" destOrd="0" parTransId="{600E6BB2-810C-49EA-8C38-7844CA05495D}" sibTransId="{3E889E75-EA11-4D50-9813-9BBD506187E8}"/>
    <dgm:cxn modelId="{96EFD96D-B55B-4C8E-89C2-ED2628CF537F}" type="presOf" srcId="{1F3E3E2F-E733-45F5-8ACD-CFE5CB37AC6F}" destId="{84B61280-2695-4919-BE61-42BDD93A056B}" srcOrd="0" destOrd="0" presId="urn:microsoft.com/office/officeart/2005/8/layout/chevron1"/>
    <dgm:cxn modelId="{AE07807F-F339-4029-8777-B61764379C0D}" srcId="{90A4B27B-DA6E-408A-8888-3ABD80A783A2}" destId="{3E67745A-7782-4932-AEC6-3B6A8F33A271}" srcOrd="3" destOrd="0" parTransId="{11D7240B-A616-4630-A854-80CBAE05390B}" sibTransId="{65595E92-1375-48FD-9253-8E292F124532}"/>
    <dgm:cxn modelId="{8DD7628C-C4F6-475A-8E09-11A45B503131}" type="presOf" srcId="{3E67745A-7782-4932-AEC6-3B6A8F33A271}" destId="{A8E254F2-9104-45D6-87E9-7BA015D3B14E}" srcOrd="0" destOrd="0" presId="urn:microsoft.com/office/officeart/2005/8/layout/chevron1"/>
    <dgm:cxn modelId="{420BED93-D059-4FFB-AE2D-391F9ECBE1EF}" srcId="{90A4B27B-DA6E-408A-8888-3ABD80A783A2}" destId="{F5FF9478-F535-44F7-9AF4-229B17FF41B4}" srcOrd="6" destOrd="0" parTransId="{1920A5F4-3E9B-4D54-88B0-3C39AD38AA46}" sibTransId="{35E872A2-4681-42BE-9F70-312953A74826}"/>
    <dgm:cxn modelId="{BB8515A4-8E94-451B-A5AC-48FA8285ACDE}" type="presOf" srcId="{EBCE4D47-E76F-4111-8A5D-4C37389D4DFD}" destId="{4FAC49B4-6DF7-4D8E-A5A8-159ED20C3C1F}" srcOrd="0" destOrd="0" presId="urn:microsoft.com/office/officeart/2005/8/layout/chevron1"/>
    <dgm:cxn modelId="{4F682DD0-41AB-4070-A7BA-8D9398837C64}" type="presOf" srcId="{7EE7737D-17F8-4D08-AC0E-7BF8A9F99DAD}" destId="{6803FF19-25B6-428B-9BE9-B5AB3FCE74A9}" srcOrd="0" destOrd="0" presId="urn:microsoft.com/office/officeart/2005/8/layout/chevron1"/>
    <dgm:cxn modelId="{0429FDD1-3D85-43E2-9D7E-B41259AF2399}" srcId="{90A4B27B-DA6E-408A-8888-3ABD80A783A2}" destId="{EBCE4D47-E76F-4111-8A5D-4C37389D4DFD}" srcOrd="5" destOrd="0" parTransId="{347DF840-E698-4980-8B37-E3D7468A91A1}" sibTransId="{F5392894-1726-4A40-A0C9-6D4F4510FE4A}"/>
    <dgm:cxn modelId="{4D0C5CFA-56A4-409B-8108-989A1558A7C3}" srcId="{90A4B27B-DA6E-408A-8888-3ABD80A783A2}" destId="{7EE7737D-17F8-4D08-AC0E-7BF8A9F99DAD}" srcOrd="1" destOrd="0" parTransId="{0BAB8C90-C3A8-4EC7-807F-2DDE913EF671}" sibTransId="{6B434CE5-AE91-4156-B344-AC38497CB8A4}"/>
    <dgm:cxn modelId="{45D2857A-B65E-45A5-84FB-A3221762DC13}" type="presParOf" srcId="{CB1E320E-9E92-4982-A445-37EF2EDD7699}" destId="{6E9C0C96-BA98-4639-8DAC-0A1DEDCFBF40}" srcOrd="0" destOrd="0" presId="urn:microsoft.com/office/officeart/2005/8/layout/chevron1"/>
    <dgm:cxn modelId="{75125748-5F38-40F2-AD23-5E5DF67F545C}" type="presParOf" srcId="{CB1E320E-9E92-4982-A445-37EF2EDD7699}" destId="{B0FAE8A5-C0FA-4966-8C0A-4F797B5300A1}" srcOrd="1" destOrd="0" presId="urn:microsoft.com/office/officeart/2005/8/layout/chevron1"/>
    <dgm:cxn modelId="{2C3E677E-BCF1-423E-9C92-A321B2CD2054}" type="presParOf" srcId="{CB1E320E-9E92-4982-A445-37EF2EDD7699}" destId="{6803FF19-25B6-428B-9BE9-B5AB3FCE74A9}" srcOrd="2" destOrd="0" presId="urn:microsoft.com/office/officeart/2005/8/layout/chevron1"/>
    <dgm:cxn modelId="{580839FF-7ECD-4C53-8A96-0D54AA27E0B7}" type="presParOf" srcId="{CB1E320E-9E92-4982-A445-37EF2EDD7699}" destId="{E5837A37-5C82-42F0-B50A-9E59117B492A}" srcOrd="3" destOrd="0" presId="urn:microsoft.com/office/officeart/2005/8/layout/chevron1"/>
    <dgm:cxn modelId="{5B0596D7-EC8F-41B2-BE8E-7F3A606E1094}" type="presParOf" srcId="{CB1E320E-9E92-4982-A445-37EF2EDD7699}" destId="{15B0303E-4BFC-47A5-9367-28522CB046EE}" srcOrd="4" destOrd="0" presId="urn:microsoft.com/office/officeart/2005/8/layout/chevron1"/>
    <dgm:cxn modelId="{CB0575CF-9C01-494F-8B53-361D0D6B6E67}" type="presParOf" srcId="{CB1E320E-9E92-4982-A445-37EF2EDD7699}" destId="{97950623-A53A-44C2-99B5-0D6C6A985882}" srcOrd="5" destOrd="0" presId="urn:microsoft.com/office/officeart/2005/8/layout/chevron1"/>
    <dgm:cxn modelId="{A4791660-DE58-434C-9783-61DA40A659E2}" type="presParOf" srcId="{CB1E320E-9E92-4982-A445-37EF2EDD7699}" destId="{A8E254F2-9104-45D6-87E9-7BA015D3B14E}" srcOrd="6" destOrd="0" presId="urn:microsoft.com/office/officeart/2005/8/layout/chevron1"/>
    <dgm:cxn modelId="{A7BC5BA1-962E-45BB-9162-4C1D896CD15F}" type="presParOf" srcId="{CB1E320E-9E92-4982-A445-37EF2EDD7699}" destId="{110FB4D5-F0C1-4714-AC69-12925B94BB01}" srcOrd="7" destOrd="0" presId="urn:microsoft.com/office/officeart/2005/8/layout/chevron1"/>
    <dgm:cxn modelId="{CD04C6CF-4C9D-4286-8B06-3538F5A92EA0}" type="presParOf" srcId="{CB1E320E-9E92-4982-A445-37EF2EDD7699}" destId="{84B61280-2695-4919-BE61-42BDD93A056B}" srcOrd="8" destOrd="0" presId="urn:microsoft.com/office/officeart/2005/8/layout/chevron1"/>
    <dgm:cxn modelId="{F2BEFFED-FCFE-4507-8918-D2D060081296}" type="presParOf" srcId="{CB1E320E-9E92-4982-A445-37EF2EDD7699}" destId="{29FAE81D-78ED-49BC-9120-45A16ED00888}" srcOrd="9" destOrd="0" presId="urn:microsoft.com/office/officeart/2005/8/layout/chevron1"/>
    <dgm:cxn modelId="{304D66F9-2298-4846-B248-A885FAFDA0B9}" type="presParOf" srcId="{CB1E320E-9E92-4982-A445-37EF2EDD7699}" destId="{4FAC49B4-6DF7-4D8E-A5A8-159ED20C3C1F}" srcOrd="10" destOrd="0" presId="urn:microsoft.com/office/officeart/2005/8/layout/chevron1"/>
    <dgm:cxn modelId="{C724EDBE-CCC6-49F3-B150-A2530CB1C21E}" type="presParOf" srcId="{CB1E320E-9E92-4982-A445-37EF2EDD7699}" destId="{CA6C7656-0EC8-4935-8CC6-0C736DE305DD}" srcOrd="11" destOrd="0" presId="urn:microsoft.com/office/officeart/2005/8/layout/chevron1"/>
    <dgm:cxn modelId="{9634E90F-2969-45B8-A035-5B330D54A4AF}" type="presParOf" srcId="{CB1E320E-9E92-4982-A445-37EF2EDD7699}" destId="{74D78796-4316-47C0-9D9B-AE5D134BD014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5187EE8-9BFE-4ADD-9DDE-B47ADC0BD601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248A5B30-D99D-4149-B40E-8EE8A0A9AD28}">
      <dgm:prSet phldrT="[Texto]"/>
      <dgm:spPr/>
      <dgm:t>
        <a:bodyPr/>
        <a:lstStyle/>
        <a:p>
          <a:r>
            <a:rPr lang="es-CO" dirty="0"/>
            <a:t>Centralizado</a:t>
          </a:r>
        </a:p>
      </dgm:t>
    </dgm:pt>
    <dgm:pt modelId="{55E4C8EB-07E4-4804-A881-BD82DF2C89C4}" type="parTrans" cxnId="{28A7AC2D-8FDC-4D07-81D2-B52CFF77865B}">
      <dgm:prSet/>
      <dgm:spPr/>
      <dgm:t>
        <a:bodyPr/>
        <a:lstStyle/>
        <a:p>
          <a:endParaRPr lang="es-CO"/>
        </a:p>
      </dgm:t>
    </dgm:pt>
    <dgm:pt modelId="{890B3F5E-66B7-45FC-B269-A1C150B772FC}" type="sibTrans" cxnId="{28A7AC2D-8FDC-4D07-81D2-B52CFF77865B}">
      <dgm:prSet/>
      <dgm:spPr/>
      <dgm:t>
        <a:bodyPr/>
        <a:lstStyle/>
        <a:p>
          <a:endParaRPr lang="es-CO"/>
        </a:p>
      </dgm:t>
    </dgm:pt>
    <dgm:pt modelId="{9ABCF735-42A3-4631-8F79-4AAC0E3A3710}">
      <dgm:prSet phldrT="[Texto]"/>
      <dgm:spPr/>
      <dgm:t>
        <a:bodyPr/>
        <a:lstStyle/>
        <a:p>
          <a:r>
            <a:rPr lang="es-CO" dirty="0"/>
            <a:t>Una estructura jerárquica centralizada controla la gestión de datos en toda la organización.</a:t>
          </a:r>
        </a:p>
      </dgm:t>
    </dgm:pt>
    <dgm:pt modelId="{831136E6-1F34-4867-903A-85E5D16CFE38}" type="parTrans" cxnId="{28DD637B-CE62-4909-BBE7-2E50B0A170CE}">
      <dgm:prSet/>
      <dgm:spPr/>
      <dgm:t>
        <a:bodyPr/>
        <a:lstStyle/>
        <a:p>
          <a:endParaRPr lang="es-CO"/>
        </a:p>
      </dgm:t>
    </dgm:pt>
    <dgm:pt modelId="{F155F44F-3996-43B8-A4A9-2DF02B5F1CD7}" type="sibTrans" cxnId="{28DD637B-CE62-4909-BBE7-2E50B0A170CE}">
      <dgm:prSet/>
      <dgm:spPr/>
      <dgm:t>
        <a:bodyPr/>
        <a:lstStyle/>
        <a:p>
          <a:endParaRPr lang="es-CO"/>
        </a:p>
      </dgm:t>
    </dgm:pt>
    <dgm:pt modelId="{19ABC64E-A9C9-4ECB-83FC-ED4481DFFC61}">
      <dgm:prSet phldrT="[Texto]"/>
      <dgm:spPr/>
      <dgm:t>
        <a:bodyPr/>
        <a:lstStyle/>
        <a:p>
          <a:r>
            <a:rPr lang="es-CO" b="1" dirty="0"/>
            <a:t>Características: </a:t>
          </a:r>
          <a:r>
            <a:rPr lang="es-CO" b="0" dirty="0"/>
            <a:t>Autoridad única en el control de decisiones, mayor transparencia en las prácticas y procedimientos y facilidad en la gestión.</a:t>
          </a:r>
          <a:endParaRPr lang="es-CO" b="1" dirty="0"/>
        </a:p>
      </dgm:t>
    </dgm:pt>
    <dgm:pt modelId="{37FFD305-ED43-406B-AACA-6FD0B57165D6}" type="parTrans" cxnId="{E6E2BDAD-C09F-471A-8D5B-A24BEFFF8073}">
      <dgm:prSet/>
      <dgm:spPr/>
      <dgm:t>
        <a:bodyPr/>
        <a:lstStyle/>
        <a:p>
          <a:endParaRPr lang="es-CO"/>
        </a:p>
      </dgm:t>
    </dgm:pt>
    <dgm:pt modelId="{683A3D7F-FA9F-4FAD-94B7-E7A03B328919}" type="sibTrans" cxnId="{E6E2BDAD-C09F-471A-8D5B-A24BEFFF8073}">
      <dgm:prSet/>
      <dgm:spPr/>
      <dgm:t>
        <a:bodyPr/>
        <a:lstStyle/>
        <a:p>
          <a:endParaRPr lang="es-CO"/>
        </a:p>
      </dgm:t>
    </dgm:pt>
    <dgm:pt modelId="{4EA360B7-152B-4FE5-B83B-D43F872105D0}">
      <dgm:prSet phldrT="[Texto]"/>
      <dgm:spPr/>
      <dgm:t>
        <a:bodyPr/>
        <a:lstStyle/>
        <a:p>
          <a:r>
            <a:rPr lang="es-CO" dirty="0"/>
            <a:t>Federado</a:t>
          </a:r>
        </a:p>
      </dgm:t>
    </dgm:pt>
    <dgm:pt modelId="{EC3795E4-1EE4-4A3F-A8D1-E9C0906BC07D}" type="parTrans" cxnId="{01B36EA2-163C-4EAC-A8FC-3D8865BB3C54}">
      <dgm:prSet/>
      <dgm:spPr/>
      <dgm:t>
        <a:bodyPr/>
        <a:lstStyle/>
        <a:p>
          <a:endParaRPr lang="es-CO"/>
        </a:p>
      </dgm:t>
    </dgm:pt>
    <dgm:pt modelId="{219F6A2E-0EE9-41F6-94B5-3F5A81AF9276}" type="sibTrans" cxnId="{01B36EA2-163C-4EAC-A8FC-3D8865BB3C54}">
      <dgm:prSet/>
      <dgm:spPr/>
      <dgm:t>
        <a:bodyPr/>
        <a:lstStyle/>
        <a:p>
          <a:endParaRPr lang="es-CO"/>
        </a:p>
      </dgm:t>
    </dgm:pt>
    <dgm:pt modelId="{49DF0C15-F864-4518-97E3-3C50861155E0}">
      <dgm:prSet phldrT="[Texto]"/>
      <dgm:spPr/>
      <dgm:t>
        <a:bodyPr/>
        <a:lstStyle/>
        <a:p>
          <a:r>
            <a:rPr lang="es-CO" dirty="0"/>
            <a:t>Es un esquema entre la centralización y la descentralización, donde la estrategia es central pero la ejecución es particular.</a:t>
          </a:r>
        </a:p>
      </dgm:t>
    </dgm:pt>
    <dgm:pt modelId="{96F27A86-2695-460B-B4C6-33FFCA7B1C29}" type="parTrans" cxnId="{507C2841-0448-4155-BC1B-D0A86D7D26A3}">
      <dgm:prSet/>
      <dgm:spPr/>
      <dgm:t>
        <a:bodyPr/>
        <a:lstStyle/>
        <a:p>
          <a:endParaRPr lang="es-CO"/>
        </a:p>
      </dgm:t>
    </dgm:pt>
    <dgm:pt modelId="{A1723205-FF1F-4CE3-BED9-3593ECAEAC62}" type="sibTrans" cxnId="{507C2841-0448-4155-BC1B-D0A86D7D26A3}">
      <dgm:prSet/>
      <dgm:spPr/>
      <dgm:t>
        <a:bodyPr/>
        <a:lstStyle/>
        <a:p>
          <a:endParaRPr lang="es-CO"/>
        </a:p>
      </dgm:t>
    </dgm:pt>
    <dgm:pt modelId="{113E3592-CAB2-4860-B306-2616F28ADFE4}">
      <dgm:prSet phldrT="[Texto]"/>
      <dgm:spPr/>
      <dgm:t>
        <a:bodyPr/>
        <a:lstStyle/>
        <a:p>
          <a:r>
            <a:rPr lang="es-CO" b="1" dirty="0"/>
            <a:t>Inconvenientes: </a:t>
          </a:r>
          <a:r>
            <a:rPr lang="es-CO" b="0" dirty="0"/>
            <a:t>Complejidad en el momento de definir políticas y procedimientos, dificultad en la gestión de los datos y riesgo de eficiencia por mala implementación de la colaboración.</a:t>
          </a:r>
          <a:endParaRPr lang="es-CO" b="1" dirty="0"/>
        </a:p>
      </dgm:t>
    </dgm:pt>
    <dgm:pt modelId="{EF4305D1-7E75-42A6-B6FE-2FD03374D068}" type="parTrans" cxnId="{6D9F4188-2520-4A56-9D32-8822002A1700}">
      <dgm:prSet/>
      <dgm:spPr/>
      <dgm:t>
        <a:bodyPr/>
        <a:lstStyle/>
        <a:p>
          <a:endParaRPr lang="es-CO"/>
        </a:p>
      </dgm:t>
    </dgm:pt>
    <dgm:pt modelId="{EA6744C1-14E6-482D-9908-7669CF03E3C8}" type="sibTrans" cxnId="{6D9F4188-2520-4A56-9D32-8822002A1700}">
      <dgm:prSet/>
      <dgm:spPr/>
      <dgm:t>
        <a:bodyPr/>
        <a:lstStyle/>
        <a:p>
          <a:endParaRPr lang="es-CO"/>
        </a:p>
      </dgm:t>
    </dgm:pt>
    <dgm:pt modelId="{739591F4-701C-4335-BAF8-7816A7E964B3}">
      <dgm:prSet phldrT="[Texto]"/>
      <dgm:spPr/>
      <dgm:t>
        <a:bodyPr/>
        <a:lstStyle/>
        <a:p>
          <a:r>
            <a:rPr lang="es-CO" dirty="0"/>
            <a:t>Descentralizado</a:t>
          </a:r>
        </a:p>
      </dgm:t>
    </dgm:pt>
    <dgm:pt modelId="{FF5C867B-5EA2-4FC8-87C5-2F05910E7202}" type="parTrans" cxnId="{4B24300F-5CB1-4450-8E6A-6ED4F6116876}">
      <dgm:prSet/>
      <dgm:spPr/>
      <dgm:t>
        <a:bodyPr/>
        <a:lstStyle/>
        <a:p>
          <a:endParaRPr lang="es-CO"/>
        </a:p>
      </dgm:t>
    </dgm:pt>
    <dgm:pt modelId="{41A7A05E-74B9-47FE-9428-BA3E57311B72}" type="sibTrans" cxnId="{4B24300F-5CB1-4450-8E6A-6ED4F6116876}">
      <dgm:prSet/>
      <dgm:spPr/>
      <dgm:t>
        <a:bodyPr/>
        <a:lstStyle/>
        <a:p>
          <a:endParaRPr lang="es-CO"/>
        </a:p>
      </dgm:t>
    </dgm:pt>
    <dgm:pt modelId="{A587F513-C972-45C9-BB9E-546A1034CBBC}">
      <dgm:prSet phldrT="[Texto]"/>
      <dgm:spPr/>
      <dgm:t>
        <a:bodyPr/>
        <a:lstStyle/>
        <a:p>
          <a:r>
            <a:rPr lang="es-CO" dirty="0"/>
            <a:t>Modelo flexible que no depende de una autoridad, donde las áreas de negocio toman las decisiones de forma autónoma.</a:t>
          </a:r>
        </a:p>
      </dgm:t>
    </dgm:pt>
    <dgm:pt modelId="{30B589CF-774D-4099-8302-5F1120294482}" type="parTrans" cxnId="{848776EA-BBB9-4D82-827F-703AA64F4066}">
      <dgm:prSet/>
      <dgm:spPr/>
      <dgm:t>
        <a:bodyPr/>
        <a:lstStyle/>
        <a:p>
          <a:endParaRPr lang="es-CO"/>
        </a:p>
      </dgm:t>
    </dgm:pt>
    <dgm:pt modelId="{1C4AC9C9-88AA-4FFD-ABD0-1523C40EC643}" type="sibTrans" cxnId="{848776EA-BBB9-4D82-827F-703AA64F4066}">
      <dgm:prSet/>
      <dgm:spPr/>
      <dgm:t>
        <a:bodyPr/>
        <a:lstStyle/>
        <a:p>
          <a:endParaRPr lang="es-CO"/>
        </a:p>
      </dgm:t>
    </dgm:pt>
    <dgm:pt modelId="{4616C87A-7EEA-45F5-B1BC-29442F2FE773}">
      <dgm:prSet phldrT="[Texto]"/>
      <dgm:spPr/>
      <dgm:t>
        <a:bodyPr/>
        <a:lstStyle/>
        <a:p>
          <a:r>
            <a:rPr lang="es-CO" b="1" dirty="0"/>
            <a:t>Inconvenientes: </a:t>
          </a:r>
          <a:r>
            <a:rPr lang="es-CO" b="0" dirty="0"/>
            <a:t>Puede haber duplicidad de esfuerzos, posible pérdida en la visión general del negocio y mayor dificultad para mantener la calidad del dato.</a:t>
          </a:r>
          <a:endParaRPr lang="es-CO" b="1" dirty="0"/>
        </a:p>
      </dgm:t>
    </dgm:pt>
    <dgm:pt modelId="{E01FDD3E-EFB9-4717-B2D6-C92EBD22D0AF}" type="parTrans" cxnId="{5D849ED9-3FF4-43AA-8293-9BF41DA4750F}">
      <dgm:prSet/>
      <dgm:spPr/>
      <dgm:t>
        <a:bodyPr/>
        <a:lstStyle/>
        <a:p>
          <a:endParaRPr lang="es-CO"/>
        </a:p>
      </dgm:t>
    </dgm:pt>
    <dgm:pt modelId="{9D25784A-B014-4800-B7A3-EA250489AF1E}" type="sibTrans" cxnId="{5D849ED9-3FF4-43AA-8293-9BF41DA4750F}">
      <dgm:prSet/>
      <dgm:spPr/>
      <dgm:t>
        <a:bodyPr/>
        <a:lstStyle/>
        <a:p>
          <a:endParaRPr lang="es-CO"/>
        </a:p>
      </dgm:t>
    </dgm:pt>
    <dgm:pt modelId="{F6CA3E80-460A-46FA-B335-C4CED7732154}">
      <dgm:prSet phldrT="[Texto]"/>
      <dgm:spPr/>
      <dgm:t>
        <a:bodyPr/>
        <a:lstStyle/>
        <a:p>
          <a:r>
            <a:rPr lang="es-CO" b="1" dirty="0"/>
            <a:t>Inconvenientes: </a:t>
          </a:r>
          <a:r>
            <a:rPr lang="es-CO" b="0" dirty="0"/>
            <a:t>Falta de autonomía de las áreas de negocio, dificultad de adoptar cambios y dificultad en la integración de datos externos.</a:t>
          </a:r>
          <a:endParaRPr lang="es-CO" b="1" dirty="0"/>
        </a:p>
      </dgm:t>
    </dgm:pt>
    <dgm:pt modelId="{890882F2-79EB-444A-8152-528F620E270E}" type="parTrans" cxnId="{4F24C093-1207-4B9C-B2F2-5EA06FB6368C}">
      <dgm:prSet/>
      <dgm:spPr/>
      <dgm:t>
        <a:bodyPr/>
        <a:lstStyle/>
        <a:p>
          <a:endParaRPr lang="es-CO"/>
        </a:p>
      </dgm:t>
    </dgm:pt>
    <dgm:pt modelId="{DF44AABC-398D-4742-BE35-63629C355805}" type="sibTrans" cxnId="{4F24C093-1207-4B9C-B2F2-5EA06FB6368C}">
      <dgm:prSet/>
      <dgm:spPr/>
      <dgm:t>
        <a:bodyPr/>
        <a:lstStyle/>
        <a:p>
          <a:endParaRPr lang="es-CO"/>
        </a:p>
      </dgm:t>
    </dgm:pt>
    <dgm:pt modelId="{FA10ECB5-D5B4-481C-866A-54028AC352A1}">
      <dgm:prSet phldrT="[Texto]"/>
      <dgm:spPr/>
      <dgm:t>
        <a:bodyPr/>
        <a:lstStyle/>
        <a:p>
          <a:r>
            <a:rPr lang="es-CO" b="1" dirty="0"/>
            <a:t>Características: </a:t>
          </a:r>
          <a:r>
            <a:rPr lang="es-CO" b="0" dirty="0"/>
            <a:t>Mayor autonomía y colaboración, alta flexibilidad y particularización.</a:t>
          </a:r>
          <a:endParaRPr lang="es-CO" b="1" dirty="0"/>
        </a:p>
      </dgm:t>
    </dgm:pt>
    <dgm:pt modelId="{1BCC0D48-CCAC-4276-941E-DD2528D0AE80}" type="parTrans" cxnId="{154EFE72-67BD-4172-8BB9-CE9F13986CA9}">
      <dgm:prSet/>
      <dgm:spPr/>
      <dgm:t>
        <a:bodyPr/>
        <a:lstStyle/>
        <a:p>
          <a:endParaRPr lang="es-CO"/>
        </a:p>
      </dgm:t>
    </dgm:pt>
    <dgm:pt modelId="{D83774C7-EE9E-4025-9CFE-32074DB9EC2B}" type="sibTrans" cxnId="{154EFE72-67BD-4172-8BB9-CE9F13986CA9}">
      <dgm:prSet/>
      <dgm:spPr/>
      <dgm:t>
        <a:bodyPr/>
        <a:lstStyle/>
        <a:p>
          <a:endParaRPr lang="es-CO"/>
        </a:p>
      </dgm:t>
    </dgm:pt>
    <dgm:pt modelId="{D185DC60-12F5-43CB-8708-10BACADF6AD4}">
      <dgm:prSet phldrT="[Texto]"/>
      <dgm:spPr/>
      <dgm:t>
        <a:bodyPr/>
        <a:lstStyle/>
        <a:p>
          <a:r>
            <a:rPr lang="es-CO" b="1" dirty="0"/>
            <a:t>Características: </a:t>
          </a:r>
          <a:r>
            <a:rPr lang="es-CO" b="0" dirty="0"/>
            <a:t>Cada unidad de negocio decide sobre sus datos, existe una experticia particular en los datos y hay una respuesta rápida ante cambios en el negocio.</a:t>
          </a:r>
          <a:endParaRPr lang="es-CO" b="1" dirty="0"/>
        </a:p>
      </dgm:t>
    </dgm:pt>
    <dgm:pt modelId="{88F48B80-6988-48BC-8714-0EC42BFDCD26}" type="parTrans" cxnId="{C22D02EF-BFD3-4146-84A1-E28E2D70A1D2}">
      <dgm:prSet/>
      <dgm:spPr/>
      <dgm:t>
        <a:bodyPr/>
        <a:lstStyle/>
        <a:p>
          <a:endParaRPr lang="es-CO"/>
        </a:p>
      </dgm:t>
    </dgm:pt>
    <dgm:pt modelId="{27EA62B8-21E1-493A-A564-DA469B62D5BC}" type="sibTrans" cxnId="{C22D02EF-BFD3-4146-84A1-E28E2D70A1D2}">
      <dgm:prSet/>
      <dgm:spPr/>
      <dgm:t>
        <a:bodyPr/>
        <a:lstStyle/>
        <a:p>
          <a:endParaRPr lang="es-CO"/>
        </a:p>
      </dgm:t>
    </dgm:pt>
    <dgm:pt modelId="{015BEF0B-6E88-4245-B513-2EB8CD27A873}" type="pres">
      <dgm:prSet presAssocID="{25187EE8-9BFE-4ADD-9DDE-B47ADC0BD601}" presName="theList" presStyleCnt="0">
        <dgm:presLayoutVars>
          <dgm:dir/>
          <dgm:animLvl val="lvl"/>
          <dgm:resizeHandles val="exact"/>
        </dgm:presLayoutVars>
      </dgm:prSet>
      <dgm:spPr/>
    </dgm:pt>
    <dgm:pt modelId="{02653492-CBB3-43A4-AD74-6850FECBFDB5}" type="pres">
      <dgm:prSet presAssocID="{248A5B30-D99D-4149-B40E-8EE8A0A9AD28}" presName="compNode" presStyleCnt="0"/>
      <dgm:spPr/>
    </dgm:pt>
    <dgm:pt modelId="{23B79AFA-F6CA-4FBC-BF39-D572BB94EF5E}" type="pres">
      <dgm:prSet presAssocID="{248A5B30-D99D-4149-B40E-8EE8A0A9AD28}" presName="aNode" presStyleLbl="bgShp" presStyleIdx="0" presStyleCnt="3"/>
      <dgm:spPr/>
    </dgm:pt>
    <dgm:pt modelId="{9547BB25-8F3E-4E3D-8BD1-0A15071A6CC0}" type="pres">
      <dgm:prSet presAssocID="{248A5B30-D99D-4149-B40E-8EE8A0A9AD28}" presName="textNode" presStyleLbl="bgShp" presStyleIdx="0" presStyleCnt="3"/>
      <dgm:spPr/>
    </dgm:pt>
    <dgm:pt modelId="{32100FA2-17E5-4C3D-95F8-B5101248E201}" type="pres">
      <dgm:prSet presAssocID="{248A5B30-D99D-4149-B40E-8EE8A0A9AD28}" presName="compChildNode" presStyleCnt="0"/>
      <dgm:spPr/>
    </dgm:pt>
    <dgm:pt modelId="{65EEB1E8-1789-4C44-87E2-2B38AC32F411}" type="pres">
      <dgm:prSet presAssocID="{248A5B30-D99D-4149-B40E-8EE8A0A9AD28}" presName="theInnerList" presStyleCnt="0"/>
      <dgm:spPr/>
    </dgm:pt>
    <dgm:pt modelId="{037B5C3F-69B8-4CC2-9A19-5BECC2A76068}" type="pres">
      <dgm:prSet presAssocID="{9ABCF735-42A3-4631-8F79-4AAC0E3A3710}" presName="childNode" presStyleLbl="node1" presStyleIdx="0" presStyleCnt="9">
        <dgm:presLayoutVars>
          <dgm:bulletEnabled val="1"/>
        </dgm:presLayoutVars>
      </dgm:prSet>
      <dgm:spPr/>
    </dgm:pt>
    <dgm:pt modelId="{1B846496-6654-410B-8511-61941B93D6A2}" type="pres">
      <dgm:prSet presAssocID="{9ABCF735-42A3-4631-8F79-4AAC0E3A3710}" presName="aSpace2" presStyleCnt="0"/>
      <dgm:spPr/>
    </dgm:pt>
    <dgm:pt modelId="{5022BBB4-3634-471D-AF86-1EC532FEF47E}" type="pres">
      <dgm:prSet presAssocID="{19ABC64E-A9C9-4ECB-83FC-ED4481DFFC61}" presName="childNode" presStyleLbl="node1" presStyleIdx="1" presStyleCnt="9">
        <dgm:presLayoutVars>
          <dgm:bulletEnabled val="1"/>
        </dgm:presLayoutVars>
      </dgm:prSet>
      <dgm:spPr/>
    </dgm:pt>
    <dgm:pt modelId="{9A865775-4442-4461-AA1F-9ED870DB3D70}" type="pres">
      <dgm:prSet presAssocID="{19ABC64E-A9C9-4ECB-83FC-ED4481DFFC61}" presName="aSpace2" presStyleCnt="0"/>
      <dgm:spPr/>
    </dgm:pt>
    <dgm:pt modelId="{1E5AA53D-C77E-4980-B68F-F23754906BD6}" type="pres">
      <dgm:prSet presAssocID="{F6CA3E80-460A-46FA-B335-C4CED7732154}" presName="childNode" presStyleLbl="node1" presStyleIdx="2" presStyleCnt="9">
        <dgm:presLayoutVars>
          <dgm:bulletEnabled val="1"/>
        </dgm:presLayoutVars>
      </dgm:prSet>
      <dgm:spPr/>
    </dgm:pt>
    <dgm:pt modelId="{F70E1EC0-F0B6-4452-8B00-821D1D6B7798}" type="pres">
      <dgm:prSet presAssocID="{248A5B30-D99D-4149-B40E-8EE8A0A9AD28}" presName="aSpace" presStyleCnt="0"/>
      <dgm:spPr/>
    </dgm:pt>
    <dgm:pt modelId="{2FBCC3A0-289F-480C-AC52-162CC6270B2C}" type="pres">
      <dgm:prSet presAssocID="{4EA360B7-152B-4FE5-B83B-D43F872105D0}" presName="compNode" presStyleCnt="0"/>
      <dgm:spPr/>
    </dgm:pt>
    <dgm:pt modelId="{32ECBF3D-634B-4022-9117-EDB7154BEDF2}" type="pres">
      <dgm:prSet presAssocID="{4EA360B7-152B-4FE5-B83B-D43F872105D0}" presName="aNode" presStyleLbl="bgShp" presStyleIdx="1" presStyleCnt="3"/>
      <dgm:spPr/>
    </dgm:pt>
    <dgm:pt modelId="{C837C82D-597C-44ED-B61F-C790252D7EEA}" type="pres">
      <dgm:prSet presAssocID="{4EA360B7-152B-4FE5-B83B-D43F872105D0}" presName="textNode" presStyleLbl="bgShp" presStyleIdx="1" presStyleCnt="3"/>
      <dgm:spPr/>
    </dgm:pt>
    <dgm:pt modelId="{2FF6FEF5-87F5-471E-A72F-3C5C773C6366}" type="pres">
      <dgm:prSet presAssocID="{4EA360B7-152B-4FE5-B83B-D43F872105D0}" presName="compChildNode" presStyleCnt="0"/>
      <dgm:spPr/>
    </dgm:pt>
    <dgm:pt modelId="{CE1B4E54-83AA-4109-AECC-5C01903343C4}" type="pres">
      <dgm:prSet presAssocID="{4EA360B7-152B-4FE5-B83B-D43F872105D0}" presName="theInnerList" presStyleCnt="0"/>
      <dgm:spPr/>
    </dgm:pt>
    <dgm:pt modelId="{1EA84F22-5567-483A-968E-A2CA79E3A541}" type="pres">
      <dgm:prSet presAssocID="{49DF0C15-F864-4518-97E3-3C50861155E0}" presName="childNode" presStyleLbl="node1" presStyleIdx="3" presStyleCnt="9">
        <dgm:presLayoutVars>
          <dgm:bulletEnabled val="1"/>
        </dgm:presLayoutVars>
      </dgm:prSet>
      <dgm:spPr/>
    </dgm:pt>
    <dgm:pt modelId="{6BD64DAA-62E3-4428-B434-DCC7B0A35BFE}" type="pres">
      <dgm:prSet presAssocID="{49DF0C15-F864-4518-97E3-3C50861155E0}" presName="aSpace2" presStyleCnt="0"/>
      <dgm:spPr/>
    </dgm:pt>
    <dgm:pt modelId="{41EBE598-6F5C-4E27-97C8-7C620B0FA7E2}" type="pres">
      <dgm:prSet presAssocID="{FA10ECB5-D5B4-481C-866A-54028AC352A1}" presName="childNode" presStyleLbl="node1" presStyleIdx="4" presStyleCnt="9">
        <dgm:presLayoutVars>
          <dgm:bulletEnabled val="1"/>
        </dgm:presLayoutVars>
      </dgm:prSet>
      <dgm:spPr/>
    </dgm:pt>
    <dgm:pt modelId="{02226A6F-9A78-4465-B120-FA48719B9DAA}" type="pres">
      <dgm:prSet presAssocID="{FA10ECB5-D5B4-481C-866A-54028AC352A1}" presName="aSpace2" presStyleCnt="0"/>
      <dgm:spPr/>
    </dgm:pt>
    <dgm:pt modelId="{7DD230C9-7E0A-46F8-9418-05E6CEDD09A6}" type="pres">
      <dgm:prSet presAssocID="{113E3592-CAB2-4860-B306-2616F28ADFE4}" presName="childNode" presStyleLbl="node1" presStyleIdx="5" presStyleCnt="9">
        <dgm:presLayoutVars>
          <dgm:bulletEnabled val="1"/>
        </dgm:presLayoutVars>
      </dgm:prSet>
      <dgm:spPr/>
    </dgm:pt>
    <dgm:pt modelId="{DF63FD0D-6D3B-4D76-A5EF-5095024A3E32}" type="pres">
      <dgm:prSet presAssocID="{4EA360B7-152B-4FE5-B83B-D43F872105D0}" presName="aSpace" presStyleCnt="0"/>
      <dgm:spPr/>
    </dgm:pt>
    <dgm:pt modelId="{1A444608-D6EA-4F3C-AFFD-85400805FE80}" type="pres">
      <dgm:prSet presAssocID="{739591F4-701C-4335-BAF8-7816A7E964B3}" presName="compNode" presStyleCnt="0"/>
      <dgm:spPr/>
    </dgm:pt>
    <dgm:pt modelId="{6E6FD2CB-A413-4E66-81BF-A9CD4AEBC283}" type="pres">
      <dgm:prSet presAssocID="{739591F4-701C-4335-BAF8-7816A7E964B3}" presName="aNode" presStyleLbl="bgShp" presStyleIdx="2" presStyleCnt="3"/>
      <dgm:spPr/>
    </dgm:pt>
    <dgm:pt modelId="{9529DD7E-119B-4A60-AC10-5BA2696007BA}" type="pres">
      <dgm:prSet presAssocID="{739591F4-701C-4335-BAF8-7816A7E964B3}" presName="textNode" presStyleLbl="bgShp" presStyleIdx="2" presStyleCnt="3"/>
      <dgm:spPr/>
    </dgm:pt>
    <dgm:pt modelId="{9FA4DD23-73F3-49E1-8EA6-F2DB8C9B3041}" type="pres">
      <dgm:prSet presAssocID="{739591F4-701C-4335-BAF8-7816A7E964B3}" presName="compChildNode" presStyleCnt="0"/>
      <dgm:spPr/>
    </dgm:pt>
    <dgm:pt modelId="{96EFADFA-0CAC-4A3E-9B39-779BA4E1AE0B}" type="pres">
      <dgm:prSet presAssocID="{739591F4-701C-4335-BAF8-7816A7E964B3}" presName="theInnerList" presStyleCnt="0"/>
      <dgm:spPr/>
    </dgm:pt>
    <dgm:pt modelId="{19BCFA8C-E2FD-4057-A7BB-A23D21CCD2F1}" type="pres">
      <dgm:prSet presAssocID="{A587F513-C972-45C9-BB9E-546A1034CBBC}" presName="childNode" presStyleLbl="node1" presStyleIdx="6" presStyleCnt="9">
        <dgm:presLayoutVars>
          <dgm:bulletEnabled val="1"/>
        </dgm:presLayoutVars>
      </dgm:prSet>
      <dgm:spPr/>
    </dgm:pt>
    <dgm:pt modelId="{4BED1D11-BBB0-45E9-8DEF-75D5D7549D40}" type="pres">
      <dgm:prSet presAssocID="{A587F513-C972-45C9-BB9E-546A1034CBBC}" presName="aSpace2" presStyleCnt="0"/>
      <dgm:spPr/>
    </dgm:pt>
    <dgm:pt modelId="{CB6CC613-F3A7-4243-982B-D8E1D23DC6BE}" type="pres">
      <dgm:prSet presAssocID="{D185DC60-12F5-43CB-8708-10BACADF6AD4}" presName="childNode" presStyleLbl="node1" presStyleIdx="7" presStyleCnt="9">
        <dgm:presLayoutVars>
          <dgm:bulletEnabled val="1"/>
        </dgm:presLayoutVars>
      </dgm:prSet>
      <dgm:spPr/>
    </dgm:pt>
    <dgm:pt modelId="{F1987344-6565-4D78-825E-88511760B8C8}" type="pres">
      <dgm:prSet presAssocID="{D185DC60-12F5-43CB-8708-10BACADF6AD4}" presName="aSpace2" presStyleCnt="0"/>
      <dgm:spPr/>
    </dgm:pt>
    <dgm:pt modelId="{63EA4152-E6C2-43FD-8B55-24859462A38C}" type="pres">
      <dgm:prSet presAssocID="{4616C87A-7EEA-45F5-B1BC-29442F2FE773}" presName="childNode" presStyleLbl="node1" presStyleIdx="8" presStyleCnt="9">
        <dgm:presLayoutVars>
          <dgm:bulletEnabled val="1"/>
        </dgm:presLayoutVars>
      </dgm:prSet>
      <dgm:spPr/>
    </dgm:pt>
  </dgm:ptLst>
  <dgm:cxnLst>
    <dgm:cxn modelId="{F73FD30A-F98F-490A-9EE8-06E8291C87C3}" type="presOf" srcId="{D185DC60-12F5-43CB-8708-10BACADF6AD4}" destId="{CB6CC613-F3A7-4243-982B-D8E1D23DC6BE}" srcOrd="0" destOrd="0" presId="urn:microsoft.com/office/officeart/2005/8/layout/lProcess2"/>
    <dgm:cxn modelId="{4B24300F-5CB1-4450-8E6A-6ED4F6116876}" srcId="{25187EE8-9BFE-4ADD-9DDE-B47ADC0BD601}" destId="{739591F4-701C-4335-BAF8-7816A7E964B3}" srcOrd="2" destOrd="0" parTransId="{FF5C867B-5EA2-4FC8-87C5-2F05910E7202}" sibTransId="{41A7A05E-74B9-47FE-9428-BA3E57311B72}"/>
    <dgm:cxn modelId="{D31E611C-6988-4338-BB82-8CD264F5436B}" type="presOf" srcId="{19ABC64E-A9C9-4ECB-83FC-ED4481DFFC61}" destId="{5022BBB4-3634-471D-AF86-1EC532FEF47E}" srcOrd="0" destOrd="0" presId="urn:microsoft.com/office/officeart/2005/8/layout/lProcess2"/>
    <dgm:cxn modelId="{6EEC821D-D2FF-46E2-90D9-70ABF8306F2D}" type="presOf" srcId="{4EA360B7-152B-4FE5-B83B-D43F872105D0}" destId="{32ECBF3D-634B-4022-9117-EDB7154BEDF2}" srcOrd="0" destOrd="0" presId="urn:microsoft.com/office/officeart/2005/8/layout/lProcess2"/>
    <dgm:cxn modelId="{28A7AC2D-8FDC-4D07-81D2-B52CFF77865B}" srcId="{25187EE8-9BFE-4ADD-9DDE-B47ADC0BD601}" destId="{248A5B30-D99D-4149-B40E-8EE8A0A9AD28}" srcOrd="0" destOrd="0" parTransId="{55E4C8EB-07E4-4804-A881-BD82DF2C89C4}" sibTransId="{890B3F5E-66B7-45FC-B269-A1C150B772FC}"/>
    <dgm:cxn modelId="{507C2841-0448-4155-BC1B-D0A86D7D26A3}" srcId="{4EA360B7-152B-4FE5-B83B-D43F872105D0}" destId="{49DF0C15-F864-4518-97E3-3C50861155E0}" srcOrd="0" destOrd="0" parTransId="{96F27A86-2695-460B-B4C6-33FFCA7B1C29}" sibTransId="{A1723205-FF1F-4CE3-BED9-3593ECAEAC62}"/>
    <dgm:cxn modelId="{51E2114E-BF1A-476D-8FE1-11F7F7A99B99}" type="presOf" srcId="{49DF0C15-F864-4518-97E3-3C50861155E0}" destId="{1EA84F22-5567-483A-968E-A2CA79E3A541}" srcOrd="0" destOrd="0" presId="urn:microsoft.com/office/officeart/2005/8/layout/lProcess2"/>
    <dgm:cxn modelId="{B3B0BF67-BA33-4FD3-8DB6-938FC9A0B10A}" type="presOf" srcId="{F6CA3E80-460A-46FA-B335-C4CED7732154}" destId="{1E5AA53D-C77E-4980-B68F-F23754906BD6}" srcOrd="0" destOrd="0" presId="urn:microsoft.com/office/officeart/2005/8/layout/lProcess2"/>
    <dgm:cxn modelId="{A37C5871-8EEF-4203-AA05-9EFA21EB4CE4}" type="presOf" srcId="{4EA360B7-152B-4FE5-B83B-D43F872105D0}" destId="{C837C82D-597C-44ED-B61F-C790252D7EEA}" srcOrd="1" destOrd="0" presId="urn:microsoft.com/office/officeart/2005/8/layout/lProcess2"/>
    <dgm:cxn modelId="{154EFE72-67BD-4172-8BB9-CE9F13986CA9}" srcId="{4EA360B7-152B-4FE5-B83B-D43F872105D0}" destId="{FA10ECB5-D5B4-481C-866A-54028AC352A1}" srcOrd="1" destOrd="0" parTransId="{1BCC0D48-CCAC-4276-941E-DD2528D0AE80}" sibTransId="{D83774C7-EE9E-4025-9CFE-32074DB9EC2B}"/>
    <dgm:cxn modelId="{EAB7E579-EB82-4B2B-A471-3BE93DCF99C4}" type="presOf" srcId="{739591F4-701C-4335-BAF8-7816A7E964B3}" destId="{6E6FD2CB-A413-4E66-81BF-A9CD4AEBC283}" srcOrd="0" destOrd="0" presId="urn:microsoft.com/office/officeart/2005/8/layout/lProcess2"/>
    <dgm:cxn modelId="{28DD637B-CE62-4909-BBE7-2E50B0A170CE}" srcId="{248A5B30-D99D-4149-B40E-8EE8A0A9AD28}" destId="{9ABCF735-42A3-4631-8F79-4AAC0E3A3710}" srcOrd="0" destOrd="0" parTransId="{831136E6-1F34-4867-903A-85E5D16CFE38}" sibTransId="{F155F44F-3996-43B8-A4A9-2DF02B5F1CD7}"/>
    <dgm:cxn modelId="{6D9F4188-2520-4A56-9D32-8822002A1700}" srcId="{4EA360B7-152B-4FE5-B83B-D43F872105D0}" destId="{113E3592-CAB2-4860-B306-2616F28ADFE4}" srcOrd="2" destOrd="0" parTransId="{EF4305D1-7E75-42A6-B6FE-2FD03374D068}" sibTransId="{EA6744C1-14E6-482D-9908-7669CF03E3C8}"/>
    <dgm:cxn modelId="{4F24C093-1207-4B9C-B2F2-5EA06FB6368C}" srcId="{248A5B30-D99D-4149-B40E-8EE8A0A9AD28}" destId="{F6CA3E80-460A-46FA-B335-C4CED7732154}" srcOrd="2" destOrd="0" parTransId="{890882F2-79EB-444A-8152-528F620E270E}" sibTransId="{DF44AABC-398D-4742-BE35-63629C355805}"/>
    <dgm:cxn modelId="{DA7EDA9E-D455-4101-A71E-AED3DA8257BE}" type="presOf" srcId="{9ABCF735-42A3-4631-8F79-4AAC0E3A3710}" destId="{037B5C3F-69B8-4CC2-9A19-5BECC2A76068}" srcOrd="0" destOrd="0" presId="urn:microsoft.com/office/officeart/2005/8/layout/lProcess2"/>
    <dgm:cxn modelId="{01B36EA2-163C-4EAC-A8FC-3D8865BB3C54}" srcId="{25187EE8-9BFE-4ADD-9DDE-B47ADC0BD601}" destId="{4EA360B7-152B-4FE5-B83B-D43F872105D0}" srcOrd="1" destOrd="0" parTransId="{EC3795E4-1EE4-4A3F-A8D1-E9C0906BC07D}" sibTransId="{219F6A2E-0EE9-41F6-94B5-3F5A81AF9276}"/>
    <dgm:cxn modelId="{0D9F00A3-F498-45BE-966F-ABCDABA4FA46}" type="presOf" srcId="{4616C87A-7EEA-45F5-B1BC-29442F2FE773}" destId="{63EA4152-E6C2-43FD-8B55-24859462A38C}" srcOrd="0" destOrd="0" presId="urn:microsoft.com/office/officeart/2005/8/layout/lProcess2"/>
    <dgm:cxn modelId="{E6E2BDAD-C09F-471A-8D5B-A24BEFFF8073}" srcId="{248A5B30-D99D-4149-B40E-8EE8A0A9AD28}" destId="{19ABC64E-A9C9-4ECB-83FC-ED4481DFFC61}" srcOrd="1" destOrd="0" parTransId="{37FFD305-ED43-406B-AACA-6FD0B57165D6}" sibTransId="{683A3D7F-FA9F-4FAD-94B7-E7A03B328919}"/>
    <dgm:cxn modelId="{D30E00B6-1407-484A-84CB-7F4E84572380}" type="presOf" srcId="{113E3592-CAB2-4860-B306-2616F28ADFE4}" destId="{7DD230C9-7E0A-46F8-9418-05E6CEDD09A6}" srcOrd="0" destOrd="0" presId="urn:microsoft.com/office/officeart/2005/8/layout/lProcess2"/>
    <dgm:cxn modelId="{78EE80B8-149D-4299-BD4C-BFC5C6C3634A}" type="presOf" srcId="{A587F513-C972-45C9-BB9E-546A1034CBBC}" destId="{19BCFA8C-E2FD-4057-A7BB-A23D21CCD2F1}" srcOrd="0" destOrd="0" presId="urn:microsoft.com/office/officeart/2005/8/layout/lProcess2"/>
    <dgm:cxn modelId="{C60AADD2-3CC3-4729-A05D-70DC7CBCF854}" type="presOf" srcId="{25187EE8-9BFE-4ADD-9DDE-B47ADC0BD601}" destId="{015BEF0B-6E88-4245-B513-2EB8CD27A873}" srcOrd="0" destOrd="0" presId="urn:microsoft.com/office/officeart/2005/8/layout/lProcess2"/>
    <dgm:cxn modelId="{B67B3DD4-1245-406A-ACAC-00C600860B5F}" type="presOf" srcId="{248A5B30-D99D-4149-B40E-8EE8A0A9AD28}" destId="{9547BB25-8F3E-4E3D-8BD1-0A15071A6CC0}" srcOrd="1" destOrd="0" presId="urn:microsoft.com/office/officeart/2005/8/layout/lProcess2"/>
    <dgm:cxn modelId="{248291D5-1525-4023-8400-882F119754E2}" type="presOf" srcId="{739591F4-701C-4335-BAF8-7816A7E964B3}" destId="{9529DD7E-119B-4A60-AC10-5BA2696007BA}" srcOrd="1" destOrd="0" presId="urn:microsoft.com/office/officeart/2005/8/layout/lProcess2"/>
    <dgm:cxn modelId="{5D849ED9-3FF4-43AA-8293-9BF41DA4750F}" srcId="{739591F4-701C-4335-BAF8-7816A7E964B3}" destId="{4616C87A-7EEA-45F5-B1BC-29442F2FE773}" srcOrd="2" destOrd="0" parTransId="{E01FDD3E-EFB9-4717-B2D6-C92EBD22D0AF}" sibTransId="{9D25784A-B014-4800-B7A3-EA250489AF1E}"/>
    <dgm:cxn modelId="{848776EA-BBB9-4D82-827F-703AA64F4066}" srcId="{739591F4-701C-4335-BAF8-7816A7E964B3}" destId="{A587F513-C972-45C9-BB9E-546A1034CBBC}" srcOrd="0" destOrd="0" parTransId="{30B589CF-774D-4099-8302-5F1120294482}" sibTransId="{1C4AC9C9-88AA-4FFD-ABD0-1523C40EC643}"/>
    <dgm:cxn modelId="{C22D02EF-BFD3-4146-84A1-E28E2D70A1D2}" srcId="{739591F4-701C-4335-BAF8-7816A7E964B3}" destId="{D185DC60-12F5-43CB-8708-10BACADF6AD4}" srcOrd="1" destOrd="0" parTransId="{88F48B80-6988-48BC-8714-0EC42BFDCD26}" sibTransId="{27EA62B8-21E1-493A-A564-DA469B62D5BC}"/>
    <dgm:cxn modelId="{AF2DF6FB-0F38-461E-966B-9B7BA7BC0099}" type="presOf" srcId="{FA10ECB5-D5B4-481C-866A-54028AC352A1}" destId="{41EBE598-6F5C-4E27-97C8-7C620B0FA7E2}" srcOrd="0" destOrd="0" presId="urn:microsoft.com/office/officeart/2005/8/layout/lProcess2"/>
    <dgm:cxn modelId="{2CFEFEFC-546E-4776-883F-4503C6030BC6}" type="presOf" srcId="{248A5B30-D99D-4149-B40E-8EE8A0A9AD28}" destId="{23B79AFA-F6CA-4FBC-BF39-D572BB94EF5E}" srcOrd="0" destOrd="0" presId="urn:microsoft.com/office/officeart/2005/8/layout/lProcess2"/>
    <dgm:cxn modelId="{6D0FB880-D33C-4E3A-B7FE-FA167D201038}" type="presParOf" srcId="{015BEF0B-6E88-4245-B513-2EB8CD27A873}" destId="{02653492-CBB3-43A4-AD74-6850FECBFDB5}" srcOrd="0" destOrd="0" presId="urn:microsoft.com/office/officeart/2005/8/layout/lProcess2"/>
    <dgm:cxn modelId="{76D15994-DED2-48D0-A143-1A005C6F7F27}" type="presParOf" srcId="{02653492-CBB3-43A4-AD74-6850FECBFDB5}" destId="{23B79AFA-F6CA-4FBC-BF39-D572BB94EF5E}" srcOrd="0" destOrd="0" presId="urn:microsoft.com/office/officeart/2005/8/layout/lProcess2"/>
    <dgm:cxn modelId="{F763A0CE-B059-4A33-B09F-1A526E75FFB6}" type="presParOf" srcId="{02653492-CBB3-43A4-AD74-6850FECBFDB5}" destId="{9547BB25-8F3E-4E3D-8BD1-0A15071A6CC0}" srcOrd="1" destOrd="0" presId="urn:microsoft.com/office/officeart/2005/8/layout/lProcess2"/>
    <dgm:cxn modelId="{C02CF9CB-53F5-40C8-9E6A-3C1C7ED9AF8D}" type="presParOf" srcId="{02653492-CBB3-43A4-AD74-6850FECBFDB5}" destId="{32100FA2-17E5-4C3D-95F8-B5101248E201}" srcOrd="2" destOrd="0" presId="urn:microsoft.com/office/officeart/2005/8/layout/lProcess2"/>
    <dgm:cxn modelId="{799004B0-34B9-45EE-8AA9-9DC67F9FF806}" type="presParOf" srcId="{32100FA2-17E5-4C3D-95F8-B5101248E201}" destId="{65EEB1E8-1789-4C44-87E2-2B38AC32F411}" srcOrd="0" destOrd="0" presId="urn:microsoft.com/office/officeart/2005/8/layout/lProcess2"/>
    <dgm:cxn modelId="{67D3D197-5AE8-45BB-B36E-AB2D6A1F8847}" type="presParOf" srcId="{65EEB1E8-1789-4C44-87E2-2B38AC32F411}" destId="{037B5C3F-69B8-4CC2-9A19-5BECC2A76068}" srcOrd="0" destOrd="0" presId="urn:microsoft.com/office/officeart/2005/8/layout/lProcess2"/>
    <dgm:cxn modelId="{12189CF5-ACBA-4BA3-8FA5-EA06752752A3}" type="presParOf" srcId="{65EEB1E8-1789-4C44-87E2-2B38AC32F411}" destId="{1B846496-6654-410B-8511-61941B93D6A2}" srcOrd="1" destOrd="0" presId="urn:microsoft.com/office/officeart/2005/8/layout/lProcess2"/>
    <dgm:cxn modelId="{607E533D-3C19-4495-A3AE-D6AA1A81C4EE}" type="presParOf" srcId="{65EEB1E8-1789-4C44-87E2-2B38AC32F411}" destId="{5022BBB4-3634-471D-AF86-1EC532FEF47E}" srcOrd="2" destOrd="0" presId="urn:microsoft.com/office/officeart/2005/8/layout/lProcess2"/>
    <dgm:cxn modelId="{21FE627A-BFA9-4F6B-91BC-0944B8840752}" type="presParOf" srcId="{65EEB1E8-1789-4C44-87E2-2B38AC32F411}" destId="{9A865775-4442-4461-AA1F-9ED870DB3D70}" srcOrd="3" destOrd="0" presId="urn:microsoft.com/office/officeart/2005/8/layout/lProcess2"/>
    <dgm:cxn modelId="{5403CFE8-A363-42E8-9262-8ACC37F3D950}" type="presParOf" srcId="{65EEB1E8-1789-4C44-87E2-2B38AC32F411}" destId="{1E5AA53D-C77E-4980-B68F-F23754906BD6}" srcOrd="4" destOrd="0" presId="urn:microsoft.com/office/officeart/2005/8/layout/lProcess2"/>
    <dgm:cxn modelId="{76C90ABB-5802-4874-8294-7FC1AD2C0DB2}" type="presParOf" srcId="{015BEF0B-6E88-4245-B513-2EB8CD27A873}" destId="{F70E1EC0-F0B6-4452-8B00-821D1D6B7798}" srcOrd="1" destOrd="0" presId="urn:microsoft.com/office/officeart/2005/8/layout/lProcess2"/>
    <dgm:cxn modelId="{C0094E32-3928-4814-A65A-E5515218FD4F}" type="presParOf" srcId="{015BEF0B-6E88-4245-B513-2EB8CD27A873}" destId="{2FBCC3A0-289F-480C-AC52-162CC6270B2C}" srcOrd="2" destOrd="0" presId="urn:microsoft.com/office/officeart/2005/8/layout/lProcess2"/>
    <dgm:cxn modelId="{8DFEC006-A9BB-41C9-B3C1-B8C9F585C9D3}" type="presParOf" srcId="{2FBCC3A0-289F-480C-AC52-162CC6270B2C}" destId="{32ECBF3D-634B-4022-9117-EDB7154BEDF2}" srcOrd="0" destOrd="0" presId="urn:microsoft.com/office/officeart/2005/8/layout/lProcess2"/>
    <dgm:cxn modelId="{885FDF77-E377-4778-B1BC-D44D0078EB61}" type="presParOf" srcId="{2FBCC3A0-289F-480C-AC52-162CC6270B2C}" destId="{C837C82D-597C-44ED-B61F-C790252D7EEA}" srcOrd="1" destOrd="0" presId="urn:microsoft.com/office/officeart/2005/8/layout/lProcess2"/>
    <dgm:cxn modelId="{BBAFDE73-EC82-4A70-9032-691D43E871C3}" type="presParOf" srcId="{2FBCC3A0-289F-480C-AC52-162CC6270B2C}" destId="{2FF6FEF5-87F5-471E-A72F-3C5C773C6366}" srcOrd="2" destOrd="0" presId="urn:microsoft.com/office/officeart/2005/8/layout/lProcess2"/>
    <dgm:cxn modelId="{A220A56A-992C-4CF7-BBCA-D8ECD41144FD}" type="presParOf" srcId="{2FF6FEF5-87F5-471E-A72F-3C5C773C6366}" destId="{CE1B4E54-83AA-4109-AECC-5C01903343C4}" srcOrd="0" destOrd="0" presId="urn:microsoft.com/office/officeart/2005/8/layout/lProcess2"/>
    <dgm:cxn modelId="{A101FC2C-295E-4F23-9AD7-DA1501886E74}" type="presParOf" srcId="{CE1B4E54-83AA-4109-AECC-5C01903343C4}" destId="{1EA84F22-5567-483A-968E-A2CA79E3A541}" srcOrd="0" destOrd="0" presId="urn:microsoft.com/office/officeart/2005/8/layout/lProcess2"/>
    <dgm:cxn modelId="{93246CE3-0AF4-4B49-84DE-DBFC36F4655B}" type="presParOf" srcId="{CE1B4E54-83AA-4109-AECC-5C01903343C4}" destId="{6BD64DAA-62E3-4428-B434-DCC7B0A35BFE}" srcOrd="1" destOrd="0" presId="urn:microsoft.com/office/officeart/2005/8/layout/lProcess2"/>
    <dgm:cxn modelId="{1B268FE5-F7FD-47D3-8A75-7F26CAB398CA}" type="presParOf" srcId="{CE1B4E54-83AA-4109-AECC-5C01903343C4}" destId="{41EBE598-6F5C-4E27-97C8-7C620B0FA7E2}" srcOrd="2" destOrd="0" presId="urn:microsoft.com/office/officeart/2005/8/layout/lProcess2"/>
    <dgm:cxn modelId="{37E01ECD-F66D-4EAA-9398-E7182DF14D70}" type="presParOf" srcId="{CE1B4E54-83AA-4109-AECC-5C01903343C4}" destId="{02226A6F-9A78-4465-B120-FA48719B9DAA}" srcOrd="3" destOrd="0" presId="urn:microsoft.com/office/officeart/2005/8/layout/lProcess2"/>
    <dgm:cxn modelId="{DE78260F-8B1D-4447-BB65-924D10B5E214}" type="presParOf" srcId="{CE1B4E54-83AA-4109-AECC-5C01903343C4}" destId="{7DD230C9-7E0A-46F8-9418-05E6CEDD09A6}" srcOrd="4" destOrd="0" presId="urn:microsoft.com/office/officeart/2005/8/layout/lProcess2"/>
    <dgm:cxn modelId="{44A099A5-9A98-4771-BCF7-C771841E45C0}" type="presParOf" srcId="{015BEF0B-6E88-4245-B513-2EB8CD27A873}" destId="{DF63FD0D-6D3B-4D76-A5EF-5095024A3E32}" srcOrd="3" destOrd="0" presId="urn:microsoft.com/office/officeart/2005/8/layout/lProcess2"/>
    <dgm:cxn modelId="{D6FBE5BB-BD3C-445A-A4B8-814F2902DC9B}" type="presParOf" srcId="{015BEF0B-6E88-4245-B513-2EB8CD27A873}" destId="{1A444608-D6EA-4F3C-AFFD-85400805FE80}" srcOrd="4" destOrd="0" presId="urn:microsoft.com/office/officeart/2005/8/layout/lProcess2"/>
    <dgm:cxn modelId="{2E5BE0DA-AAF9-4AB4-8CE5-D37C6108D169}" type="presParOf" srcId="{1A444608-D6EA-4F3C-AFFD-85400805FE80}" destId="{6E6FD2CB-A413-4E66-81BF-A9CD4AEBC283}" srcOrd="0" destOrd="0" presId="urn:microsoft.com/office/officeart/2005/8/layout/lProcess2"/>
    <dgm:cxn modelId="{5B098935-18AD-403C-8082-B7F1F17C0793}" type="presParOf" srcId="{1A444608-D6EA-4F3C-AFFD-85400805FE80}" destId="{9529DD7E-119B-4A60-AC10-5BA2696007BA}" srcOrd="1" destOrd="0" presId="urn:microsoft.com/office/officeart/2005/8/layout/lProcess2"/>
    <dgm:cxn modelId="{DF33BF85-AC87-4F24-948A-8BB99BDBD498}" type="presParOf" srcId="{1A444608-D6EA-4F3C-AFFD-85400805FE80}" destId="{9FA4DD23-73F3-49E1-8EA6-F2DB8C9B3041}" srcOrd="2" destOrd="0" presId="urn:microsoft.com/office/officeart/2005/8/layout/lProcess2"/>
    <dgm:cxn modelId="{AA9D89BA-0B4C-47BD-8A3C-940FF57497B3}" type="presParOf" srcId="{9FA4DD23-73F3-49E1-8EA6-F2DB8C9B3041}" destId="{96EFADFA-0CAC-4A3E-9B39-779BA4E1AE0B}" srcOrd="0" destOrd="0" presId="urn:microsoft.com/office/officeart/2005/8/layout/lProcess2"/>
    <dgm:cxn modelId="{DBAFBEEE-50D9-48BB-8830-C47E7BCBB0C3}" type="presParOf" srcId="{96EFADFA-0CAC-4A3E-9B39-779BA4E1AE0B}" destId="{19BCFA8C-E2FD-4057-A7BB-A23D21CCD2F1}" srcOrd="0" destOrd="0" presId="urn:microsoft.com/office/officeart/2005/8/layout/lProcess2"/>
    <dgm:cxn modelId="{7DBB3E1D-32A6-4124-BFB2-0B268B2DC6CF}" type="presParOf" srcId="{96EFADFA-0CAC-4A3E-9B39-779BA4E1AE0B}" destId="{4BED1D11-BBB0-45E9-8DEF-75D5D7549D40}" srcOrd="1" destOrd="0" presId="urn:microsoft.com/office/officeart/2005/8/layout/lProcess2"/>
    <dgm:cxn modelId="{004B4582-9C5B-452B-8749-24A4360CB310}" type="presParOf" srcId="{96EFADFA-0CAC-4A3E-9B39-779BA4E1AE0B}" destId="{CB6CC613-F3A7-4243-982B-D8E1D23DC6BE}" srcOrd="2" destOrd="0" presId="urn:microsoft.com/office/officeart/2005/8/layout/lProcess2"/>
    <dgm:cxn modelId="{531D2AA6-CD1F-4F3B-99C9-9D97134AE531}" type="presParOf" srcId="{96EFADFA-0CAC-4A3E-9B39-779BA4E1AE0B}" destId="{F1987344-6565-4D78-825E-88511760B8C8}" srcOrd="3" destOrd="0" presId="urn:microsoft.com/office/officeart/2005/8/layout/lProcess2"/>
    <dgm:cxn modelId="{C01D26CE-3DE6-4097-BE44-B95D213F90D0}" type="presParOf" srcId="{96EFADFA-0CAC-4A3E-9B39-779BA4E1AE0B}" destId="{63EA4152-E6C2-43FD-8B55-24859462A38C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27B9C1B-CC5F-4FA8-B64C-053FDD90230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78EB965A-FA5D-43EA-A406-FB6565443E17}">
      <dgm:prSet phldrT="[Texto]"/>
      <dgm:spPr/>
      <dgm:t>
        <a:bodyPr/>
        <a:lstStyle/>
        <a:p>
          <a:r>
            <a:rPr lang="es-CO" dirty="0"/>
            <a:t>Construir consciencia alrededor del manejo de datos</a:t>
          </a:r>
        </a:p>
      </dgm:t>
    </dgm:pt>
    <dgm:pt modelId="{CA10B504-6220-413E-B066-D476ED166585}" type="parTrans" cxnId="{B3ADE949-F69E-4414-A00E-5DFAF2CBC650}">
      <dgm:prSet/>
      <dgm:spPr/>
      <dgm:t>
        <a:bodyPr/>
        <a:lstStyle/>
        <a:p>
          <a:endParaRPr lang="es-CO"/>
        </a:p>
      </dgm:t>
    </dgm:pt>
    <dgm:pt modelId="{5D5958A2-AA29-4101-BBFA-794961965839}" type="sibTrans" cxnId="{B3ADE949-F69E-4414-A00E-5DFAF2CBC650}">
      <dgm:prSet/>
      <dgm:spPr/>
      <dgm:t>
        <a:bodyPr/>
        <a:lstStyle/>
        <a:p>
          <a:endParaRPr lang="es-CO"/>
        </a:p>
      </dgm:t>
    </dgm:pt>
    <dgm:pt modelId="{F3164B18-4AB1-4F64-AE58-CF5A7C1CAF51}">
      <dgm:prSet phldrT="[Texto]"/>
      <dgm:spPr/>
      <dgm:t>
        <a:bodyPr/>
        <a:lstStyle/>
        <a:p>
          <a:r>
            <a:rPr lang="es-CO" dirty="0"/>
            <a:t>Proveer definiciones estándar de roles, entregables y terminología</a:t>
          </a:r>
        </a:p>
      </dgm:t>
    </dgm:pt>
    <dgm:pt modelId="{BDA7F9A4-9500-47A4-97DB-385C52B67B84}" type="parTrans" cxnId="{CB187E12-0765-4919-BAA5-EF1A5B442861}">
      <dgm:prSet/>
      <dgm:spPr/>
      <dgm:t>
        <a:bodyPr/>
        <a:lstStyle/>
        <a:p>
          <a:endParaRPr lang="es-CO"/>
        </a:p>
      </dgm:t>
    </dgm:pt>
    <dgm:pt modelId="{EA220871-BD89-4131-B103-0C5738C16F09}" type="sibTrans" cxnId="{CB187E12-0765-4919-BAA5-EF1A5B442861}">
      <dgm:prSet/>
      <dgm:spPr/>
      <dgm:t>
        <a:bodyPr/>
        <a:lstStyle/>
        <a:p>
          <a:endParaRPr lang="es-CO"/>
        </a:p>
      </dgm:t>
    </dgm:pt>
    <dgm:pt modelId="{9BBFAA38-FC18-4497-9397-57F03CDBF241}">
      <dgm:prSet phldrT="[Texto]"/>
      <dgm:spPr/>
      <dgm:t>
        <a:bodyPr/>
        <a:lstStyle/>
        <a:p>
          <a:r>
            <a:rPr lang="es-CO" dirty="0"/>
            <a:t>Identificar principios guía para la administración de datos</a:t>
          </a:r>
        </a:p>
      </dgm:t>
    </dgm:pt>
    <dgm:pt modelId="{15F02869-109B-4966-8495-C612CAD592DB}" type="parTrans" cxnId="{15D34058-FA19-48FE-B63E-ABBBCD8C865C}">
      <dgm:prSet/>
      <dgm:spPr/>
      <dgm:t>
        <a:bodyPr/>
        <a:lstStyle/>
        <a:p>
          <a:endParaRPr lang="es-CO"/>
        </a:p>
      </dgm:t>
    </dgm:pt>
    <dgm:pt modelId="{2B70603E-7E27-40E2-8FE7-A1B7A80E5104}" type="sibTrans" cxnId="{15D34058-FA19-48FE-B63E-ABBBCD8C865C}">
      <dgm:prSet/>
      <dgm:spPr/>
      <dgm:t>
        <a:bodyPr/>
        <a:lstStyle/>
        <a:p>
          <a:endParaRPr lang="es-CO"/>
        </a:p>
      </dgm:t>
    </dgm:pt>
    <dgm:pt modelId="{93771B26-395F-42F7-9CA6-5FDE7E5C4C70}">
      <dgm:prSet phldrT="[Texto]"/>
      <dgm:spPr/>
      <dgm:t>
        <a:bodyPr/>
        <a:lstStyle/>
        <a:p>
          <a:r>
            <a:rPr lang="es-CO" dirty="0"/>
            <a:t>Clarificar el alcance y los límites de las actividades de administración de datos</a:t>
          </a:r>
        </a:p>
      </dgm:t>
    </dgm:pt>
    <dgm:pt modelId="{C7A4F1B2-6D66-483F-89FE-1DFECCB3F94A}" type="parTrans" cxnId="{22430054-1E7D-4F61-A3C4-D4E184D6F014}">
      <dgm:prSet/>
      <dgm:spPr/>
      <dgm:t>
        <a:bodyPr/>
        <a:lstStyle/>
        <a:p>
          <a:endParaRPr lang="es-CO"/>
        </a:p>
      </dgm:t>
    </dgm:pt>
    <dgm:pt modelId="{518C73B2-87F5-4081-8339-77C0FE242ADB}" type="sibTrans" cxnId="{22430054-1E7D-4F61-A3C4-D4E184D6F014}">
      <dgm:prSet/>
      <dgm:spPr/>
      <dgm:t>
        <a:bodyPr/>
        <a:lstStyle/>
        <a:p>
          <a:endParaRPr lang="es-CO"/>
        </a:p>
      </dgm:t>
    </dgm:pt>
    <dgm:pt modelId="{656D5542-803B-405C-B45D-4A5C87F8B0DD}">
      <dgm:prSet phldrT="[Texto]"/>
      <dgm:spPr/>
      <dgm:t>
        <a:bodyPr/>
        <a:lstStyle/>
        <a:p>
          <a:r>
            <a:rPr lang="es-CO" dirty="0"/>
            <a:t>Proveer una vista de buenas prácticas en administración de datos</a:t>
          </a:r>
        </a:p>
      </dgm:t>
    </dgm:pt>
    <dgm:pt modelId="{4C2A6BA2-E00D-422A-9203-B3BC1F94151C}" type="parTrans" cxnId="{0696B654-01DB-450D-8A96-2E79C80F655E}">
      <dgm:prSet/>
      <dgm:spPr/>
      <dgm:t>
        <a:bodyPr/>
        <a:lstStyle/>
        <a:p>
          <a:endParaRPr lang="es-CO"/>
        </a:p>
      </dgm:t>
    </dgm:pt>
    <dgm:pt modelId="{41BACCAF-6490-44C5-93B2-B045702ED80D}" type="sibTrans" cxnId="{0696B654-01DB-450D-8A96-2E79C80F655E}">
      <dgm:prSet/>
      <dgm:spPr/>
      <dgm:t>
        <a:bodyPr/>
        <a:lstStyle/>
        <a:p>
          <a:endParaRPr lang="es-CO"/>
        </a:p>
      </dgm:t>
    </dgm:pt>
    <dgm:pt modelId="{98753502-0B0D-42E2-B567-F9204E550906}">
      <dgm:prSet/>
      <dgm:spPr/>
      <dgm:t>
        <a:bodyPr/>
        <a:lstStyle/>
        <a:p>
          <a:r>
            <a:rPr lang="es-CO" dirty="0"/>
            <a:t>Proveer componentes organizacionales y culturales</a:t>
          </a:r>
        </a:p>
      </dgm:t>
    </dgm:pt>
    <dgm:pt modelId="{54A54B57-C854-48D3-82CA-FA304F045FC3}" type="parTrans" cxnId="{4D4229FD-AF81-47AE-BA19-FA5583880A27}">
      <dgm:prSet/>
      <dgm:spPr/>
      <dgm:t>
        <a:bodyPr/>
        <a:lstStyle/>
        <a:p>
          <a:endParaRPr lang="es-CO"/>
        </a:p>
      </dgm:t>
    </dgm:pt>
    <dgm:pt modelId="{8D10C548-770C-4E6C-B03F-E44B49B51086}" type="sibTrans" cxnId="{4D4229FD-AF81-47AE-BA19-FA5583880A27}">
      <dgm:prSet/>
      <dgm:spPr/>
      <dgm:t>
        <a:bodyPr/>
        <a:lstStyle/>
        <a:p>
          <a:endParaRPr lang="es-CO"/>
        </a:p>
      </dgm:t>
    </dgm:pt>
    <dgm:pt modelId="{2C64C1EF-DD0A-44E5-9154-BDD191AB2A42}">
      <dgm:prSet/>
      <dgm:spPr/>
      <dgm:t>
        <a:bodyPr/>
        <a:lstStyle/>
        <a:p>
          <a:r>
            <a:rPr lang="es-CO" dirty="0"/>
            <a:t>Identificar estrategias para la madurez en gestión de datos</a:t>
          </a:r>
        </a:p>
      </dgm:t>
    </dgm:pt>
    <dgm:pt modelId="{E20A3E8C-2D9A-438C-9310-7CEEB9D0FD76}" type="parTrans" cxnId="{1A9D1FD2-20A2-4DEB-8B58-55B66936D4DC}">
      <dgm:prSet/>
      <dgm:spPr/>
      <dgm:t>
        <a:bodyPr/>
        <a:lstStyle/>
        <a:p>
          <a:endParaRPr lang="es-CO"/>
        </a:p>
      </dgm:t>
    </dgm:pt>
    <dgm:pt modelId="{915940BD-95BE-43A1-AEE6-FAA4E551E86B}" type="sibTrans" cxnId="{1A9D1FD2-20A2-4DEB-8B58-55B66936D4DC}">
      <dgm:prSet/>
      <dgm:spPr/>
      <dgm:t>
        <a:bodyPr/>
        <a:lstStyle/>
        <a:p>
          <a:endParaRPr lang="es-CO"/>
        </a:p>
      </dgm:t>
    </dgm:pt>
    <dgm:pt modelId="{21BA9665-63D6-4570-B890-3619C3B40188}">
      <dgm:prSet/>
      <dgm:spPr/>
      <dgm:t>
        <a:bodyPr/>
        <a:lstStyle/>
        <a:p>
          <a:r>
            <a:rPr lang="es-CO" dirty="0"/>
            <a:t>Proveer recursos adicionales y material para el entendimiento de la administración de datos</a:t>
          </a:r>
        </a:p>
      </dgm:t>
    </dgm:pt>
    <dgm:pt modelId="{223301B4-C5D0-4E5E-847B-08642742DC83}" type="parTrans" cxnId="{6D7A0E02-148C-456A-BD55-BC72B48DC40B}">
      <dgm:prSet/>
      <dgm:spPr/>
      <dgm:t>
        <a:bodyPr/>
        <a:lstStyle/>
        <a:p>
          <a:endParaRPr lang="es-CO"/>
        </a:p>
      </dgm:t>
    </dgm:pt>
    <dgm:pt modelId="{F729D0E4-60AE-45F2-87F8-7401FB06586E}" type="sibTrans" cxnId="{6D7A0E02-148C-456A-BD55-BC72B48DC40B}">
      <dgm:prSet/>
      <dgm:spPr/>
      <dgm:t>
        <a:bodyPr/>
        <a:lstStyle/>
        <a:p>
          <a:endParaRPr lang="es-CO"/>
        </a:p>
      </dgm:t>
    </dgm:pt>
    <dgm:pt modelId="{9054A191-C353-4278-983A-0F65553C0B21}" type="pres">
      <dgm:prSet presAssocID="{E27B9C1B-CC5F-4FA8-B64C-053FDD90230F}" presName="diagram" presStyleCnt="0">
        <dgm:presLayoutVars>
          <dgm:dir/>
          <dgm:resizeHandles val="exact"/>
        </dgm:presLayoutVars>
      </dgm:prSet>
      <dgm:spPr/>
    </dgm:pt>
    <dgm:pt modelId="{793821C1-A240-4400-A298-A5E129E4D17A}" type="pres">
      <dgm:prSet presAssocID="{78EB965A-FA5D-43EA-A406-FB6565443E17}" presName="node" presStyleLbl="node1" presStyleIdx="0" presStyleCnt="8">
        <dgm:presLayoutVars>
          <dgm:bulletEnabled val="1"/>
        </dgm:presLayoutVars>
      </dgm:prSet>
      <dgm:spPr/>
    </dgm:pt>
    <dgm:pt modelId="{767763BC-48AC-43FC-B873-7ECCB1512255}" type="pres">
      <dgm:prSet presAssocID="{5D5958A2-AA29-4101-BBFA-794961965839}" presName="sibTrans" presStyleCnt="0"/>
      <dgm:spPr/>
    </dgm:pt>
    <dgm:pt modelId="{D946945B-CBFB-4DE7-B319-54C624942DFC}" type="pres">
      <dgm:prSet presAssocID="{F3164B18-4AB1-4F64-AE58-CF5A7C1CAF51}" presName="node" presStyleLbl="node1" presStyleIdx="1" presStyleCnt="8">
        <dgm:presLayoutVars>
          <dgm:bulletEnabled val="1"/>
        </dgm:presLayoutVars>
      </dgm:prSet>
      <dgm:spPr/>
    </dgm:pt>
    <dgm:pt modelId="{4AAF0223-07B7-422E-9348-EBF57CE7F8B1}" type="pres">
      <dgm:prSet presAssocID="{EA220871-BD89-4131-B103-0C5738C16F09}" presName="sibTrans" presStyleCnt="0"/>
      <dgm:spPr/>
    </dgm:pt>
    <dgm:pt modelId="{D40CDCE9-5754-45DC-9E1C-7B4E2A5BAFD9}" type="pres">
      <dgm:prSet presAssocID="{9BBFAA38-FC18-4497-9397-57F03CDBF241}" presName="node" presStyleLbl="node1" presStyleIdx="2" presStyleCnt="8">
        <dgm:presLayoutVars>
          <dgm:bulletEnabled val="1"/>
        </dgm:presLayoutVars>
      </dgm:prSet>
      <dgm:spPr/>
    </dgm:pt>
    <dgm:pt modelId="{EC7F2E63-EE6A-4C38-86F0-46E539485A17}" type="pres">
      <dgm:prSet presAssocID="{2B70603E-7E27-40E2-8FE7-A1B7A80E5104}" presName="sibTrans" presStyleCnt="0"/>
      <dgm:spPr/>
    </dgm:pt>
    <dgm:pt modelId="{B7E3E243-E142-4E64-88DA-F1E001014677}" type="pres">
      <dgm:prSet presAssocID="{93771B26-395F-42F7-9CA6-5FDE7E5C4C70}" presName="node" presStyleLbl="node1" presStyleIdx="3" presStyleCnt="8">
        <dgm:presLayoutVars>
          <dgm:bulletEnabled val="1"/>
        </dgm:presLayoutVars>
      </dgm:prSet>
      <dgm:spPr/>
    </dgm:pt>
    <dgm:pt modelId="{31602FBC-95FA-433D-BD67-1F1A47DCBDE5}" type="pres">
      <dgm:prSet presAssocID="{518C73B2-87F5-4081-8339-77C0FE242ADB}" presName="sibTrans" presStyleCnt="0"/>
      <dgm:spPr/>
    </dgm:pt>
    <dgm:pt modelId="{74E5A3A6-83A0-4A0B-86EB-3DA8EDEFB80B}" type="pres">
      <dgm:prSet presAssocID="{656D5542-803B-405C-B45D-4A5C87F8B0DD}" presName="node" presStyleLbl="node1" presStyleIdx="4" presStyleCnt="8">
        <dgm:presLayoutVars>
          <dgm:bulletEnabled val="1"/>
        </dgm:presLayoutVars>
      </dgm:prSet>
      <dgm:spPr/>
    </dgm:pt>
    <dgm:pt modelId="{6854EA6C-4D60-4820-AE24-B392D75F15B2}" type="pres">
      <dgm:prSet presAssocID="{41BACCAF-6490-44C5-93B2-B045702ED80D}" presName="sibTrans" presStyleCnt="0"/>
      <dgm:spPr/>
    </dgm:pt>
    <dgm:pt modelId="{A949F8B0-D4AA-420B-9260-DA3A723674A5}" type="pres">
      <dgm:prSet presAssocID="{98753502-0B0D-42E2-B567-F9204E550906}" presName="node" presStyleLbl="node1" presStyleIdx="5" presStyleCnt="8">
        <dgm:presLayoutVars>
          <dgm:bulletEnabled val="1"/>
        </dgm:presLayoutVars>
      </dgm:prSet>
      <dgm:spPr/>
    </dgm:pt>
    <dgm:pt modelId="{89C01E89-D291-47D8-A711-51DC6A7EC960}" type="pres">
      <dgm:prSet presAssocID="{8D10C548-770C-4E6C-B03F-E44B49B51086}" presName="sibTrans" presStyleCnt="0"/>
      <dgm:spPr/>
    </dgm:pt>
    <dgm:pt modelId="{DED3CC16-8C38-41F4-B16F-E0C6A2FE2CDD}" type="pres">
      <dgm:prSet presAssocID="{2C64C1EF-DD0A-44E5-9154-BDD191AB2A42}" presName="node" presStyleLbl="node1" presStyleIdx="6" presStyleCnt="8">
        <dgm:presLayoutVars>
          <dgm:bulletEnabled val="1"/>
        </dgm:presLayoutVars>
      </dgm:prSet>
      <dgm:spPr/>
    </dgm:pt>
    <dgm:pt modelId="{99F312B3-D2A1-4710-8B0F-5497EABD6292}" type="pres">
      <dgm:prSet presAssocID="{915940BD-95BE-43A1-AEE6-FAA4E551E86B}" presName="sibTrans" presStyleCnt="0"/>
      <dgm:spPr/>
    </dgm:pt>
    <dgm:pt modelId="{82D8B891-A687-4BB2-AB04-D22AC9B3C287}" type="pres">
      <dgm:prSet presAssocID="{21BA9665-63D6-4570-B890-3619C3B40188}" presName="node" presStyleLbl="node1" presStyleIdx="7" presStyleCnt="8">
        <dgm:presLayoutVars>
          <dgm:bulletEnabled val="1"/>
        </dgm:presLayoutVars>
      </dgm:prSet>
      <dgm:spPr/>
    </dgm:pt>
  </dgm:ptLst>
  <dgm:cxnLst>
    <dgm:cxn modelId="{6D7A0E02-148C-456A-BD55-BC72B48DC40B}" srcId="{E27B9C1B-CC5F-4FA8-B64C-053FDD90230F}" destId="{21BA9665-63D6-4570-B890-3619C3B40188}" srcOrd="7" destOrd="0" parTransId="{223301B4-C5D0-4E5E-847B-08642742DC83}" sibTransId="{F729D0E4-60AE-45F2-87F8-7401FB06586E}"/>
    <dgm:cxn modelId="{7498840A-7602-4CCA-B60E-62CF194BE76E}" type="presOf" srcId="{2C64C1EF-DD0A-44E5-9154-BDD191AB2A42}" destId="{DED3CC16-8C38-41F4-B16F-E0C6A2FE2CDD}" srcOrd="0" destOrd="0" presId="urn:microsoft.com/office/officeart/2005/8/layout/default"/>
    <dgm:cxn modelId="{CB187E12-0765-4919-BAA5-EF1A5B442861}" srcId="{E27B9C1B-CC5F-4FA8-B64C-053FDD90230F}" destId="{F3164B18-4AB1-4F64-AE58-CF5A7C1CAF51}" srcOrd="1" destOrd="0" parTransId="{BDA7F9A4-9500-47A4-97DB-385C52B67B84}" sibTransId="{EA220871-BD89-4131-B103-0C5738C16F09}"/>
    <dgm:cxn modelId="{C476241B-3FD7-46F8-8277-2E7F00007C97}" type="presOf" srcId="{9BBFAA38-FC18-4497-9397-57F03CDBF241}" destId="{D40CDCE9-5754-45DC-9E1C-7B4E2A5BAFD9}" srcOrd="0" destOrd="0" presId="urn:microsoft.com/office/officeart/2005/8/layout/default"/>
    <dgm:cxn modelId="{8328DF1D-9278-4FFD-BBD8-4A4E81D2ACC9}" type="presOf" srcId="{F3164B18-4AB1-4F64-AE58-CF5A7C1CAF51}" destId="{D946945B-CBFB-4DE7-B319-54C624942DFC}" srcOrd="0" destOrd="0" presId="urn:microsoft.com/office/officeart/2005/8/layout/default"/>
    <dgm:cxn modelId="{0D0B8A45-14B5-4D6D-B7AB-A2C103EB91D6}" type="presOf" srcId="{78EB965A-FA5D-43EA-A406-FB6565443E17}" destId="{793821C1-A240-4400-A298-A5E129E4D17A}" srcOrd="0" destOrd="0" presId="urn:microsoft.com/office/officeart/2005/8/layout/default"/>
    <dgm:cxn modelId="{B3ADE949-F69E-4414-A00E-5DFAF2CBC650}" srcId="{E27B9C1B-CC5F-4FA8-B64C-053FDD90230F}" destId="{78EB965A-FA5D-43EA-A406-FB6565443E17}" srcOrd="0" destOrd="0" parTransId="{CA10B504-6220-413E-B066-D476ED166585}" sibTransId="{5D5958A2-AA29-4101-BBFA-794961965839}"/>
    <dgm:cxn modelId="{5868764D-6AC0-49F3-90FF-1517D9A19BFB}" type="presOf" srcId="{21BA9665-63D6-4570-B890-3619C3B40188}" destId="{82D8B891-A687-4BB2-AB04-D22AC9B3C287}" srcOrd="0" destOrd="0" presId="urn:microsoft.com/office/officeart/2005/8/layout/default"/>
    <dgm:cxn modelId="{22430054-1E7D-4F61-A3C4-D4E184D6F014}" srcId="{E27B9C1B-CC5F-4FA8-B64C-053FDD90230F}" destId="{93771B26-395F-42F7-9CA6-5FDE7E5C4C70}" srcOrd="3" destOrd="0" parTransId="{C7A4F1B2-6D66-483F-89FE-1DFECCB3F94A}" sibTransId="{518C73B2-87F5-4081-8339-77C0FE242ADB}"/>
    <dgm:cxn modelId="{0696B654-01DB-450D-8A96-2E79C80F655E}" srcId="{E27B9C1B-CC5F-4FA8-B64C-053FDD90230F}" destId="{656D5542-803B-405C-B45D-4A5C87F8B0DD}" srcOrd="4" destOrd="0" parTransId="{4C2A6BA2-E00D-422A-9203-B3BC1F94151C}" sibTransId="{41BACCAF-6490-44C5-93B2-B045702ED80D}"/>
    <dgm:cxn modelId="{15D34058-FA19-48FE-B63E-ABBBCD8C865C}" srcId="{E27B9C1B-CC5F-4FA8-B64C-053FDD90230F}" destId="{9BBFAA38-FC18-4497-9397-57F03CDBF241}" srcOrd="2" destOrd="0" parTransId="{15F02869-109B-4966-8495-C612CAD592DB}" sibTransId="{2B70603E-7E27-40E2-8FE7-A1B7A80E5104}"/>
    <dgm:cxn modelId="{3654605B-2DED-44D9-82BA-94CE136C75D8}" type="presOf" srcId="{656D5542-803B-405C-B45D-4A5C87F8B0DD}" destId="{74E5A3A6-83A0-4A0B-86EB-3DA8EDEFB80B}" srcOrd="0" destOrd="0" presId="urn:microsoft.com/office/officeart/2005/8/layout/default"/>
    <dgm:cxn modelId="{D999ED91-2305-482E-90F4-799198D36E5E}" type="presOf" srcId="{93771B26-395F-42F7-9CA6-5FDE7E5C4C70}" destId="{B7E3E243-E142-4E64-88DA-F1E001014677}" srcOrd="0" destOrd="0" presId="urn:microsoft.com/office/officeart/2005/8/layout/default"/>
    <dgm:cxn modelId="{EDB6E999-4447-4347-ADF4-6C3A31CE1E71}" type="presOf" srcId="{E27B9C1B-CC5F-4FA8-B64C-053FDD90230F}" destId="{9054A191-C353-4278-983A-0F65553C0B21}" srcOrd="0" destOrd="0" presId="urn:microsoft.com/office/officeart/2005/8/layout/default"/>
    <dgm:cxn modelId="{04B234B9-CC85-4842-A72E-B3686358C04E}" type="presOf" srcId="{98753502-0B0D-42E2-B567-F9204E550906}" destId="{A949F8B0-D4AA-420B-9260-DA3A723674A5}" srcOrd="0" destOrd="0" presId="urn:microsoft.com/office/officeart/2005/8/layout/default"/>
    <dgm:cxn modelId="{1A9D1FD2-20A2-4DEB-8B58-55B66936D4DC}" srcId="{E27B9C1B-CC5F-4FA8-B64C-053FDD90230F}" destId="{2C64C1EF-DD0A-44E5-9154-BDD191AB2A42}" srcOrd="6" destOrd="0" parTransId="{E20A3E8C-2D9A-438C-9310-7CEEB9D0FD76}" sibTransId="{915940BD-95BE-43A1-AEE6-FAA4E551E86B}"/>
    <dgm:cxn modelId="{4D4229FD-AF81-47AE-BA19-FA5583880A27}" srcId="{E27B9C1B-CC5F-4FA8-B64C-053FDD90230F}" destId="{98753502-0B0D-42E2-B567-F9204E550906}" srcOrd="5" destOrd="0" parTransId="{54A54B57-C854-48D3-82CA-FA304F045FC3}" sibTransId="{8D10C548-770C-4E6C-B03F-E44B49B51086}"/>
    <dgm:cxn modelId="{92D3ABDA-EF3D-4BBF-84E9-B4D7B378AE5B}" type="presParOf" srcId="{9054A191-C353-4278-983A-0F65553C0B21}" destId="{793821C1-A240-4400-A298-A5E129E4D17A}" srcOrd="0" destOrd="0" presId="urn:microsoft.com/office/officeart/2005/8/layout/default"/>
    <dgm:cxn modelId="{CB50824F-9500-4686-98B0-A01EF3899E00}" type="presParOf" srcId="{9054A191-C353-4278-983A-0F65553C0B21}" destId="{767763BC-48AC-43FC-B873-7ECCB1512255}" srcOrd="1" destOrd="0" presId="urn:microsoft.com/office/officeart/2005/8/layout/default"/>
    <dgm:cxn modelId="{0FD5B382-8A2C-46B3-8DDA-36B6E041B2A1}" type="presParOf" srcId="{9054A191-C353-4278-983A-0F65553C0B21}" destId="{D946945B-CBFB-4DE7-B319-54C624942DFC}" srcOrd="2" destOrd="0" presId="urn:microsoft.com/office/officeart/2005/8/layout/default"/>
    <dgm:cxn modelId="{8B896181-5DC8-480F-BE16-A34A39F968D9}" type="presParOf" srcId="{9054A191-C353-4278-983A-0F65553C0B21}" destId="{4AAF0223-07B7-422E-9348-EBF57CE7F8B1}" srcOrd="3" destOrd="0" presId="urn:microsoft.com/office/officeart/2005/8/layout/default"/>
    <dgm:cxn modelId="{4ED7E5EE-1C0B-4373-9A71-42FAE8D619F5}" type="presParOf" srcId="{9054A191-C353-4278-983A-0F65553C0B21}" destId="{D40CDCE9-5754-45DC-9E1C-7B4E2A5BAFD9}" srcOrd="4" destOrd="0" presId="urn:microsoft.com/office/officeart/2005/8/layout/default"/>
    <dgm:cxn modelId="{80090F09-382E-409B-80D2-44692AEE4F99}" type="presParOf" srcId="{9054A191-C353-4278-983A-0F65553C0B21}" destId="{EC7F2E63-EE6A-4C38-86F0-46E539485A17}" srcOrd="5" destOrd="0" presId="urn:microsoft.com/office/officeart/2005/8/layout/default"/>
    <dgm:cxn modelId="{E04BA95F-A315-4914-8EB4-4CD3CD8B0088}" type="presParOf" srcId="{9054A191-C353-4278-983A-0F65553C0B21}" destId="{B7E3E243-E142-4E64-88DA-F1E001014677}" srcOrd="6" destOrd="0" presId="urn:microsoft.com/office/officeart/2005/8/layout/default"/>
    <dgm:cxn modelId="{45BC9A0E-95EE-4764-A2BD-CD69C054D864}" type="presParOf" srcId="{9054A191-C353-4278-983A-0F65553C0B21}" destId="{31602FBC-95FA-433D-BD67-1F1A47DCBDE5}" srcOrd="7" destOrd="0" presId="urn:microsoft.com/office/officeart/2005/8/layout/default"/>
    <dgm:cxn modelId="{26D8DB5B-988D-4957-9BEE-AB9F2FE8A096}" type="presParOf" srcId="{9054A191-C353-4278-983A-0F65553C0B21}" destId="{74E5A3A6-83A0-4A0B-86EB-3DA8EDEFB80B}" srcOrd="8" destOrd="0" presId="urn:microsoft.com/office/officeart/2005/8/layout/default"/>
    <dgm:cxn modelId="{2E417F4F-BAFD-4729-AF18-4DC70CF9D92C}" type="presParOf" srcId="{9054A191-C353-4278-983A-0F65553C0B21}" destId="{6854EA6C-4D60-4820-AE24-B392D75F15B2}" srcOrd="9" destOrd="0" presId="urn:microsoft.com/office/officeart/2005/8/layout/default"/>
    <dgm:cxn modelId="{F8BF47CF-94CC-47D1-96DD-254CDDA2B519}" type="presParOf" srcId="{9054A191-C353-4278-983A-0F65553C0B21}" destId="{A949F8B0-D4AA-420B-9260-DA3A723674A5}" srcOrd="10" destOrd="0" presId="urn:microsoft.com/office/officeart/2005/8/layout/default"/>
    <dgm:cxn modelId="{2718F7E0-47F9-4E52-A00F-836D63D44DA1}" type="presParOf" srcId="{9054A191-C353-4278-983A-0F65553C0B21}" destId="{89C01E89-D291-47D8-A711-51DC6A7EC960}" srcOrd="11" destOrd="0" presId="urn:microsoft.com/office/officeart/2005/8/layout/default"/>
    <dgm:cxn modelId="{5F7913CE-E5A7-4EF6-9A7D-0B3C1AA0DAF8}" type="presParOf" srcId="{9054A191-C353-4278-983A-0F65553C0B21}" destId="{DED3CC16-8C38-41F4-B16F-E0C6A2FE2CDD}" srcOrd="12" destOrd="0" presId="urn:microsoft.com/office/officeart/2005/8/layout/default"/>
    <dgm:cxn modelId="{2749ED43-2F21-408A-8744-D85C383D0C08}" type="presParOf" srcId="{9054A191-C353-4278-983A-0F65553C0B21}" destId="{99F312B3-D2A1-4710-8B0F-5497EABD6292}" srcOrd="13" destOrd="0" presId="urn:microsoft.com/office/officeart/2005/8/layout/default"/>
    <dgm:cxn modelId="{DC1CA75C-CDFA-46CA-AA69-BD6B01A2CE53}" type="presParOf" srcId="{9054A191-C353-4278-983A-0F65553C0B21}" destId="{82D8B891-A687-4BB2-AB04-D22AC9B3C287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3BFDE54-5DA1-42B0-B384-E0AD794EAC3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39E2CFD2-6AEE-4D22-B59D-227B36C87020}">
      <dgm:prSet phldrT="[Texto]" custT="1"/>
      <dgm:spPr/>
      <dgm:t>
        <a:bodyPr/>
        <a:lstStyle/>
        <a:p>
          <a:r>
            <a:rPr lang="es-CO" sz="1800" dirty="0"/>
            <a:t>Capa estratégica</a:t>
          </a:r>
        </a:p>
      </dgm:t>
    </dgm:pt>
    <dgm:pt modelId="{DBAD9B0D-B24E-4DC6-A987-41B5D499CEEA}" type="parTrans" cxnId="{47F4460E-DAE6-45CF-A833-0E3CA9436922}">
      <dgm:prSet/>
      <dgm:spPr/>
      <dgm:t>
        <a:bodyPr/>
        <a:lstStyle/>
        <a:p>
          <a:endParaRPr lang="es-CO" sz="1200"/>
        </a:p>
      </dgm:t>
    </dgm:pt>
    <dgm:pt modelId="{3C32E06B-0FB8-49BC-AEFB-7741FCC66118}" type="sibTrans" cxnId="{47F4460E-DAE6-45CF-A833-0E3CA9436922}">
      <dgm:prSet/>
      <dgm:spPr/>
      <dgm:t>
        <a:bodyPr/>
        <a:lstStyle/>
        <a:p>
          <a:endParaRPr lang="es-CO" sz="1200"/>
        </a:p>
      </dgm:t>
    </dgm:pt>
    <dgm:pt modelId="{54FFD4DC-EE88-45F3-A2B7-D31B8702D426}">
      <dgm:prSet phldrT="[Texto]" custT="1"/>
      <dgm:spPr/>
      <dgm:t>
        <a:bodyPr/>
        <a:lstStyle/>
        <a:p>
          <a:r>
            <a:rPr lang="es-CO" sz="1400" dirty="0"/>
            <a:t>Gobierno de datos</a:t>
          </a:r>
        </a:p>
      </dgm:t>
    </dgm:pt>
    <dgm:pt modelId="{B1443A80-55B6-4E43-81E3-00250FCA721D}" type="parTrans" cxnId="{C78F8E3C-7A98-4463-B164-9181DF91E402}">
      <dgm:prSet/>
      <dgm:spPr/>
      <dgm:t>
        <a:bodyPr/>
        <a:lstStyle/>
        <a:p>
          <a:endParaRPr lang="es-CO" sz="1200"/>
        </a:p>
      </dgm:t>
    </dgm:pt>
    <dgm:pt modelId="{0B2C9FA1-BB35-447E-A75A-6439CDABB8F5}" type="sibTrans" cxnId="{C78F8E3C-7A98-4463-B164-9181DF91E402}">
      <dgm:prSet/>
      <dgm:spPr/>
      <dgm:t>
        <a:bodyPr/>
        <a:lstStyle/>
        <a:p>
          <a:endParaRPr lang="es-CO" sz="1200"/>
        </a:p>
      </dgm:t>
    </dgm:pt>
    <dgm:pt modelId="{068B517E-2FA1-4CE6-A876-0832F0195316}">
      <dgm:prSet phldrT="[Texto]" custT="1"/>
      <dgm:spPr/>
      <dgm:t>
        <a:bodyPr/>
        <a:lstStyle/>
        <a:p>
          <a:r>
            <a:rPr lang="es-CO" sz="1800" dirty="0"/>
            <a:t>Capa táctica</a:t>
          </a:r>
        </a:p>
      </dgm:t>
    </dgm:pt>
    <dgm:pt modelId="{1DFE61AC-5602-48F5-8038-2382EED5B94A}" type="parTrans" cxnId="{BC86594D-6443-4E7E-B2AC-F6220C462F2B}">
      <dgm:prSet/>
      <dgm:spPr/>
      <dgm:t>
        <a:bodyPr/>
        <a:lstStyle/>
        <a:p>
          <a:endParaRPr lang="es-CO" sz="1200"/>
        </a:p>
      </dgm:t>
    </dgm:pt>
    <dgm:pt modelId="{BD990356-6649-4702-98BC-BDC2CEEEBD8D}" type="sibTrans" cxnId="{BC86594D-6443-4E7E-B2AC-F6220C462F2B}">
      <dgm:prSet/>
      <dgm:spPr/>
      <dgm:t>
        <a:bodyPr/>
        <a:lstStyle/>
        <a:p>
          <a:endParaRPr lang="es-CO" sz="1200"/>
        </a:p>
      </dgm:t>
    </dgm:pt>
    <dgm:pt modelId="{4EECA372-4331-4870-A53D-E9F59126CCCE}">
      <dgm:prSet phldrT="[Texto]" custT="1"/>
      <dgm:spPr/>
      <dgm:t>
        <a:bodyPr/>
        <a:lstStyle/>
        <a:p>
          <a:r>
            <a:rPr lang="es-CO" sz="1400" dirty="0"/>
            <a:t>Diseño y modelado de datos</a:t>
          </a:r>
        </a:p>
      </dgm:t>
    </dgm:pt>
    <dgm:pt modelId="{853DF1F7-450A-42B6-8883-920BB85BC4D0}" type="parTrans" cxnId="{12A34A97-2235-4A68-8E20-E9B5E0AF4E7E}">
      <dgm:prSet/>
      <dgm:spPr/>
      <dgm:t>
        <a:bodyPr/>
        <a:lstStyle/>
        <a:p>
          <a:endParaRPr lang="es-CO" sz="1200"/>
        </a:p>
      </dgm:t>
    </dgm:pt>
    <dgm:pt modelId="{F42DCBA5-4E80-449A-A6A8-A7C6B25D0B7B}" type="sibTrans" cxnId="{12A34A97-2235-4A68-8E20-E9B5E0AF4E7E}">
      <dgm:prSet/>
      <dgm:spPr/>
      <dgm:t>
        <a:bodyPr/>
        <a:lstStyle/>
        <a:p>
          <a:endParaRPr lang="es-CO" sz="1200"/>
        </a:p>
      </dgm:t>
    </dgm:pt>
    <dgm:pt modelId="{AEEE67EE-A08F-4018-8D71-61CFE380C543}">
      <dgm:prSet custT="1"/>
      <dgm:spPr/>
      <dgm:t>
        <a:bodyPr/>
        <a:lstStyle/>
        <a:p>
          <a:r>
            <a:rPr lang="es-CO" sz="1800" dirty="0"/>
            <a:t>Capa operativa</a:t>
          </a:r>
        </a:p>
      </dgm:t>
    </dgm:pt>
    <dgm:pt modelId="{0349AB73-F804-43FD-B31B-7C824B4EAB30}" type="parTrans" cxnId="{D09E94DE-8577-48EA-8BF1-15B38353E2C4}">
      <dgm:prSet/>
      <dgm:spPr/>
      <dgm:t>
        <a:bodyPr/>
        <a:lstStyle/>
        <a:p>
          <a:endParaRPr lang="es-CO" sz="1200"/>
        </a:p>
      </dgm:t>
    </dgm:pt>
    <dgm:pt modelId="{9DDFF50B-73C3-4003-B384-0D142A73FD26}" type="sibTrans" cxnId="{D09E94DE-8577-48EA-8BF1-15B38353E2C4}">
      <dgm:prSet/>
      <dgm:spPr/>
      <dgm:t>
        <a:bodyPr/>
        <a:lstStyle/>
        <a:p>
          <a:endParaRPr lang="es-CO" sz="1200"/>
        </a:p>
      </dgm:t>
    </dgm:pt>
    <dgm:pt modelId="{9E1BDB57-0CF8-4EF8-B852-7E2DA69930D9}">
      <dgm:prSet phldrT="[Texto]" custT="1"/>
      <dgm:spPr/>
      <dgm:t>
        <a:bodyPr/>
        <a:lstStyle/>
        <a:p>
          <a:r>
            <a:rPr lang="es-CO" sz="1400" dirty="0"/>
            <a:t>Arquitectura de datos</a:t>
          </a:r>
        </a:p>
      </dgm:t>
    </dgm:pt>
    <dgm:pt modelId="{756C95CE-6B04-4434-840C-5E152F957D5A}" type="parTrans" cxnId="{2B013FB4-2803-4C71-888F-34DD1736C543}">
      <dgm:prSet/>
      <dgm:spPr/>
      <dgm:t>
        <a:bodyPr/>
        <a:lstStyle/>
        <a:p>
          <a:endParaRPr lang="es-CO" sz="1200"/>
        </a:p>
      </dgm:t>
    </dgm:pt>
    <dgm:pt modelId="{68D8485D-47A8-4DD1-8BFD-8D306FFD8DA9}" type="sibTrans" cxnId="{2B013FB4-2803-4C71-888F-34DD1736C543}">
      <dgm:prSet/>
      <dgm:spPr/>
      <dgm:t>
        <a:bodyPr/>
        <a:lstStyle/>
        <a:p>
          <a:endParaRPr lang="es-CO" sz="1200"/>
        </a:p>
      </dgm:t>
    </dgm:pt>
    <dgm:pt modelId="{00176ABF-834F-454D-BBC9-3048CF68E9C9}">
      <dgm:prSet phldrT="[Texto]" custT="1"/>
      <dgm:spPr/>
      <dgm:t>
        <a:bodyPr/>
        <a:lstStyle/>
        <a:p>
          <a:r>
            <a:rPr lang="es-CO" sz="1400" dirty="0"/>
            <a:t>Integración e interoperabilidad de datos</a:t>
          </a:r>
        </a:p>
      </dgm:t>
    </dgm:pt>
    <dgm:pt modelId="{7B58D1DE-E974-4250-8678-3DEA18AA0144}" type="parTrans" cxnId="{74393B45-A90C-4270-9B7D-40FC6F124510}">
      <dgm:prSet/>
      <dgm:spPr/>
      <dgm:t>
        <a:bodyPr/>
        <a:lstStyle/>
        <a:p>
          <a:endParaRPr lang="es-CO" sz="1200"/>
        </a:p>
      </dgm:t>
    </dgm:pt>
    <dgm:pt modelId="{AA83E5F0-55C1-45DB-979C-8970894FA618}" type="sibTrans" cxnId="{74393B45-A90C-4270-9B7D-40FC6F124510}">
      <dgm:prSet/>
      <dgm:spPr/>
      <dgm:t>
        <a:bodyPr/>
        <a:lstStyle/>
        <a:p>
          <a:endParaRPr lang="es-CO" sz="1200"/>
        </a:p>
      </dgm:t>
    </dgm:pt>
    <dgm:pt modelId="{99B60E11-A450-4C64-9728-35F6D8D052AF}">
      <dgm:prSet phldrT="[Texto]" custT="1"/>
      <dgm:spPr/>
      <dgm:t>
        <a:bodyPr/>
        <a:lstStyle/>
        <a:p>
          <a:r>
            <a:rPr lang="es-CO" sz="1400" dirty="0"/>
            <a:t>Seguridad de datos</a:t>
          </a:r>
        </a:p>
      </dgm:t>
    </dgm:pt>
    <dgm:pt modelId="{15811828-4D81-415F-8BA6-C8FEA975B29D}" type="parTrans" cxnId="{0EA2B08A-8977-437E-A547-70755748EE12}">
      <dgm:prSet/>
      <dgm:spPr/>
      <dgm:t>
        <a:bodyPr/>
        <a:lstStyle/>
        <a:p>
          <a:endParaRPr lang="es-CO" sz="1200"/>
        </a:p>
      </dgm:t>
    </dgm:pt>
    <dgm:pt modelId="{FF092875-C4C6-47D3-B3C7-0A9464E2A029}" type="sibTrans" cxnId="{0EA2B08A-8977-437E-A547-70755748EE12}">
      <dgm:prSet/>
      <dgm:spPr/>
      <dgm:t>
        <a:bodyPr/>
        <a:lstStyle/>
        <a:p>
          <a:endParaRPr lang="es-CO" sz="1200"/>
        </a:p>
      </dgm:t>
    </dgm:pt>
    <dgm:pt modelId="{D7C77125-2A59-4F50-9C0C-BEA13D36C2FF}">
      <dgm:prSet phldrT="[Texto]" custT="1"/>
      <dgm:spPr/>
      <dgm:t>
        <a:bodyPr/>
        <a:lstStyle/>
        <a:p>
          <a:r>
            <a:rPr lang="es-CO" sz="1400" dirty="0"/>
            <a:t>Almacenamiento y operación de datos</a:t>
          </a:r>
        </a:p>
      </dgm:t>
    </dgm:pt>
    <dgm:pt modelId="{6723765A-BA4B-4AF0-A15A-F6A4DBADCCBF}" type="parTrans" cxnId="{E3557721-A58D-4BF2-9E38-91F3A99F4540}">
      <dgm:prSet/>
      <dgm:spPr/>
      <dgm:t>
        <a:bodyPr/>
        <a:lstStyle/>
        <a:p>
          <a:endParaRPr lang="es-CO" sz="1200"/>
        </a:p>
      </dgm:t>
    </dgm:pt>
    <dgm:pt modelId="{9233F2FF-D6E9-425D-B729-EC28E3540C41}" type="sibTrans" cxnId="{E3557721-A58D-4BF2-9E38-91F3A99F4540}">
      <dgm:prSet/>
      <dgm:spPr/>
      <dgm:t>
        <a:bodyPr/>
        <a:lstStyle/>
        <a:p>
          <a:endParaRPr lang="es-CO" sz="1200"/>
        </a:p>
      </dgm:t>
    </dgm:pt>
    <dgm:pt modelId="{F25C802B-B771-40AA-BA4E-9A77D73F045F}">
      <dgm:prSet custT="1"/>
      <dgm:spPr/>
      <dgm:t>
        <a:bodyPr/>
        <a:lstStyle/>
        <a:p>
          <a:r>
            <a:rPr lang="es-CO" sz="1400" dirty="0"/>
            <a:t>Bodegas de datos e inteligencia de negocios</a:t>
          </a:r>
        </a:p>
      </dgm:t>
    </dgm:pt>
    <dgm:pt modelId="{CE6AFB55-8FF5-4BA9-BABB-626084BED77C}" type="parTrans" cxnId="{BA331661-4AEC-4383-9FFD-49D44DF7A3F5}">
      <dgm:prSet/>
      <dgm:spPr/>
      <dgm:t>
        <a:bodyPr/>
        <a:lstStyle/>
        <a:p>
          <a:endParaRPr lang="es-CO" sz="1200"/>
        </a:p>
      </dgm:t>
    </dgm:pt>
    <dgm:pt modelId="{08DCEA0D-B713-4890-B6F7-9C53A3C657DF}" type="sibTrans" cxnId="{BA331661-4AEC-4383-9FFD-49D44DF7A3F5}">
      <dgm:prSet/>
      <dgm:spPr/>
      <dgm:t>
        <a:bodyPr/>
        <a:lstStyle/>
        <a:p>
          <a:endParaRPr lang="es-CO" sz="1200"/>
        </a:p>
      </dgm:t>
    </dgm:pt>
    <dgm:pt modelId="{87D63DF7-4CBC-4C00-8DB7-F275E5A3CFFF}">
      <dgm:prSet custT="1"/>
      <dgm:spPr/>
      <dgm:t>
        <a:bodyPr/>
        <a:lstStyle/>
        <a:p>
          <a:r>
            <a:rPr lang="es-CO" sz="1400" dirty="0"/>
            <a:t>Administración de documentos y contenidos</a:t>
          </a:r>
        </a:p>
      </dgm:t>
    </dgm:pt>
    <dgm:pt modelId="{E4E43684-3AAA-4B10-8C13-83415045A6EC}" type="parTrans" cxnId="{C388C861-D70D-4DBE-9CE9-C993EF05F409}">
      <dgm:prSet/>
      <dgm:spPr/>
      <dgm:t>
        <a:bodyPr/>
        <a:lstStyle/>
        <a:p>
          <a:endParaRPr lang="es-CO" sz="1200"/>
        </a:p>
      </dgm:t>
    </dgm:pt>
    <dgm:pt modelId="{7E8532BF-1AAB-4FF0-B616-D569826D3137}" type="sibTrans" cxnId="{C388C861-D70D-4DBE-9CE9-C993EF05F409}">
      <dgm:prSet/>
      <dgm:spPr/>
      <dgm:t>
        <a:bodyPr/>
        <a:lstStyle/>
        <a:p>
          <a:endParaRPr lang="es-CO" sz="1200"/>
        </a:p>
      </dgm:t>
    </dgm:pt>
    <dgm:pt modelId="{E8B8DFEB-6F4C-4C02-ADB6-AC10C1189C15}">
      <dgm:prSet custT="1"/>
      <dgm:spPr/>
      <dgm:t>
        <a:bodyPr/>
        <a:lstStyle/>
        <a:p>
          <a:r>
            <a:rPr lang="es-CO" sz="1400" dirty="0"/>
            <a:t>Datos maestros y de referencia</a:t>
          </a:r>
        </a:p>
      </dgm:t>
    </dgm:pt>
    <dgm:pt modelId="{3059FE91-EBF1-4ED2-9EAC-1DE351DD4BC1}" type="parTrans" cxnId="{3811577C-70EC-4DDF-BD9A-624F5CF49E82}">
      <dgm:prSet/>
      <dgm:spPr/>
      <dgm:t>
        <a:bodyPr/>
        <a:lstStyle/>
        <a:p>
          <a:endParaRPr lang="es-CO" sz="1200"/>
        </a:p>
      </dgm:t>
    </dgm:pt>
    <dgm:pt modelId="{99543C9C-F7C7-4BA5-ACD2-B873DE0867A3}" type="sibTrans" cxnId="{3811577C-70EC-4DDF-BD9A-624F5CF49E82}">
      <dgm:prSet/>
      <dgm:spPr/>
      <dgm:t>
        <a:bodyPr/>
        <a:lstStyle/>
        <a:p>
          <a:endParaRPr lang="es-CO" sz="1200"/>
        </a:p>
      </dgm:t>
    </dgm:pt>
    <dgm:pt modelId="{6A1B4A14-2395-44E0-8B38-67F24A4C2164}">
      <dgm:prSet custT="1"/>
      <dgm:spPr/>
      <dgm:t>
        <a:bodyPr/>
        <a:lstStyle/>
        <a:p>
          <a:r>
            <a:rPr lang="es-CO" sz="1400" dirty="0"/>
            <a:t>Calidad de datos</a:t>
          </a:r>
        </a:p>
      </dgm:t>
    </dgm:pt>
    <dgm:pt modelId="{48EA89ED-6B7A-43CE-B7D1-742FCC987A34}" type="parTrans" cxnId="{7482EDD8-C5D1-43D1-88FA-BFF2372F1431}">
      <dgm:prSet/>
      <dgm:spPr/>
      <dgm:t>
        <a:bodyPr/>
        <a:lstStyle/>
        <a:p>
          <a:endParaRPr lang="es-CO" sz="1200"/>
        </a:p>
      </dgm:t>
    </dgm:pt>
    <dgm:pt modelId="{4BFE8455-2739-4B30-8CAA-37A40768B118}" type="sibTrans" cxnId="{7482EDD8-C5D1-43D1-88FA-BFF2372F1431}">
      <dgm:prSet/>
      <dgm:spPr/>
      <dgm:t>
        <a:bodyPr/>
        <a:lstStyle/>
        <a:p>
          <a:endParaRPr lang="es-CO" sz="1200"/>
        </a:p>
      </dgm:t>
    </dgm:pt>
    <dgm:pt modelId="{23FE370B-880F-4300-96CC-38C68DBCFB0A}">
      <dgm:prSet phldrT="[Texto]" custT="1"/>
      <dgm:spPr/>
      <dgm:t>
        <a:bodyPr/>
        <a:lstStyle/>
        <a:p>
          <a:r>
            <a:rPr lang="es-CO" sz="1400" dirty="0"/>
            <a:t>Analítica y Big Data</a:t>
          </a:r>
        </a:p>
      </dgm:t>
    </dgm:pt>
    <dgm:pt modelId="{4FD87C5F-B471-4842-B41A-63CA0CD3360A}" type="parTrans" cxnId="{1CAB9736-B1CD-4396-882A-B96CBBE94CED}">
      <dgm:prSet/>
      <dgm:spPr/>
      <dgm:t>
        <a:bodyPr/>
        <a:lstStyle/>
        <a:p>
          <a:endParaRPr lang="es-CO" sz="1200"/>
        </a:p>
      </dgm:t>
    </dgm:pt>
    <dgm:pt modelId="{A47CE3FD-F12A-4DFA-97D9-41441C68A670}" type="sibTrans" cxnId="{1CAB9736-B1CD-4396-882A-B96CBBE94CED}">
      <dgm:prSet/>
      <dgm:spPr/>
      <dgm:t>
        <a:bodyPr/>
        <a:lstStyle/>
        <a:p>
          <a:endParaRPr lang="es-CO" sz="1200"/>
        </a:p>
      </dgm:t>
    </dgm:pt>
    <dgm:pt modelId="{93003A41-61FF-4B9F-B79E-0AF5856269C2}" type="pres">
      <dgm:prSet presAssocID="{63BFDE54-5DA1-42B0-B384-E0AD794EAC3B}" presName="linear" presStyleCnt="0">
        <dgm:presLayoutVars>
          <dgm:animLvl val="lvl"/>
          <dgm:resizeHandles val="exact"/>
        </dgm:presLayoutVars>
      </dgm:prSet>
      <dgm:spPr/>
    </dgm:pt>
    <dgm:pt modelId="{9B00BCE1-1B5D-4DEC-899A-D096EFA01425}" type="pres">
      <dgm:prSet presAssocID="{39E2CFD2-6AEE-4D22-B59D-227B36C8702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D5283E2-A23F-41E5-BC55-AF2EF544E9D0}" type="pres">
      <dgm:prSet presAssocID="{39E2CFD2-6AEE-4D22-B59D-227B36C87020}" presName="childText" presStyleLbl="revTx" presStyleIdx="0" presStyleCnt="3">
        <dgm:presLayoutVars>
          <dgm:bulletEnabled val="1"/>
        </dgm:presLayoutVars>
      </dgm:prSet>
      <dgm:spPr/>
    </dgm:pt>
    <dgm:pt modelId="{10C8B6F7-F745-476F-BDA8-00D3DA539EB6}" type="pres">
      <dgm:prSet presAssocID="{068B517E-2FA1-4CE6-A876-0832F019531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5A3BE01-EE1F-49EB-A0AB-0939D75B3438}" type="pres">
      <dgm:prSet presAssocID="{068B517E-2FA1-4CE6-A876-0832F0195316}" presName="childText" presStyleLbl="revTx" presStyleIdx="1" presStyleCnt="3">
        <dgm:presLayoutVars>
          <dgm:bulletEnabled val="1"/>
        </dgm:presLayoutVars>
      </dgm:prSet>
      <dgm:spPr/>
    </dgm:pt>
    <dgm:pt modelId="{EFA9638A-30AE-4E14-8AB0-865585751B47}" type="pres">
      <dgm:prSet presAssocID="{AEEE67EE-A08F-4018-8D71-61CFE380C54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FD277B0-47D7-4774-B3B6-BB6108E19245}" type="pres">
      <dgm:prSet presAssocID="{AEEE67EE-A08F-4018-8D71-61CFE380C543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63CBC700-0048-4A8E-8985-05DD7D692C27}" type="presOf" srcId="{00176ABF-834F-454D-BBC9-3048CF68E9C9}" destId="{A5A3BE01-EE1F-49EB-A0AB-0939D75B3438}" srcOrd="0" destOrd="1" presId="urn:microsoft.com/office/officeart/2005/8/layout/vList2"/>
    <dgm:cxn modelId="{47F4460E-DAE6-45CF-A833-0E3CA9436922}" srcId="{63BFDE54-5DA1-42B0-B384-E0AD794EAC3B}" destId="{39E2CFD2-6AEE-4D22-B59D-227B36C87020}" srcOrd="0" destOrd="0" parTransId="{DBAD9B0D-B24E-4DC6-A987-41B5D499CEEA}" sibTransId="{3C32E06B-0FB8-49BC-AEFB-7741FCC66118}"/>
    <dgm:cxn modelId="{17753917-F543-4EA7-8551-7FB7118CE0F8}" type="presOf" srcId="{9E1BDB57-0CF8-4EF8-B852-7E2DA69930D9}" destId="{0D5283E2-A23F-41E5-BC55-AF2EF544E9D0}" srcOrd="0" destOrd="1" presId="urn:microsoft.com/office/officeart/2005/8/layout/vList2"/>
    <dgm:cxn modelId="{E3557721-A58D-4BF2-9E38-91F3A99F4540}" srcId="{068B517E-2FA1-4CE6-A876-0832F0195316}" destId="{D7C77125-2A59-4F50-9C0C-BEA13D36C2FF}" srcOrd="3" destOrd="0" parTransId="{6723765A-BA4B-4AF0-A15A-F6A4DBADCCBF}" sibTransId="{9233F2FF-D6E9-425D-B729-EC28E3540C41}"/>
    <dgm:cxn modelId="{80C86322-2190-4D21-9AC1-D5B62E126051}" type="presOf" srcId="{54FFD4DC-EE88-45F3-A2B7-D31B8702D426}" destId="{0D5283E2-A23F-41E5-BC55-AF2EF544E9D0}" srcOrd="0" destOrd="0" presId="urn:microsoft.com/office/officeart/2005/8/layout/vList2"/>
    <dgm:cxn modelId="{F8040D2F-5114-44ED-80E7-438446E5C37A}" type="presOf" srcId="{E8B8DFEB-6F4C-4C02-ADB6-AC10C1189C15}" destId="{0FD277B0-47D7-4774-B3B6-BB6108E19245}" srcOrd="0" destOrd="2" presId="urn:microsoft.com/office/officeart/2005/8/layout/vList2"/>
    <dgm:cxn modelId="{BD72A231-805E-49E0-92D3-84A3099AC199}" type="presOf" srcId="{4EECA372-4331-4870-A53D-E9F59126CCCE}" destId="{A5A3BE01-EE1F-49EB-A0AB-0939D75B3438}" srcOrd="0" destOrd="0" presId="urn:microsoft.com/office/officeart/2005/8/layout/vList2"/>
    <dgm:cxn modelId="{2D0B5533-B7B8-4AC0-A941-C4507AF7AF61}" type="presOf" srcId="{87D63DF7-4CBC-4C00-8DB7-F275E5A3CFFF}" destId="{0FD277B0-47D7-4774-B3B6-BB6108E19245}" srcOrd="0" destOrd="1" presId="urn:microsoft.com/office/officeart/2005/8/layout/vList2"/>
    <dgm:cxn modelId="{1CAB9736-B1CD-4396-882A-B96CBBE94CED}" srcId="{39E2CFD2-6AEE-4D22-B59D-227B36C87020}" destId="{23FE370B-880F-4300-96CC-38C68DBCFB0A}" srcOrd="2" destOrd="0" parTransId="{4FD87C5F-B471-4842-B41A-63CA0CD3360A}" sibTransId="{A47CE3FD-F12A-4DFA-97D9-41441C68A670}"/>
    <dgm:cxn modelId="{09392338-E03E-487B-AC46-ACA57B12BFBA}" type="presOf" srcId="{39E2CFD2-6AEE-4D22-B59D-227B36C87020}" destId="{9B00BCE1-1B5D-4DEC-899A-D096EFA01425}" srcOrd="0" destOrd="0" presId="urn:microsoft.com/office/officeart/2005/8/layout/vList2"/>
    <dgm:cxn modelId="{C78F8E3C-7A98-4463-B164-9181DF91E402}" srcId="{39E2CFD2-6AEE-4D22-B59D-227B36C87020}" destId="{54FFD4DC-EE88-45F3-A2B7-D31B8702D426}" srcOrd="0" destOrd="0" parTransId="{B1443A80-55B6-4E43-81E3-00250FCA721D}" sibTransId="{0B2C9FA1-BB35-447E-A75A-6439CDABB8F5}"/>
    <dgm:cxn modelId="{74393B45-A90C-4270-9B7D-40FC6F124510}" srcId="{068B517E-2FA1-4CE6-A876-0832F0195316}" destId="{00176ABF-834F-454D-BBC9-3048CF68E9C9}" srcOrd="1" destOrd="0" parTransId="{7B58D1DE-E974-4250-8678-3DEA18AA0144}" sibTransId="{AA83E5F0-55C1-45DB-979C-8970894FA618}"/>
    <dgm:cxn modelId="{2116014A-BF6B-4845-BAE6-A4B3798649EA}" type="presOf" srcId="{23FE370B-880F-4300-96CC-38C68DBCFB0A}" destId="{0D5283E2-A23F-41E5-BC55-AF2EF544E9D0}" srcOrd="0" destOrd="2" presId="urn:microsoft.com/office/officeart/2005/8/layout/vList2"/>
    <dgm:cxn modelId="{BC86594D-6443-4E7E-B2AC-F6220C462F2B}" srcId="{63BFDE54-5DA1-42B0-B384-E0AD794EAC3B}" destId="{068B517E-2FA1-4CE6-A876-0832F0195316}" srcOrd="1" destOrd="0" parTransId="{1DFE61AC-5602-48F5-8038-2382EED5B94A}" sibTransId="{BD990356-6649-4702-98BC-BDC2CEEEBD8D}"/>
    <dgm:cxn modelId="{60193C5A-B4F1-442A-8567-07C1F71B2487}" type="presOf" srcId="{068B517E-2FA1-4CE6-A876-0832F0195316}" destId="{10C8B6F7-F745-476F-BDA8-00D3DA539EB6}" srcOrd="0" destOrd="0" presId="urn:microsoft.com/office/officeart/2005/8/layout/vList2"/>
    <dgm:cxn modelId="{BA331661-4AEC-4383-9FFD-49D44DF7A3F5}" srcId="{AEEE67EE-A08F-4018-8D71-61CFE380C543}" destId="{F25C802B-B771-40AA-BA4E-9A77D73F045F}" srcOrd="0" destOrd="0" parTransId="{CE6AFB55-8FF5-4BA9-BABB-626084BED77C}" sibTransId="{08DCEA0D-B713-4890-B6F7-9C53A3C657DF}"/>
    <dgm:cxn modelId="{C388C861-D70D-4DBE-9CE9-C993EF05F409}" srcId="{AEEE67EE-A08F-4018-8D71-61CFE380C543}" destId="{87D63DF7-4CBC-4C00-8DB7-F275E5A3CFFF}" srcOrd="1" destOrd="0" parTransId="{E4E43684-3AAA-4B10-8C13-83415045A6EC}" sibTransId="{7E8532BF-1AAB-4FF0-B616-D569826D3137}"/>
    <dgm:cxn modelId="{0A974C6D-CA74-46BC-A004-B653E75E0FBC}" type="presOf" srcId="{F25C802B-B771-40AA-BA4E-9A77D73F045F}" destId="{0FD277B0-47D7-4774-B3B6-BB6108E19245}" srcOrd="0" destOrd="0" presId="urn:microsoft.com/office/officeart/2005/8/layout/vList2"/>
    <dgm:cxn modelId="{92887675-A3DC-462B-A7BD-953A62BF8694}" type="presOf" srcId="{6A1B4A14-2395-44E0-8B38-67F24A4C2164}" destId="{0FD277B0-47D7-4774-B3B6-BB6108E19245}" srcOrd="0" destOrd="3" presId="urn:microsoft.com/office/officeart/2005/8/layout/vList2"/>
    <dgm:cxn modelId="{3811577C-70EC-4DDF-BD9A-624F5CF49E82}" srcId="{AEEE67EE-A08F-4018-8D71-61CFE380C543}" destId="{E8B8DFEB-6F4C-4C02-ADB6-AC10C1189C15}" srcOrd="2" destOrd="0" parTransId="{3059FE91-EBF1-4ED2-9EAC-1DE351DD4BC1}" sibTransId="{99543C9C-F7C7-4BA5-ACD2-B873DE0867A3}"/>
    <dgm:cxn modelId="{0EA2B08A-8977-437E-A547-70755748EE12}" srcId="{068B517E-2FA1-4CE6-A876-0832F0195316}" destId="{99B60E11-A450-4C64-9728-35F6D8D052AF}" srcOrd="2" destOrd="0" parTransId="{15811828-4D81-415F-8BA6-C8FEA975B29D}" sibTransId="{FF092875-C4C6-47D3-B3C7-0A9464E2A029}"/>
    <dgm:cxn modelId="{9AA79892-67CD-459B-93CA-FD04C6C844C4}" type="presOf" srcId="{AEEE67EE-A08F-4018-8D71-61CFE380C543}" destId="{EFA9638A-30AE-4E14-8AB0-865585751B47}" srcOrd="0" destOrd="0" presId="urn:microsoft.com/office/officeart/2005/8/layout/vList2"/>
    <dgm:cxn modelId="{93EDD895-90E8-497B-8F2D-94936383FBDE}" type="presOf" srcId="{99B60E11-A450-4C64-9728-35F6D8D052AF}" destId="{A5A3BE01-EE1F-49EB-A0AB-0939D75B3438}" srcOrd="0" destOrd="2" presId="urn:microsoft.com/office/officeart/2005/8/layout/vList2"/>
    <dgm:cxn modelId="{12A34A97-2235-4A68-8E20-E9B5E0AF4E7E}" srcId="{068B517E-2FA1-4CE6-A876-0832F0195316}" destId="{4EECA372-4331-4870-A53D-E9F59126CCCE}" srcOrd="0" destOrd="0" parTransId="{853DF1F7-450A-42B6-8883-920BB85BC4D0}" sibTransId="{F42DCBA5-4E80-449A-A6A8-A7C6B25D0B7B}"/>
    <dgm:cxn modelId="{5CAEF9AA-C762-4144-A9DD-029EE7E9A322}" type="presOf" srcId="{63BFDE54-5DA1-42B0-B384-E0AD794EAC3B}" destId="{93003A41-61FF-4B9F-B79E-0AF5856269C2}" srcOrd="0" destOrd="0" presId="urn:microsoft.com/office/officeart/2005/8/layout/vList2"/>
    <dgm:cxn modelId="{2B013FB4-2803-4C71-888F-34DD1736C543}" srcId="{39E2CFD2-6AEE-4D22-B59D-227B36C87020}" destId="{9E1BDB57-0CF8-4EF8-B852-7E2DA69930D9}" srcOrd="1" destOrd="0" parTransId="{756C95CE-6B04-4434-840C-5E152F957D5A}" sibTransId="{68D8485D-47A8-4DD1-8BFD-8D306FFD8DA9}"/>
    <dgm:cxn modelId="{CFF50EBA-A954-424A-B06A-F9B5E6434559}" type="presOf" srcId="{D7C77125-2A59-4F50-9C0C-BEA13D36C2FF}" destId="{A5A3BE01-EE1F-49EB-A0AB-0939D75B3438}" srcOrd="0" destOrd="3" presId="urn:microsoft.com/office/officeart/2005/8/layout/vList2"/>
    <dgm:cxn modelId="{7482EDD8-C5D1-43D1-88FA-BFF2372F1431}" srcId="{AEEE67EE-A08F-4018-8D71-61CFE380C543}" destId="{6A1B4A14-2395-44E0-8B38-67F24A4C2164}" srcOrd="3" destOrd="0" parTransId="{48EA89ED-6B7A-43CE-B7D1-742FCC987A34}" sibTransId="{4BFE8455-2739-4B30-8CAA-37A40768B118}"/>
    <dgm:cxn modelId="{D09E94DE-8577-48EA-8BF1-15B38353E2C4}" srcId="{63BFDE54-5DA1-42B0-B384-E0AD794EAC3B}" destId="{AEEE67EE-A08F-4018-8D71-61CFE380C543}" srcOrd="2" destOrd="0" parTransId="{0349AB73-F804-43FD-B31B-7C824B4EAB30}" sibTransId="{9DDFF50B-73C3-4003-B384-0D142A73FD26}"/>
    <dgm:cxn modelId="{3C02DE85-9DCE-4155-853E-6093291FE26B}" type="presParOf" srcId="{93003A41-61FF-4B9F-B79E-0AF5856269C2}" destId="{9B00BCE1-1B5D-4DEC-899A-D096EFA01425}" srcOrd="0" destOrd="0" presId="urn:microsoft.com/office/officeart/2005/8/layout/vList2"/>
    <dgm:cxn modelId="{45C92F94-98A3-47AF-B1FA-1E473D03495C}" type="presParOf" srcId="{93003A41-61FF-4B9F-B79E-0AF5856269C2}" destId="{0D5283E2-A23F-41E5-BC55-AF2EF544E9D0}" srcOrd="1" destOrd="0" presId="urn:microsoft.com/office/officeart/2005/8/layout/vList2"/>
    <dgm:cxn modelId="{75460D8D-B28E-4400-8385-CE9870C9EF5D}" type="presParOf" srcId="{93003A41-61FF-4B9F-B79E-0AF5856269C2}" destId="{10C8B6F7-F745-476F-BDA8-00D3DA539EB6}" srcOrd="2" destOrd="0" presId="urn:microsoft.com/office/officeart/2005/8/layout/vList2"/>
    <dgm:cxn modelId="{C68C5D22-8146-46AA-8493-7F88E7FAEC96}" type="presParOf" srcId="{93003A41-61FF-4B9F-B79E-0AF5856269C2}" destId="{A5A3BE01-EE1F-49EB-A0AB-0939D75B3438}" srcOrd="3" destOrd="0" presId="urn:microsoft.com/office/officeart/2005/8/layout/vList2"/>
    <dgm:cxn modelId="{CCB4BA11-504D-4367-91F0-2A1C14D6DFC8}" type="presParOf" srcId="{93003A41-61FF-4B9F-B79E-0AF5856269C2}" destId="{EFA9638A-30AE-4E14-8AB0-865585751B47}" srcOrd="4" destOrd="0" presId="urn:microsoft.com/office/officeart/2005/8/layout/vList2"/>
    <dgm:cxn modelId="{A67A8DF9-BDF1-405F-9B50-BD2C51F36F16}" type="presParOf" srcId="{93003A41-61FF-4B9F-B79E-0AF5856269C2}" destId="{0FD277B0-47D7-4774-B3B6-BB6108E19245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FB94E44-AC35-4F7A-B315-924FE1449FA4}" type="doc">
      <dgm:prSet loTypeId="urn:microsoft.com/office/officeart/2005/8/layout/hierarchy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5486F2D2-580B-42B3-BE3D-BD13CCD63D35}">
      <dgm:prSet phldrT="[Texto]"/>
      <dgm:spPr/>
      <dgm:t>
        <a:bodyPr/>
        <a:lstStyle/>
        <a:p>
          <a:r>
            <a:rPr lang="es-CO" b="1" dirty="0"/>
            <a:t>Definición: </a:t>
          </a:r>
          <a:r>
            <a:rPr lang="es-CO" b="0" dirty="0"/>
            <a:t>Definir, planear, desarrollar y ejecutar las políticas y procedimientos de seguridad para proveer la correcta autenticación, autorización y acceso de los activos de información.</a:t>
          </a:r>
          <a:endParaRPr lang="es-CO" b="1" dirty="0"/>
        </a:p>
      </dgm:t>
    </dgm:pt>
    <dgm:pt modelId="{82C08F27-B5BA-4688-AC1D-5F221CA77985}" type="parTrans" cxnId="{C3E7E303-ECCA-4E02-9198-AA9793A3CCA6}">
      <dgm:prSet/>
      <dgm:spPr/>
      <dgm:t>
        <a:bodyPr/>
        <a:lstStyle/>
        <a:p>
          <a:endParaRPr lang="es-CO"/>
        </a:p>
      </dgm:t>
    </dgm:pt>
    <dgm:pt modelId="{6F60A6B9-3D60-4726-874E-3BFAF3583E15}" type="sibTrans" cxnId="{C3E7E303-ECCA-4E02-9198-AA9793A3CCA6}">
      <dgm:prSet/>
      <dgm:spPr/>
      <dgm:t>
        <a:bodyPr/>
        <a:lstStyle/>
        <a:p>
          <a:endParaRPr lang="es-CO"/>
        </a:p>
      </dgm:t>
    </dgm:pt>
    <dgm:pt modelId="{B26F162C-BC5A-4E34-9DE4-449F81A889AB}">
      <dgm:prSet phldrT="[Texto]"/>
      <dgm:spPr>
        <a:solidFill>
          <a:schemeClr val="accent2"/>
        </a:solidFill>
      </dgm:spPr>
      <dgm:t>
        <a:bodyPr/>
        <a:lstStyle/>
        <a:p>
          <a:pPr algn="l"/>
          <a:r>
            <a:rPr lang="es-CO" b="1" dirty="0"/>
            <a:t>Metas: </a:t>
          </a:r>
          <a:endParaRPr lang="es-CO" b="0" dirty="0"/>
        </a:p>
        <a:p>
          <a:pPr algn="l"/>
          <a:r>
            <a:rPr lang="es-CO" b="0" dirty="0"/>
            <a:t>1. Habilitar el acceso apropiado a los activos de datos de la organización y evitar el no apropiado.</a:t>
          </a:r>
        </a:p>
        <a:p>
          <a:pPr algn="l"/>
          <a:r>
            <a:rPr lang="es-CO" b="0" dirty="0"/>
            <a:t>2. Entender y cumplir con las regulaciones relevantes para privacidad, protección y seguridad de los activos de datos.</a:t>
          </a:r>
        </a:p>
        <a:p>
          <a:pPr algn="l"/>
          <a:r>
            <a:rPr lang="es-CO" b="0" dirty="0"/>
            <a:t>3. Asegurar que la privacidad y seguridad sean de manejo desde los interesados de la organización.</a:t>
          </a:r>
          <a:endParaRPr lang="es-CO" b="1" dirty="0"/>
        </a:p>
      </dgm:t>
    </dgm:pt>
    <dgm:pt modelId="{BC0251CB-0074-4CB8-9031-844194716ED5}" type="parTrans" cxnId="{09ABED85-815D-4441-8771-FE5490530D31}">
      <dgm:prSet/>
      <dgm:spPr/>
      <dgm:t>
        <a:bodyPr/>
        <a:lstStyle/>
        <a:p>
          <a:endParaRPr lang="es-CO"/>
        </a:p>
      </dgm:t>
    </dgm:pt>
    <dgm:pt modelId="{2346BD24-A4AA-4FAA-9333-3974AA99D663}" type="sibTrans" cxnId="{09ABED85-815D-4441-8771-FE5490530D31}">
      <dgm:prSet/>
      <dgm:spPr/>
      <dgm:t>
        <a:bodyPr/>
        <a:lstStyle/>
        <a:p>
          <a:endParaRPr lang="es-CO"/>
        </a:p>
      </dgm:t>
    </dgm:pt>
    <dgm:pt modelId="{79D7B647-8D66-43DA-8DE2-6AA0C17AA89E}">
      <dgm:prSet phldrT="[Texto]"/>
      <dgm:spPr>
        <a:solidFill>
          <a:srgbClr val="002060"/>
        </a:solidFill>
      </dgm:spPr>
      <dgm:t>
        <a:bodyPr/>
        <a:lstStyle/>
        <a:p>
          <a:pPr algn="l"/>
          <a:r>
            <a:rPr lang="es-CO" b="1" dirty="0"/>
            <a:t>Actividades:</a:t>
          </a:r>
        </a:p>
        <a:p>
          <a:pPr algn="l"/>
          <a:r>
            <a:rPr lang="es-CO" b="0" dirty="0"/>
            <a:t>Identificar requerimientos de seguridad</a:t>
          </a:r>
        </a:p>
        <a:p>
          <a:pPr algn="l"/>
          <a:r>
            <a:rPr lang="es-CO" b="0" dirty="0"/>
            <a:t>Definir políticas y estándares de seguridad de los datos</a:t>
          </a:r>
        </a:p>
        <a:p>
          <a:pPr algn="l"/>
          <a:r>
            <a:rPr lang="es-CO" b="0" dirty="0"/>
            <a:t>Manejar riesgos de seguridad</a:t>
          </a:r>
        </a:p>
        <a:p>
          <a:pPr algn="l"/>
          <a:r>
            <a:rPr lang="es-CO" b="0" dirty="0"/>
            <a:t>Implementar controles y procedimientos</a:t>
          </a:r>
        </a:p>
      </dgm:t>
    </dgm:pt>
    <dgm:pt modelId="{36223745-D6A7-4AEF-936E-CDE197735CDE}" type="parTrans" cxnId="{DB98E92F-B9FF-476A-9B82-9B7921B38A77}">
      <dgm:prSet/>
      <dgm:spPr/>
      <dgm:t>
        <a:bodyPr/>
        <a:lstStyle/>
        <a:p>
          <a:endParaRPr lang="es-CO"/>
        </a:p>
      </dgm:t>
    </dgm:pt>
    <dgm:pt modelId="{F7408D69-5C23-4E24-B00C-8C4058116492}" type="sibTrans" cxnId="{DB98E92F-B9FF-476A-9B82-9B7921B38A77}">
      <dgm:prSet/>
      <dgm:spPr/>
      <dgm:t>
        <a:bodyPr/>
        <a:lstStyle/>
        <a:p>
          <a:endParaRPr lang="es-CO"/>
        </a:p>
      </dgm:t>
    </dgm:pt>
    <dgm:pt modelId="{C2DBB2E9-88CB-4F60-88BE-01EFE14E0952}">
      <dgm:prSet phldrT="[Texto]"/>
      <dgm:spPr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49530" tIns="49530" rIns="49530" bIns="49530" numCol="1" spcCol="1270" anchor="ctr" anchorCtr="0"/>
        <a:lstStyle/>
        <a:p>
          <a:pPr algn="l"/>
          <a:r>
            <a:rPr lang="es-CO" b="1" dirty="0"/>
            <a:t>Entregables:</a:t>
          </a:r>
        </a:p>
        <a:p>
          <a:pPr algn="l"/>
          <a:r>
            <a:rPr lang="es-CO" b="0" dirty="0"/>
            <a:t>Arquitectura de seguridad</a:t>
          </a:r>
        </a:p>
        <a:p>
          <a:pPr algn="l"/>
          <a:r>
            <a:rPr lang="es-CO" b="0" dirty="0"/>
            <a:t>Políticas y estándares de privacidad, seguridad y confidencialidad</a:t>
          </a:r>
        </a:p>
      </dgm:t>
    </dgm:pt>
    <dgm:pt modelId="{E43BAC1A-A1AA-4009-8AE8-D8C2E5D6EC98}" type="parTrans" cxnId="{CEF16AA2-88A3-4FC6-8618-8A3102CF0079}">
      <dgm:prSet/>
      <dgm:spPr/>
      <dgm:t>
        <a:bodyPr/>
        <a:lstStyle/>
        <a:p>
          <a:endParaRPr lang="es-CO"/>
        </a:p>
      </dgm:t>
    </dgm:pt>
    <dgm:pt modelId="{44D742D0-278B-4A29-A579-EF9A50CD53B8}" type="sibTrans" cxnId="{CEF16AA2-88A3-4FC6-8618-8A3102CF0079}">
      <dgm:prSet/>
      <dgm:spPr/>
      <dgm:t>
        <a:bodyPr/>
        <a:lstStyle/>
        <a:p>
          <a:endParaRPr lang="es-CO"/>
        </a:p>
      </dgm:t>
    </dgm:pt>
    <dgm:pt modelId="{7EC68955-5AE5-42B6-8B11-B8E6E21E4ABB}" type="pres">
      <dgm:prSet presAssocID="{1FB94E44-AC35-4F7A-B315-924FE1449FA4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6DA4864-5112-4BB3-9220-F992ED654DE9}" type="pres">
      <dgm:prSet presAssocID="{5486F2D2-580B-42B3-BE3D-BD13CCD63D35}" presName="vertOne" presStyleCnt="0"/>
      <dgm:spPr/>
    </dgm:pt>
    <dgm:pt modelId="{91047B7E-107A-4E43-B15C-9062F5B850F3}" type="pres">
      <dgm:prSet presAssocID="{5486F2D2-580B-42B3-BE3D-BD13CCD63D35}" presName="txOne" presStyleLbl="node0" presStyleIdx="0" presStyleCnt="1">
        <dgm:presLayoutVars>
          <dgm:chPref val="3"/>
        </dgm:presLayoutVars>
      </dgm:prSet>
      <dgm:spPr/>
    </dgm:pt>
    <dgm:pt modelId="{F67AC47F-F0FF-4927-93DF-5579FA772D00}" type="pres">
      <dgm:prSet presAssocID="{5486F2D2-580B-42B3-BE3D-BD13CCD63D35}" presName="parTransOne" presStyleCnt="0"/>
      <dgm:spPr/>
    </dgm:pt>
    <dgm:pt modelId="{5AA9AFC1-2C8B-42C7-8E39-265F956ABDC4}" type="pres">
      <dgm:prSet presAssocID="{5486F2D2-580B-42B3-BE3D-BD13CCD63D35}" presName="horzOne" presStyleCnt="0"/>
      <dgm:spPr/>
    </dgm:pt>
    <dgm:pt modelId="{59EEF7C0-52D3-486C-BD49-BA30A4907024}" type="pres">
      <dgm:prSet presAssocID="{B26F162C-BC5A-4E34-9DE4-449F81A889AB}" presName="vertTwo" presStyleCnt="0"/>
      <dgm:spPr/>
    </dgm:pt>
    <dgm:pt modelId="{C6653791-2FEB-4465-9DF2-F5BD2AD542D0}" type="pres">
      <dgm:prSet presAssocID="{B26F162C-BC5A-4E34-9DE4-449F81A889AB}" presName="txTwo" presStyleLbl="node2" presStyleIdx="0" presStyleCnt="1">
        <dgm:presLayoutVars>
          <dgm:chPref val="3"/>
        </dgm:presLayoutVars>
      </dgm:prSet>
      <dgm:spPr/>
    </dgm:pt>
    <dgm:pt modelId="{B7D9612F-C6B5-4778-9AE4-3B1B5E22C72D}" type="pres">
      <dgm:prSet presAssocID="{B26F162C-BC5A-4E34-9DE4-449F81A889AB}" presName="parTransTwo" presStyleCnt="0"/>
      <dgm:spPr/>
    </dgm:pt>
    <dgm:pt modelId="{ED0ACE63-A19D-4DF4-8100-2261CD0F2F59}" type="pres">
      <dgm:prSet presAssocID="{B26F162C-BC5A-4E34-9DE4-449F81A889AB}" presName="horzTwo" presStyleCnt="0"/>
      <dgm:spPr/>
    </dgm:pt>
    <dgm:pt modelId="{81ACDEF8-BF15-435B-97B1-B29E2E6C12E8}" type="pres">
      <dgm:prSet presAssocID="{79D7B647-8D66-43DA-8DE2-6AA0C17AA89E}" presName="vertThree" presStyleCnt="0"/>
      <dgm:spPr/>
    </dgm:pt>
    <dgm:pt modelId="{FE24E332-D626-4F19-B20E-4B5F2AF96EAB}" type="pres">
      <dgm:prSet presAssocID="{79D7B647-8D66-43DA-8DE2-6AA0C17AA89E}" presName="txThree" presStyleLbl="node3" presStyleIdx="0" presStyleCnt="2">
        <dgm:presLayoutVars>
          <dgm:chPref val="3"/>
        </dgm:presLayoutVars>
      </dgm:prSet>
      <dgm:spPr/>
    </dgm:pt>
    <dgm:pt modelId="{8544D371-3E56-4A76-AE57-FD7E099FFED5}" type="pres">
      <dgm:prSet presAssocID="{79D7B647-8D66-43DA-8DE2-6AA0C17AA89E}" presName="horzThree" presStyleCnt="0"/>
      <dgm:spPr/>
    </dgm:pt>
    <dgm:pt modelId="{DE7F028B-EFD8-4A3F-AD02-4C3C95F7AE85}" type="pres">
      <dgm:prSet presAssocID="{F7408D69-5C23-4E24-B00C-8C4058116492}" presName="sibSpaceThree" presStyleCnt="0"/>
      <dgm:spPr/>
    </dgm:pt>
    <dgm:pt modelId="{FF0C186C-D6A9-407F-9856-E98BA9A52D98}" type="pres">
      <dgm:prSet presAssocID="{C2DBB2E9-88CB-4F60-88BE-01EFE14E0952}" presName="vertThree" presStyleCnt="0"/>
      <dgm:spPr/>
    </dgm:pt>
    <dgm:pt modelId="{D351E2DE-4489-4425-8B5B-6170E0809E97}" type="pres">
      <dgm:prSet presAssocID="{C2DBB2E9-88CB-4F60-88BE-01EFE14E0952}" presName="txThree" presStyleLbl="node3" presStyleIdx="1" presStyleCnt="2">
        <dgm:presLayoutVars>
          <dgm:chPref val="3"/>
        </dgm:presLayoutVars>
      </dgm:prSet>
      <dgm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</dgm:spPr>
    </dgm:pt>
    <dgm:pt modelId="{66C80EE5-855E-478C-8CB0-22F856B1EB19}" type="pres">
      <dgm:prSet presAssocID="{C2DBB2E9-88CB-4F60-88BE-01EFE14E0952}" presName="horzThree" presStyleCnt="0"/>
      <dgm:spPr/>
    </dgm:pt>
  </dgm:ptLst>
  <dgm:cxnLst>
    <dgm:cxn modelId="{C3E7E303-ECCA-4E02-9198-AA9793A3CCA6}" srcId="{1FB94E44-AC35-4F7A-B315-924FE1449FA4}" destId="{5486F2D2-580B-42B3-BE3D-BD13CCD63D35}" srcOrd="0" destOrd="0" parTransId="{82C08F27-B5BA-4688-AC1D-5F221CA77985}" sibTransId="{6F60A6B9-3D60-4726-874E-3BFAF3583E15}"/>
    <dgm:cxn modelId="{AF264208-05F4-44D2-869A-4A5D748135AF}" type="presOf" srcId="{C2DBB2E9-88CB-4F60-88BE-01EFE14E0952}" destId="{D351E2DE-4489-4425-8B5B-6170E0809E97}" srcOrd="0" destOrd="0" presId="urn:microsoft.com/office/officeart/2005/8/layout/hierarchy4"/>
    <dgm:cxn modelId="{F8803B11-AFC2-4A54-90B5-ABB740AF3651}" type="presOf" srcId="{1FB94E44-AC35-4F7A-B315-924FE1449FA4}" destId="{7EC68955-5AE5-42B6-8B11-B8E6E21E4ABB}" srcOrd="0" destOrd="0" presId="urn:microsoft.com/office/officeart/2005/8/layout/hierarchy4"/>
    <dgm:cxn modelId="{DB98E92F-B9FF-476A-9B82-9B7921B38A77}" srcId="{B26F162C-BC5A-4E34-9DE4-449F81A889AB}" destId="{79D7B647-8D66-43DA-8DE2-6AA0C17AA89E}" srcOrd="0" destOrd="0" parTransId="{36223745-D6A7-4AEF-936E-CDE197735CDE}" sibTransId="{F7408D69-5C23-4E24-B00C-8C4058116492}"/>
    <dgm:cxn modelId="{93061C44-E07E-4E33-B9D3-CBC0B766D745}" type="presOf" srcId="{5486F2D2-580B-42B3-BE3D-BD13CCD63D35}" destId="{91047B7E-107A-4E43-B15C-9062F5B850F3}" srcOrd="0" destOrd="0" presId="urn:microsoft.com/office/officeart/2005/8/layout/hierarchy4"/>
    <dgm:cxn modelId="{B3D55462-51B3-4241-A411-6BE84D7C0C4B}" type="presOf" srcId="{B26F162C-BC5A-4E34-9DE4-449F81A889AB}" destId="{C6653791-2FEB-4465-9DF2-F5BD2AD542D0}" srcOrd="0" destOrd="0" presId="urn:microsoft.com/office/officeart/2005/8/layout/hierarchy4"/>
    <dgm:cxn modelId="{09ABED85-815D-4441-8771-FE5490530D31}" srcId="{5486F2D2-580B-42B3-BE3D-BD13CCD63D35}" destId="{B26F162C-BC5A-4E34-9DE4-449F81A889AB}" srcOrd="0" destOrd="0" parTransId="{BC0251CB-0074-4CB8-9031-844194716ED5}" sibTransId="{2346BD24-A4AA-4FAA-9333-3974AA99D663}"/>
    <dgm:cxn modelId="{80502C87-656D-44BF-9EDD-AA8A4E3E9A82}" type="presOf" srcId="{79D7B647-8D66-43DA-8DE2-6AA0C17AA89E}" destId="{FE24E332-D626-4F19-B20E-4B5F2AF96EAB}" srcOrd="0" destOrd="0" presId="urn:microsoft.com/office/officeart/2005/8/layout/hierarchy4"/>
    <dgm:cxn modelId="{CEF16AA2-88A3-4FC6-8618-8A3102CF0079}" srcId="{B26F162C-BC5A-4E34-9DE4-449F81A889AB}" destId="{C2DBB2E9-88CB-4F60-88BE-01EFE14E0952}" srcOrd="1" destOrd="0" parTransId="{E43BAC1A-A1AA-4009-8AE8-D8C2E5D6EC98}" sibTransId="{44D742D0-278B-4A29-A579-EF9A50CD53B8}"/>
    <dgm:cxn modelId="{9C7D9BF0-AA03-4EA6-AB7A-EACD05FE171F}" type="presParOf" srcId="{7EC68955-5AE5-42B6-8B11-B8E6E21E4ABB}" destId="{B6DA4864-5112-4BB3-9220-F992ED654DE9}" srcOrd="0" destOrd="0" presId="urn:microsoft.com/office/officeart/2005/8/layout/hierarchy4"/>
    <dgm:cxn modelId="{D54195C5-4ED0-4D81-8B51-57AA2B4535D8}" type="presParOf" srcId="{B6DA4864-5112-4BB3-9220-F992ED654DE9}" destId="{91047B7E-107A-4E43-B15C-9062F5B850F3}" srcOrd="0" destOrd="0" presId="urn:microsoft.com/office/officeart/2005/8/layout/hierarchy4"/>
    <dgm:cxn modelId="{48A452AE-5A34-4A67-AD16-EC4BA0833B03}" type="presParOf" srcId="{B6DA4864-5112-4BB3-9220-F992ED654DE9}" destId="{F67AC47F-F0FF-4927-93DF-5579FA772D00}" srcOrd="1" destOrd="0" presId="urn:microsoft.com/office/officeart/2005/8/layout/hierarchy4"/>
    <dgm:cxn modelId="{079B7B43-E14A-48C2-AA7B-971C8FEEC0CF}" type="presParOf" srcId="{B6DA4864-5112-4BB3-9220-F992ED654DE9}" destId="{5AA9AFC1-2C8B-42C7-8E39-265F956ABDC4}" srcOrd="2" destOrd="0" presId="urn:microsoft.com/office/officeart/2005/8/layout/hierarchy4"/>
    <dgm:cxn modelId="{865B1921-7F01-4028-801E-64381F070B27}" type="presParOf" srcId="{5AA9AFC1-2C8B-42C7-8E39-265F956ABDC4}" destId="{59EEF7C0-52D3-486C-BD49-BA30A4907024}" srcOrd="0" destOrd="0" presId="urn:microsoft.com/office/officeart/2005/8/layout/hierarchy4"/>
    <dgm:cxn modelId="{883DF9D4-3629-436E-BEC3-A5EA2B15CB89}" type="presParOf" srcId="{59EEF7C0-52D3-486C-BD49-BA30A4907024}" destId="{C6653791-2FEB-4465-9DF2-F5BD2AD542D0}" srcOrd="0" destOrd="0" presId="urn:microsoft.com/office/officeart/2005/8/layout/hierarchy4"/>
    <dgm:cxn modelId="{95645E47-4348-42F5-909D-A00FC2E6AA40}" type="presParOf" srcId="{59EEF7C0-52D3-486C-BD49-BA30A4907024}" destId="{B7D9612F-C6B5-4778-9AE4-3B1B5E22C72D}" srcOrd="1" destOrd="0" presId="urn:microsoft.com/office/officeart/2005/8/layout/hierarchy4"/>
    <dgm:cxn modelId="{56F5574B-77C7-456E-ABD3-133AAC2AAD4B}" type="presParOf" srcId="{59EEF7C0-52D3-486C-BD49-BA30A4907024}" destId="{ED0ACE63-A19D-4DF4-8100-2261CD0F2F59}" srcOrd="2" destOrd="0" presId="urn:microsoft.com/office/officeart/2005/8/layout/hierarchy4"/>
    <dgm:cxn modelId="{20CC4FB1-F2D5-45AA-8C5C-2517190CA6E1}" type="presParOf" srcId="{ED0ACE63-A19D-4DF4-8100-2261CD0F2F59}" destId="{81ACDEF8-BF15-435B-97B1-B29E2E6C12E8}" srcOrd="0" destOrd="0" presId="urn:microsoft.com/office/officeart/2005/8/layout/hierarchy4"/>
    <dgm:cxn modelId="{7C81199C-D21E-4AEB-B255-465B7E003E3B}" type="presParOf" srcId="{81ACDEF8-BF15-435B-97B1-B29E2E6C12E8}" destId="{FE24E332-D626-4F19-B20E-4B5F2AF96EAB}" srcOrd="0" destOrd="0" presId="urn:microsoft.com/office/officeart/2005/8/layout/hierarchy4"/>
    <dgm:cxn modelId="{5F87AFA2-FD8A-4FB1-AFA3-0187A58D3226}" type="presParOf" srcId="{81ACDEF8-BF15-435B-97B1-B29E2E6C12E8}" destId="{8544D371-3E56-4A76-AE57-FD7E099FFED5}" srcOrd="1" destOrd="0" presId="urn:microsoft.com/office/officeart/2005/8/layout/hierarchy4"/>
    <dgm:cxn modelId="{990CEDAE-F3C3-4438-B0F2-65BC3F2839FC}" type="presParOf" srcId="{ED0ACE63-A19D-4DF4-8100-2261CD0F2F59}" destId="{DE7F028B-EFD8-4A3F-AD02-4C3C95F7AE85}" srcOrd="1" destOrd="0" presId="urn:microsoft.com/office/officeart/2005/8/layout/hierarchy4"/>
    <dgm:cxn modelId="{C31BCED4-D7D2-4B82-836D-1150AE29517A}" type="presParOf" srcId="{ED0ACE63-A19D-4DF4-8100-2261CD0F2F59}" destId="{FF0C186C-D6A9-407F-9856-E98BA9A52D98}" srcOrd="2" destOrd="0" presId="urn:microsoft.com/office/officeart/2005/8/layout/hierarchy4"/>
    <dgm:cxn modelId="{A268FAF1-4758-4531-A73E-DEC55A40B7F3}" type="presParOf" srcId="{FF0C186C-D6A9-407F-9856-E98BA9A52D98}" destId="{D351E2DE-4489-4425-8B5B-6170E0809E97}" srcOrd="0" destOrd="0" presId="urn:microsoft.com/office/officeart/2005/8/layout/hierarchy4"/>
    <dgm:cxn modelId="{2C25703B-016A-491A-AC79-E3ACBDDF807A}" type="presParOf" srcId="{FF0C186C-D6A9-407F-9856-E98BA9A52D98}" destId="{66C80EE5-855E-478C-8CB0-22F856B1EB1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FB94E44-AC35-4F7A-B315-924FE1449FA4}" type="doc">
      <dgm:prSet loTypeId="urn:microsoft.com/office/officeart/2005/8/layout/hierarchy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5486F2D2-580B-42B3-BE3D-BD13CCD63D35}">
      <dgm:prSet phldrT="[Texto]"/>
      <dgm:spPr/>
      <dgm:t>
        <a:bodyPr/>
        <a:lstStyle/>
        <a:p>
          <a:r>
            <a:rPr lang="es-CO" b="1" dirty="0"/>
            <a:t>Definición: </a:t>
          </a:r>
          <a:r>
            <a:rPr lang="es-CO" b="0" dirty="0"/>
            <a:t>Diseño implementación y soporte de los datos almacenados para maximizar su valor.</a:t>
          </a:r>
          <a:endParaRPr lang="es-CO" b="1" dirty="0"/>
        </a:p>
      </dgm:t>
    </dgm:pt>
    <dgm:pt modelId="{82C08F27-B5BA-4688-AC1D-5F221CA77985}" type="parTrans" cxnId="{C3E7E303-ECCA-4E02-9198-AA9793A3CCA6}">
      <dgm:prSet/>
      <dgm:spPr/>
      <dgm:t>
        <a:bodyPr/>
        <a:lstStyle/>
        <a:p>
          <a:endParaRPr lang="es-CO"/>
        </a:p>
      </dgm:t>
    </dgm:pt>
    <dgm:pt modelId="{6F60A6B9-3D60-4726-874E-3BFAF3583E15}" type="sibTrans" cxnId="{C3E7E303-ECCA-4E02-9198-AA9793A3CCA6}">
      <dgm:prSet/>
      <dgm:spPr/>
      <dgm:t>
        <a:bodyPr/>
        <a:lstStyle/>
        <a:p>
          <a:endParaRPr lang="es-CO"/>
        </a:p>
      </dgm:t>
    </dgm:pt>
    <dgm:pt modelId="{B26F162C-BC5A-4E34-9DE4-449F81A889AB}">
      <dgm:prSet phldrT="[Texto]"/>
      <dgm:spPr>
        <a:solidFill>
          <a:schemeClr val="accent2"/>
        </a:solidFill>
      </dgm:spPr>
      <dgm:t>
        <a:bodyPr/>
        <a:lstStyle/>
        <a:p>
          <a:pPr algn="l"/>
          <a:r>
            <a:rPr lang="es-CO" b="1" dirty="0"/>
            <a:t>Metas: </a:t>
          </a:r>
          <a:endParaRPr lang="es-CO" b="0" dirty="0"/>
        </a:p>
        <a:p>
          <a:pPr algn="l"/>
          <a:r>
            <a:rPr lang="es-CO" b="0" dirty="0"/>
            <a:t>1. Administrar la disponibilidad de los datos por medio del ciclo de vida de los datos.</a:t>
          </a:r>
        </a:p>
        <a:p>
          <a:pPr algn="l"/>
          <a:r>
            <a:rPr lang="es-CO" b="0" dirty="0"/>
            <a:t>2. Asegurar la integridad de los activos de datos.</a:t>
          </a:r>
        </a:p>
        <a:p>
          <a:pPr algn="l"/>
          <a:r>
            <a:rPr lang="es-CO" b="0" dirty="0"/>
            <a:t>3. Administrar el desempeño de las transacciones de datos.</a:t>
          </a:r>
          <a:endParaRPr lang="es-CO" b="1" dirty="0"/>
        </a:p>
      </dgm:t>
    </dgm:pt>
    <dgm:pt modelId="{BC0251CB-0074-4CB8-9031-844194716ED5}" type="parTrans" cxnId="{09ABED85-815D-4441-8771-FE5490530D31}">
      <dgm:prSet/>
      <dgm:spPr/>
      <dgm:t>
        <a:bodyPr/>
        <a:lstStyle/>
        <a:p>
          <a:endParaRPr lang="es-CO"/>
        </a:p>
      </dgm:t>
    </dgm:pt>
    <dgm:pt modelId="{2346BD24-A4AA-4FAA-9333-3974AA99D663}" type="sibTrans" cxnId="{09ABED85-815D-4441-8771-FE5490530D31}">
      <dgm:prSet/>
      <dgm:spPr/>
      <dgm:t>
        <a:bodyPr/>
        <a:lstStyle/>
        <a:p>
          <a:endParaRPr lang="es-CO"/>
        </a:p>
      </dgm:t>
    </dgm:pt>
    <dgm:pt modelId="{79D7B647-8D66-43DA-8DE2-6AA0C17AA89E}">
      <dgm:prSet phldrT="[Texto]"/>
      <dgm:spPr>
        <a:solidFill>
          <a:srgbClr val="002060"/>
        </a:solidFill>
      </dgm:spPr>
      <dgm:t>
        <a:bodyPr/>
        <a:lstStyle/>
        <a:p>
          <a:pPr algn="l"/>
          <a:r>
            <a:rPr lang="es-CO" b="1" dirty="0"/>
            <a:t>Actividades:</a:t>
          </a:r>
        </a:p>
        <a:p>
          <a:pPr algn="l"/>
          <a:r>
            <a:rPr lang="es-CO" b="0" dirty="0"/>
            <a:t>Administrar la tecnología de bases de datos</a:t>
          </a:r>
        </a:p>
        <a:p>
          <a:pPr algn="l"/>
          <a:r>
            <a:rPr lang="es-CO" b="0" dirty="0"/>
            <a:t>Administrar las operaciones de bases de datos</a:t>
          </a:r>
        </a:p>
      </dgm:t>
    </dgm:pt>
    <dgm:pt modelId="{36223745-D6A7-4AEF-936E-CDE197735CDE}" type="parTrans" cxnId="{DB98E92F-B9FF-476A-9B82-9B7921B38A77}">
      <dgm:prSet/>
      <dgm:spPr/>
      <dgm:t>
        <a:bodyPr/>
        <a:lstStyle/>
        <a:p>
          <a:endParaRPr lang="es-CO"/>
        </a:p>
      </dgm:t>
    </dgm:pt>
    <dgm:pt modelId="{F7408D69-5C23-4E24-B00C-8C4058116492}" type="sibTrans" cxnId="{DB98E92F-B9FF-476A-9B82-9B7921B38A77}">
      <dgm:prSet/>
      <dgm:spPr/>
      <dgm:t>
        <a:bodyPr/>
        <a:lstStyle/>
        <a:p>
          <a:endParaRPr lang="es-CO"/>
        </a:p>
      </dgm:t>
    </dgm:pt>
    <dgm:pt modelId="{C2DBB2E9-88CB-4F60-88BE-01EFE14E0952}">
      <dgm:prSet phldrT="[Texto]"/>
      <dgm:spPr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49530" tIns="49530" rIns="49530" bIns="49530" numCol="1" spcCol="1270" anchor="ctr" anchorCtr="0"/>
        <a:lstStyle/>
        <a:p>
          <a:pPr algn="l"/>
          <a:r>
            <a:rPr lang="es-CO" b="1" dirty="0"/>
            <a:t>Entregables:</a:t>
          </a:r>
        </a:p>
        <a:p>
          <a:pPr algn="l"/>
          <a:r>
            <a:rPr lang="es-CO" b="0" dirty="0"/>
            <a:t>Criterios de evaluación tecnológica</a:t>
          </a:r>
        </a:p>
        <a:p>
          <a:pPr algn="l"/>
          <a:r>
            <a:rPr lang="es-CO" b="0" dirty="0"/>
            <a:t>Ambientes de bases de datos</a:t>
          </a:r>
        </a:p>
        <a:p>
          <a:pPr algn="l"/>
          <a:r>
            <a:rPr lang="es-CO" b="0" dirty="0" err="1"/>
            <a:t>Versionamiento</a:t>
          </a:r>
          <a:r>
            <a:rPr lang="es-CO" b="0" dirty="0"/>
            <a:t> de datos</a:t>
          </a:r>
        </a:p>
        <a:p>
          <a:pPr algn="l"/>
          <a:r>
            <a:rPr lang="es-CO" b="0" dirty="0"/>
            <a:t>Desempeño de bases de datos</a:t>
          </a:r>
        </a:p>
      </dgm:t>
    </dgm:pt>
    <dgm:pt modelId="{E43BAC1A-A1AA-4009-8AE8-D8C2E5D6EC98}" type="parTrans" cxnId="{CEF16AA2-88A3-4FC6-8618-8A3102CF0079}">
      <dgm:prSet/>
      <dgm:spPr/>
      <dgm:t>
        <a:bodyPr/>
        <a:lstStyle/>
        <a:p>
          <a:endParaRPr lang="es-CO"/>
        </a:p>
      </dgm:t>
    </dgm:pt>
    <dgm:pt modelId="{44D742D0-278B-4A29-A579-EF9A50CD53B8}" type="sibTrans" cxnId="{CEF16AA2-88A3-4FC6-8618-8A3102CF0079}">
      <dgm:prSet/>
      <dgm:spPr/>
      <dgm:t>
        <a:bodyPr/>
        <a:lstStyle/>
        <a:p>
          <a:endParaRPr lang="es-CO"/>
        </a:p>
      </dgm:t>
    </dgm:pt>
    <dgm:pt modelId="{7EC68955-5AE5-42B6-8B11-B8E6E21E4ABB}" type="pres">
      <dgm:prSet presAssocID="{1FB94E44-AC35-4F7A-B315-924FE1449FA4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6DA4864-5112-4BB3-9220-F992ED654DE9}" type="pres">
      <dgm:prSet presAssocID="{5486F2D2-580B-42B3-BE3D-BD13CCD63D35}" presName="vertOne" presStyleCnt="0"/>
      <dgm:spPr/>
    </dgm:pt>
    <dgm:pt modelId="{91047B7E-107A-4E43-B15C-9062F5B850F3}" type="pres">
      <dgm:prSet presAssocID="{5486F2D2-580B-42B3-BE3D-BD13CCD63D35}" presName="txOne" presStyleLbl="node0" presStyleIdx="0" presStyleCnt="1">
        <dgm:presLayoutVars>
          <dgm:chPref val="3"/>
        </dgm:presLayoutVars>
      </dgm:prSet>
      <dgm:spPr/>
    </dgm:pt>
    <dgm:pt modelId="{F67AC47F-F0FF-4927-93DF-5579FA772D00}" type="pres">
      <dgm:prSet presAssocID="{5486F2D2-580B-42B3-BE3D-BD13CCD63D35}" presName="parTransOne" presStyleCnt="0"/>
      <dgm:spPr/>
    </dgm:pt>
    <dgm:pt modelId="{5AA9AFC1-2C8B-42C7-8E39-265F956ABDC4}" type="pres">
      <dgm:prSet presAssocID="{5486F2D2-580B-42B3-BE3D-BD13CCD63D35}" presName="horzOne" presStyleCnt="0"/>
      <dgm:spPr/>
    </dgm:pt>
    <dgm:pt modelId="{59EEF7C0-52D3-486C-BD49-BA30A4907024}" type="pres">
      <dgm:prSet presAssocID="{B26F162C-BC5A-4E34-9DE4-449F81A889AB}" presName="vertTwo" presStyleCnt="0"/>
      <dgm:spPr/>
    </dgm:pt>
    <dgm:pt modelId="{C6653791-2FEB-4465-9DF2-F5BD2AD542D0}" type="pres">
      <dgm:prSet presAssocID="{B26F162C-BC5A-4E34-9DE4-449F81A889AB}" presName="txTwo" presStyleLbl="node2" presStyleIdx="0" presStyleCnt="1">
        <dgm:presLayoutVars>
          <dgm:chPref val="3"/>
        </dgm:presLayoutVars>
      </dgm:prSet>
      <dgm:spPr/>
    </dgm:pt>
    <dgm:pt modelId="{B7D9612F-C6B5-4778-9AE4-3B1B5E22C72D}" type="pres">
      <dgm:prSet presAssocID="{B26F162C-BC5A-4E34-9DE4-449F81A889AB}" presName="parTransTwo" presStyleCnt="0"/>
      <dgm:spPr/>
    </dgm:pt>
    <dgm:pt modelId="{ED0ACE63-A19D-4DF4-8100-2261CD0F2F59}" type="pres">
      <dgm:prSet presAssocID="{B26F162C-BC5A-4E34-9DE4-449F81A889AB}" presName="horzTwo" presStyleCnt="0"/>
      <dgm:spPr/>
    </dgm:pt>
    <dgm:pt modelId="{81ACDEF8-BF15-435B-97B1-B29E2E6C12E8}" type="pres">
      <dgm:prSet presAssocID="{79D7B647-8D66-43DA-8DE2-6AA0C17AA89E}" presName="vertThree" presStyleCnt="0"/>
      <dgm:spPr/>
    </dgm:pt>
    <dgm:pt modelId="{FE24E332-D626-4F19-B20E-4B5F2AF96EAB}" type="pres">
      <dgm:prSet presAssocID="{79D7B647-8D66-43DA-8DE2-6AA0C17AA89E}" presName="txThree" presStyleLbl="node3" presStyleIdx="0" presStyleCnt="2">
        <dgm:presLayoutVars>
          <dgm:chPref val="3"/>
        </dgm:presLayoutVars>
      </dgm:prSet>
      <dgm:spPr/>
    </dgm:pt>
    <dgm:pt modelId="{8544D371-3E56-4A76-AE57-FD7E099FFED5}" type="pres">
      <dgm:prSet presAssocID="{79D7B647-8D66-43DA-8DE2-6AA0C17AA89E}" presName="horzThree" presStyleCnt="0"/>
      <dgm:spPr/>
    </dgm:pt>
    <dgm:pt modelId="{DE7F028B-EFD8-4A3F-AD02-4C3C95F7AE85}" type="pres">
      <dgm:prSet presAssocID="{F7408D69-5C23-4E24-B00C-8C4058116492}" presName="sibSpaceThree" presStyleCnt="0"/>
      <dgm:spPr/>
    </dgm:pt>
    <dgm:pt modelId="{FF0C186C-D6A9-407F-9856-E98BA9A52D98}" type="pres">
      <dgm:prSet presAssocID="{C2DBB2E9-88CB-4F60-88BE-01EFE14E0952}" presName="vertThree" presStyleCnt="0"/>
      <dgm:spPr/>
    </dgm:pt>
    <dgm:pt modelId="{D351E2DE-4489-4425-8B5B-6170E0809E97}" type="pres">
      <dgm:prSet presAssocID="{C2DBB2E9-88CB-4F60-88BE-01EFE14E0952}" presName="txThree" presStyleLbl="node3" presStyleIdx="1" presStyleCnt="2">
        <dgm:presLayoutVars>
          <dgm:chPref val="3"/>
        </dgm:presLayoutVars>
      </dgm:prSet>
      <dgm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</dgm:spPr>
    </dgm:pt>
    <dgm:pt modelId="{66C80EE5-855E-478C-8CB0-22F856B1EB19}" type="pres">
      <dgm:prSet presAssocID="{C2DBB2E9-88CB-4F60-88BE-01EFE14E0952}" presName="horzThree" presStyleCnt="0"/>
      <dgm:spPr/>
    </dgm:pt>
  </dgm:ptLst>
  <dgm:cxnLst>
    <dgm:cxn modelId="{C3E7E303-ECCA-4E02-9198-AA9793A3CCA6}" srcId="{1FB94E44-AC35-4F7A-B315-924FE1449FA4}" destId="{5486F2D2-580B-42B3-BE3D-BD13CCD63D35}" srcOrd="0" destOrd="0" parTransId="{82C08F27-B5BA-4688-AC1D-5F221CA77985}" sibTransId="{6F60A6B9-3D60-4726-874E-3BFAF3583E15}"/>
    <dgm:cxn modelId="{AF264208-05F4-44D2-869A-4A5D748135AF}" type="presOf" srcId="{C2DBB2E9-88CB-4F60-88BE-01EFE14E0952}" destId="{D351E2DE-4489-4425-8B5B-6170E0809E97}" srcOrd="0" destOrd="0" presId="urn:microsoft.com/office/officeart/2005/8/layout/hierarchy4"/>
    <dgm:cxn modelId="{F8803B11-AFC2-4A54-90B5-ABB740AF3651}" type="presOf" srcId="{1FB94E44-AC35-4F7A-B315-924FE1449FA4}" destId="{7EC68955-5AE5-42B6-8B11-B8E6E21E4ABB}" srcOrd="0" destOrd="0" presId="urn:microsoft.com/office/officeart/2005/8/layout/hierarchy4"/>
    <dgm:cxn modelId="{DB98E92F-B9FF-476A-9B82-9B7921B38A77}" srcId="{B26F162C-BC5A-4E34-9DE4-449F81A889AB}" destId="{79D7B647-8D66-43DA-8DE2-6AA0C17AA89E}" srcOrd="0" destOrd="0" parTransId="{36223745-D6A7-4AEF-936E-CDE197735CDE}" sibTransId="{F7408D69-5C23-4E24-B00C-8C4058116492}"/>
    <dgm:cxn modelId="{93061C44-E07E-4E33-B9D3-CBC0B766D745}" type="presOf" srcId="{5486F2D2-580B-42B3-BE3D-BD13CCD63D35}" destId="{91047B7E-107A-4E43-B15C-9062F5B850F3}" srcOrd="0" destOrd="0" presId="urn:microsoft.com/office/officeart/2005/8/layout/hierarchy4"/>
    <dgm:cxn modelId="{B3D55462-51B3-4241-A411-6BE84D7C0C4B}" type="presOf" srcId="{B26F162C-BC5A-4E34-9DE4-449F81A889AB}" destId="{C6653791-2FEB-4465-9DF2-F5BD2AD542D0}" srcOrd="0" destOrd="0" presId="urn:microsoft.com/office/officeart/2005/8/layout/hierarchy4"/>
    <dgm:cxn modelId="{09ABED85-815D-4441-8771-FE5490530D31}" srcId="{5486F2D2-580B-42B3-BE3D-BD13CCD63D35}" destId="{B26F162C-BC5A-4E34-9DE4-449F81A889AB}" srcOrd="0" destOrd="0" parTransId="{BC0251CB-0074-4CB8-9031-844194716ED5}" sibTransId="{2346BD24-A4AA-4FAA-9333-3974AA99D663}"/>
    <dgm:cxn modelId="{80502C87-656D-44BF-9EDD-AA8A4E3E9A82}" type="presOf" srcId="{79D7B647-8D66-43DA-8DE2-6AA0C17AA89E}" destId="{FE24E332-D626-4F19-B20E-4B5F2AF96EAB}" srcOrd="0" destOrd="0" presId="urn:microsoft.com/office/officeart/2005/8/layout/hierarchy4"/>
    <dgm:cxn modelId="{CEF16AA2-88A3-4FC6-8618-8A3102CF0079}" srcId="{B26F162C-BC5A-4E34-9DE4-449F81A889AB}" destId="{C2DBB2E9-88CB-4F60-88BE-01EFE14E0952}" srcOrd="1" destOrd="0" parTransId="{E43BAC1A-A1AA-4009-8AE8-D8C2E5D6EC98}" sibTransId="{44D742D0-278B-4A29-A579-EF9A50CD53B8}"/>
    <dgm:cxn modelId="{9C7D9BF0-AA03-4EA6-AB7A-EACD05FE171F}" type="presParOf" srcId="{7EC68955-5AE5-42B6-8B11-B8E6E21E4ABB}" destId="{B6DA4864-5112-4BB3-9220-F992ED654DE9}" srcOrd="0" destOrd="0" presId="urn:microsoft.com/office/officeart/2005/8/layout/hierarchy4"/>
    <dgm:cxn modelId="{D54195C5-4ED0-4D81-8B51-57AA2B4535D8}" type="presParOf" srcId="{B6DA4864-5112-4BB3-9220-F992ED654DE9}" destId="{91047B7E-107A-4E43-B15C-9062F5B850F3}" srcOrd="0" destOrd="0" presId="urn:microsoft.com/office/officeart/2005/8/layout/hierarchy4"/>
    <dgm:cxn modelId="{48A452AE-5A34-4A67-AD16-EC4BA0833B03}" type="presParOf" srcId="{B6DA4864-5112-4BB3-9220-F992ED654DE9}" destId="{F67AC47F-F0FF-4927-93DF-5579FA772D00}" srcOrd="1" destOrd="0" presId="urn:microsoft.com/office/officeart/2005/8/layout/hierarchy4"/>
    <dgm:cxn modelId="{079B7B43-E14A-48C2-AA7B-971C8FEEC0CF}" type="presParOf" srcId="{B6DA4864-5112-4BB3-9220-F992ED654DE9}" destId="{5AA9AFC1-2C8B-42C7-8E39-265F956ABDC4}" srcOrd="2" destOrd="0" presId="urn:microsoft.com/office/officeart/2005/8/layout/hierarchy4"/>
    <dgm:cxn modelId="{865B1921-7F01-4028-801E-64381F070B27}" type="presParOf" srcId="{5AA9AFC1-2C8B-42C7-8E39-265F956ABDC4}" destId="{59EEF7C0-52D3-486C-BD49-BA30A4907024}" srcOrd="0" destOrd="0" presId="urn:microsoft.com/office/officeart/2005/8/layout/hierarchy4"/>
    <dgm:cxn modelId="{883DF9D4-3629-436E-BEC3-A5EA2B15CB89}" type="presParOf" srcId="{59EEF7C0-52D3-486C-BD49-BA30A4907024}" destId="{C6653791-2FEB-4465-9DF2-F5BD2AD542D0}" srcOrd="0" destOrd="0" presId="urn:microsoft.com/office/officeart/2005/8/layout/hierarchy4"/>
    <dgm:cxn modelId="{95645E47-4348-42F5-909D-A00FC2E6AA40}" type="presParOf" srcId="{59EEF7C0-52D3-486C-BD49-BA30A4907024}" destId="{B7D9612F-C6B5-4778-9AE4-3B1B5E22C72D}" srcOrd="1" destOrd="0" presId="urn:microsoft.com/office/officeart/2005/8/layout/hierarchy4"/>
    <dgm:cxn modelId="{56F5574B-77C7-456E-ABD3-133AAC2AAD4B}" type="presParOf" srcId="{59EEF7C0-52D3-486C-BD49-BA30A4907024}" destId="{ED0ACE63-A19D-4DF4-8100-2261CD0F2F59}" srcOrd="2" destOrd="0" presId="urn:microsoft.com/office/officeart/2005/8/layout/hierarchy4"/>
    <dgm:cxn modelId="{20CC4FB1-F2D5-45AA-8C5C-2517190CA6E1}" type="presParOf" srcId="{ED0ACE63-A19D-4DF4-8100-2261CD0F2F59}" destId="{81ACDEF8-BF15-435B-97B1-B29E2E6C12E8}" srcOrd="0" destOrd="0" presId="urn:microsoft.com/office/officeart/2005/8/layout/hierarchy4"/>
    <dgm:cxn modelId="{7C81199C-D21E-4AEB-B255-465B7E003E3B}" type="presParOf" srcId="{81ACDEF8-BF15-435B-97B1-B29E2E6C12E8}" destId="{FE24E332-D626-4F19-B20E-4B5F2AF96EAB}" srcOrd="0" destOrd="0" presId="urn:microsoft.com/office/officeart/2005/8/layout/hierarchy4"/>
    <dgm:cxn modelId="{5F87AFA2-FD8A-4FB1-AFA3-0187A58D3226}" type="presParOf" srcId="{81ACDEF8-BF15-435B-97B1-B29E2E6C12E8}" destId="{8544D371-3E56-4A76-AE57-FD7E099FFED5}" srcOrd="1" destOrd="0" presId="urn:microsoft.com/office/officeart/2005/8/layout/hierarchy4"/>
    <dgm:cxn modelId="{990CEDAE-F3C3-4438-B0F2-65BC3F2839FC}" type="presParOf" srcId="{ED0ACE63-A19D-4DF4-8100-2261CD0F2F59}" destId="{DE7F028B-EFD8-4A3F-AD02-4C3C95F7AE85}" srcOrd="1" destOrd="0" presId="urn:microsoft.com/office/officeart/2005/8/layout/hierarchy4"/>
    <dgm:cxn modelId="{C31BCED4-D7D2-4B82-836D-1150AE29517A}" type="presParOf" srcId="{ED0ACE63-A19D-4DF4-8100-2261CD0F2F59}" destId="{FF0C186C-D6A9-407F-9856-E98BA9A52D98}" srcOrd="2" destOrd="0" presId="urn:microsoft.com/office/officeart/2005/8/layout/hierarchy4"/>
    <dgm:cxn modelId="{A268FAF1-4758-4531-A73E-DEC55A40B7F3}" type="presParOf" srcId="{FF0C186C-D6A9-407F-9856-E98BA9A52D98}" destId="{D351E2DE-4489-4425-8B5B-6170E0809E97}" srcOrd="0" destOrd="0" presId="urn:microsoft.com/office/officeart/2005/8/layout/hierarchy4"/>
    <dgm:cxn modelId="{2C25703B-016A-491A-AC79-E3ACBDDF807A}" type="presParOf" srcId="{FF0C186C-D6A9-407F-9856-E98BA9A52D98}" destId="{66C80EE5-855E-478C-8CB0-22F856B1EB1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FB94E44-AC35-4F7A-B315-924FE1449FA4}" type="doc">
      <dgm:prSet loTypeId="urn:microsoft.com/office/officeart/2005/8/layout/hierarchy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5486F2D2-580B-42B3-BE3D-BD13CCD63D35}">
      <dgm:prSet phldrT="[Texto]"/>
      <dgm:spPr/>
      <dgm:t>
        <a:bodyPr/>
        <a:lstStyle/>
        <a:p>
          <a:r>
            <a:rPr lang="es-CO" b="1" dirty="0"/>
            <a:t>Definición: </a:t>
          </a:r>
          <a:r>
            <a:rPr lang="es-CO" b="0" dirty="0"/>
            <a:t>Proceso de descubrimiento, análisis y definición de alcance de los requerimientos de datos y comunicar dichos requerimientos en el modelo de datos. Es un proceso iterativo y puede incluir un modelo conceptual, lógico y físico.</a:t>
          </a:r>
          <a:endParaRPr lang="es-CO" b="1" dirty="0"/>
        </a:p>
      </dgm:t>
    </dgm:pt>
    <dgm:pt modelId="{82C08F27-B5BA-4688-AC1D-5F221CA77985}" type="parTrans" cxnId="{C3E7E303-ECCA-4E02-9198-AA9793A3CCA6}">
      <dgm:prSet/>
      <dgm:spPr/>
      <dgm:t>
        <a:bodyPr/>
        <a:lstStyle/>
        <a:p>
          <a:endParaRPr lang="es-CO"/>
        </a:p>
      </dgm:t>
    </dgm:pt>
    <dgm:pt modelId="{6F60A6B9-3D60-4726-874E-3BFAF3583E15}" type="sibTrans" cxnId="{C3E7E303-ECCA-4E02-9198-AA9793A3CCA6}">
      <dgm:prSet/>
      <dgm:spPr/>
      <dgm:t>
        <a:bodyPr/>
        <a:lstStyle/>
        <a:p>
          <a:endParaRPr lang="es-CO"/>
        </a:p>
      </dgm:t>
    </dgm:pt>
    <dgm:pt modelId="{B26F162C-BC5A-4E34-9DE4-449F81A889AB}">
      <dgm:prSet phldrT="[Texto]"/>
      <dgm:spPr>
        <a:solidFill>
          <a:schemeClr val="accent2"/>
        </a:solidFill>
      </dgm:spPr>
      <dgm:t>
        <a:bodyPr/>
        <a:lstStyle/>
        <a:p>
          <a:pPr algn="l"/>
          <a:r>
            <a:rPr lang="es-CO" b="1" dirty="0"/>
            <a:t>Metas: </a:t>
          </a:r>
          <a:endParaRPr lang="es-CO" b="0" dirty="0"/>
        </a:p>
        <a:p>
          <a:pPr algn="l"/>
          <a:r>
            <a:rPr lang="es-ES" b="0" dirty="0"/>
            <a:t>Confirmar y documentar un entendimiento de las diferentes perspectivas, lo que llevará a la aplicación que pueda alinear las necesidades actuales y futuras del negocio, y crear los cimientos para completar las iniciativas de administración y gobierno de datos.</a:t>
          </a:r>
          <a:endParaRPr lang="es-CO" b="1" dirty="0"/>
        </a:p>
      </dgm:t>
    </dgm:pt>
    <dgm:pt modelId="{BC0251CB-0074-4CB8-9031-844194716ED5}" type="parTrans" cxnId="{09ABED85-815D-4441-8771-FE5490530D31}">
      <dgm:prSet/>
      <dgm:spPr/>
      <dgm:t>
        <a:bodyPr/>
        <a:lstStyle/>
        <a:p>
          <a:endParaRPr lang="es-CO"/>
        </a:p>
      </dgm:t>
    </dgm:pt>
    <dgm:pt modelId="{2346BD24-A4AA-4FAA-9333-3974AA99D663}" type="sibTrans" cxnId="{09ABED85-815D-4441-8771-FE5490530D31}">
      <dgm:prSet/>
      <dgm:spPr/>
      <dgm:t>
        <a:bodyPr/>
        <a:lstStyle/>
        <a:p>
          <a:endParaRPr lang="es-CO"/>
        </a:p>
      </dgm:t>
    </dgm:pt>
    <dgm:pt modelId="{79D7B647-8D66-43DA-8DE2-6AA0C17AA89E}">
      <dgm:prSet phldrT="[Texto]"/>
      <dgm:spPr>
        <a:solidFill>
          <a:srgbClr val="002060"/>
        </a:solidFill>
      </dgm:spPr>
      <dgm:t>
        <a:bodyPr/>
        <a:lstStyle/>
        <a:p>
          <a:pPr algn="l"/>
          <a:r>
            <a:rPr lang="es-CO" b="1" dirty="0"/>
            <a:t>Actividades:</a:t>
          </a:r>
        </a:p>
        <a:p>
          <a:pPr algn="l"/>
          <a:r>
            <a:rPr lang="es-ES" b="0" dirty="0"/>
            <a:t>Planear el modelo de datos</a:t>
          </a:r>
          <a:endParaRPr lang="es-CO" b="0" dirty="0"/>
        </a:p>
        <a:p>
          <a:r>
            <a:rPr lang="es-ES" b="0" dirty="0"/>
            <a:t>Construir el modelo de datos</a:t>
          </a:r>
          <a:endParaRPr lang="es-CO" b="0" dirty="0"/>
        </a:p>
        <a:p>
          <a:r>
            <a:rPr lang="es-ES" b="0" dirty="0"/>
            <a:t>Revisar el modelo de datos</a:t>
          </a:r>
          <a:endParaRPr lang="es-CO" b="0" dirty="0"/>
        </a:p>
        <a:p>
          <a:r>
            <a:rPr lang="es-ES" b="0" dirty="0"/>
            <a:t>Administrar el modelo de datos</a:t>
          </a:r>
          <a:endParaRPr lang="es-CO" b="0" dirty="0"/>
        </a:p>
      </dgm:t>
    </dgm:pt>
    <dgm:pt modelId="{36223745-D6A7-4AEF-936E-CDE197735CDE}" type="parTrans" cxnId="{DB98E92F-B9FF-476A-9B82-9B7921B38A77}">
      <dgm:prSet/>
      <dgm:spPr/>
      <dgm:t>
        <a:bodyPr/>
        <a:lstStyle/>
        <a:p>
          <a:endParaRPr lang="es-CO"/>
        </a:p>
      </dgm:t>
    </dgm:pt>
    <dgm:pt modelId="{F7408D69-5C23-4E24-B00C-8C4058116492}" type="sibTrans" cxnId="{DB98E92F-B9FF-476A-9B82-9B7921B38A77}">
      <dgm:prSet/>
      <dgm:spPr/>
      <dgm:t>
        <a:bodyPr/>
        <a:lstStyle/>
        <a:p>
          <a:endParaRPr lang="es-CO"/>
        </a:p>
      </dgm:t>
    </dgm:pt>
    <dgm:pt modelId="{C2DBB2E9-88CB-4F60-88BE-01EFE14E0952}">
      <dgm:prSet phldrT="[Texto]"/>
      <dgm:spPr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49530" tIns="49530" rIns="49530" bIns="49530" numCol="1" spcCol="1270" anchor="ctr" anchorCtr="0"/>
        <a:lstStyle/>
        <a:p>
          <a:pPr algn="l"/>
          <a:r>
            <a:rPr lang="es-CO" b="1" dirty="0"/>
            <a:t>Entregables:</a:t>
          </a:r>
        </a:p>
        <a:p>
          <a:pPr algn="l"/>
          <a:r>
            <a:rPr lang="es-CO" b="0" dirty="0"/>
            <a:t>Modelo conceptual de datos</a:t>
          </a:r>
        </a:p>
        <a:p>
          <a:r>
            <a:rPr lang="es-CO" b="0" dirty="0"/>
            <a:t>Modelo lógico de datos</a:t>
          </a:r>
        </a:p>
        <a:p>
          <a:r>
            <a:rPr lang="es-CO" b="0" dirty="0"/>
            <a:t>Modelo físico de datos</a:t>
          </a:r>
        </a:p>
      </dgm:t>
    </dgm:pt>
    <dgm:pt modelId="{E43BAC1A-A1AA-4009-8AE8-D8C2E5D6EC98}" type="parTrans" cxnId="{CEF16AA2-88A3-4FC6-8618-8A3102CF0079}">
      <dgm:prSet/>
      <dgm:spPr/>
      <dgm:t>
        <a:bodyPr/>
        <a:lstStyle/>
        <a:p>
          <a:endParaRPr lang="es-CO"/>
        </a:p>
      </dgm:t>
    </dgm:pt>
    <dgm:pt modelId="{44D742D0-278B-4A29-A579-EF9A50CD53B8}" type="sibTrans" cxnId="{CEF16AA2-88A3-4FC6-8618-8A3102CF0079}">
      <dgm:prSet/>
      <dgm:spPr/>
      <dgm:t>
        <a:bodyPr/>
        <a:lstStyle/>
        <a:p>
          <a:endParaRPr lang="es-CO"/>
        </a:p>
      </dgm:t>
    </dgm:pt>
    <dgm:pt modelId="{7EC68955-5AE5-42B6-8B11-B8E6E21E4ABB}" type="pres">
      <dgm:prSet presAssocID="{1FB94E44-AC35-4F7A-B315-924FE1449FA4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6DA4864-5112-4BB3-9220-F992ED654DE9}" type="pres">
      <dgm:prSet presAssocID="{5486F2D2-580B-42B3-BE3D-BD13CCD63D35}" presName="vertOne" presStyleCnt="0"/>
      <dgm:spPr/>
    </dgm:pt>
    <dgm:pt modelId="{91047B7E-107A-4E43-B15C-9062F5B850F3}" type="pres">
      <dgm:prSet presAssocID="{5486F2D2-580B-42B3-BE3D-BD13CCD63D35}" presName="txOne" presStyleLbl="node0" presStyleIdx="0" presStyleCnt="1">
        <dgm:presLayoutVars>
          <dgm:chPref val="3"/>
        </dgm:presLayoutVars>
      </dgm:prSet>
      <dgm:spPr/>
    </dgm:pt>
    <dgm:pt modelId="{F67AC47F-F0FF-4927-93DF-5579FA772D00}" type="pres">
      <dgm:prSet presAssocID="{5486F2D2-580B-42B3-BE3D-BD13CCD63D35}" presName="parTransOne" presStyleCnt="0"/>
      <dgm:spPr/>
    </dgm:pt>
    <dgm:pt modelId="{5AA9AFC1-2C8B-42C7-8E39-265F956ABDC4}" type="pres">
      <dgm:prSet presAssocID="{5486F2D2-580B-42B3-BE3D-BD13CCD63D35}" presName="horzOne" presStyleCnt="0"/>
      <dgm:spPr/>
    </dgm:pt>
    <dgm:pt modelId="{59EEF7C0-52D3-486C-BD49-BA30A4907024}" type="pres">
      <dgm:prSet presAssocID="{B26F162C-BC5A-4E34-9DE4-449F81A889AB}" presName="vertTwo" presStyleCnt="0"/>
      <dgm:spPr/>
    </dgm:pt>
    <dgm:pt modelId="{C6653791-2FEB-4465-9DF2-F5BD2AD542D0}" type="pres">
      <dgm:prSet presAssocID="{B26F162C-BC5A-4E34-9DE4-449F81A889AB}" presName="txTwo" presStyleLbl="node2" presStyleIdx="0" presStyleCnt="1">
        <dgm:presLayoutVars>
          <dgm:chPref val="3"/>
        </dgm:presLayoutVars>
      </dgm:prSet>
      <dgm:spPr/>
    </dgm:pt>
    <dgm:pt modelId="{B7D9612F-C6B5-4778-9AE4-3B1B5E22C72D}" type="pres">
      <dgm:prSet presAssocID="{B26F162C-BC5A-4E34-9DE4-449F81A889AB}" presName="parTransTwo" presStyleCnt="0"/>
      <dgm:spPr/>
    </dgm:pt>
    <dgm:pt modelId="{ED0ACE63-A19D-4DF4-8100-2261CD0F2F59}" type="pres">
      <dgm:prSet presAssocID="{B26F162C-BC5A-4E34-9DE4-449F81A889AB}" presName="horzTwo" presStyleCnt="0"/>
      <dgm:spPr/>
    </dgm:pt>
    <dgm:pt modelId="{81ACDEF8-BF15-435B-97B1-B29E2E6C12E8}" type="pres">
      <dgm:prSet presAssocID="{79D7B647-8D66-43DA-8DE2-6AA0C17AA89E}" presName="vertThree" presStyleCnt="0"/>
      <dgm:spPr/>
    </dgm:pt>
    <dgm:pt modelId="{FE24E332-D626-4F19-B20E-4B5F2AF96EAB}" type="pres">
      <dgm:prSet presAssocID="{79D7B647-8D66-43DA-8DE2-6AA0C17AA89E}" presName="txThree" presStyleLbl="node3" presStyleIdx="0" presStyleCnt="2">
        <dgm:presLayoutVars>
          <dgm:chPref val="3"/>
        </dgm:presLayoutVars>
      </dgm:prSet>
      <dgm:spPr/>
    </dgm:pt>
    <dgm:pt modelId="{8544D371-3E56-4A76-AE57-FD7E099FFED5}" type="pres">
      <dgm:prSet presAssocID="{79D7B647-8D66-43DA-8DE2-6AA0C17AA89E}" presName="horzThree" presStyleCnt="0"/>
      <dgm:spPr/>
    </dgm:pt>
    <dgm:pt modelId="{DE7F028B-EFD8-4A3F-AD02-4C3C95F7AE85}" type="pres">
      <dgm:prSet presAssocID="{F7408D69-5C23-4E24-B00C-8C4058116492}" presName="sibSpaceThree" presStyleCnt="0"/>
      <dgm:spPr/>
    </dgm:pt>
    <dgm:pt modelId="{FF0C186C-D6A9-407F-9856-E98BA9A52D98}" type="pres">
      <dgm:prSet presAssocID="{C2DBB2E9-88CB-4F60-88BE-01EFE14E0952}" presName="vertThree" presStyleCnt="0"/>
      <dgm:spPr/>
    </dgm:pt>
    <dgm:pt modelId="{D351E2DE-4489-4425-8B5B-6170E0809E97}" type="pres">
      <dgm:prSet presAssocID="{C2DBB2E9-88CB-4F60-88BE-01EFE14E0952}" presName="txThree" presStyleLbl="node3" presStyleIdx="1" presStyleCnt="2">
        <dgm:presLayoutVars>
          <dgm:chPref val="3"/>
        </dgm:presLayoutVars>
      </dgm:prSet>
      <dgm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</dgm:spPr>
    </dgm:pt>
    <dgm:pt modelId="{66C80EE5-855E-478C-8CB0-22F856B1EB19}" type="pres">
      <dgm:prSet presAssocID="{C2DBB2E9-88CB-4F60-88BE-01EFE14E0952}" presName="horzThree" presStyleCnt="0"/>
      <dgm:spPr/>
    </dgm:pt>
  </dgm:ptLst>
  <dgm:cxnLst>
    <dgm:cxn modelId="{C3E7E303-ECCA-4E02-9198-AA9793A3CCA6}" srcId="{1FB94E44-AC35-4F7A-B315-924FE1449FA4}" destId="{5486F2D2-580B-42B3-BE3D-BD13CCD63D35}" srcOrd="0" destOrd="0" parTransId="{82C08F27-B5BA-4688-AC1D-5F221CA77985}" sibTransId="{6F60A6B9-3D60-4726-874E-3BFAF3583E15}"/>
    <dgm:cxn modelId="{AF264208-05F4-44D2-869A-4A5D748135AF}" type="presOf" srcId="{C2DBB2E9-88CB-4F60-88BE-01EFE14E0952}" destId="{D351E2DE-4489-4425-8B5B-6170E0809E97}" srcOrd="0" destOrd="0" presId="urn:microsoft.com/office/officeart/2005/8/layout/hierarchy4"/>
    <dgm:cxn modelId="{F8803B11-AFC2-4A54-90B5-ABB740AF3651}" type="presOf" srcId="{1FB94E44-AC35-4F7A-B315-924FE1449FA4}" destId="{7EC68955-5AE5-42B6-8B11-B8E6E21E4ABB}" srcOrd="0" destOrd="0" presId="urn:microsoft.com/office/officeart/2005/8/layout/hierarchy4"/>
    <dgm:cxn modelId="{DB98E92F-B9FF-476A-9B82-9B7921B38A77}" srcId="{B26F162C-BC5A-4E34-9DE4-449F81A889AB}" destId="{79D7B647-8D66-43DA-8DE2-6AA0C17AA89E}" srcOrd="0" destOrd="0" parTransId="{36223745-D6A7-4AEF-936E-CDE197735CDE}" sibTransId="{F7408D69-5C23-4E24-B00C-8C4058116492}"/>
    <dgm:cxn modelId="{93061C44-E07E-4E33-B9D3-CBC0B766D745}" type="presOf" srcId="{5486F2D2-580B-42B3-BE3D-BD13CCD63D35}" destId="{91047B7E-107A-4E43-B15C-9062F5B850F3}" srcOrd="0" destOrd="0" presId="urn:microsoft.com/office/officeart/2005/8/layout/hierarchy4"/>
    <dgm:cxn modelId="{B3D55462-51B3-4241-A411-6BE84D7C0C4B}" type="presOf" srcId="{B26F162C-BC5A-4E34-9DE4-449F81A889AB}" destId="{C6653791-2FEB-4465-9DF2-F5BD2AD542D0}" srcOrd="0" destOrd="0" presId="urn:microsoft.com/office/officeart/2005/8/layout/hierarchy4"/>
    <dgm:cxn modelId="{09ABED85-815D-4441-8771-FE5490530D31}" srcId="{5486F2D2-580B-42B3-BE3D-BD13CCD63D35}" destId="{B26F162C-BC5A-4E34-9DE4-449F81A889AB}" srcOrd="0" destOrd="0" parTransId="{BC0251CB-0074-4CB8-9031-844194716ED5}" sibTransId="{2346BD24-A4AA-4FAA-9333-3974AA99D663}"/>
    <dgm:cxn modelId="{80502C87-656D-44BF-9EDD-AA8A4E3E9A82}" type="presOf" srcId="{79D7B647-8D66-43DA-8DE2-6AA0C17AA89E}" destId="{FE24E332-D626-4F19-B20E-4B5F2AF96EAB}" srcOrd="0" destOrd="0" presId="urn:microsoft.com/office/officeart/2005/8/layout/hierarchy4"/>
    <dgm:cxn modelId="{CEF16AA2-88A3-4FC6-8618-8A3102CF0079}" srcId="{B26F162C-BC5A-4E34-9DE4-449F81A889AB}" destId="{C2DBB2E9-88CB-4F60-88BE-01EFE14E0952}" srcOrd="1" destOrd="0" parTransId="{E43BAC1A-A1AA-4009-8AE8-D8C2E5D6EC98}" sibTransId="{44D742D0-278B-4A29-A579-EF9A50CD53B8}"/>
    <dgm:cxn modelId="{9C7D9BF0-AA03-4EA6-AB7A-EACD05FE171F}" type="presParOf" srcId="{7EC68955-5AE5-42B6-8B11-B8E6E21E4ABB}" destId="{B6DA4864-5112-4BB3-9220-F992ED654DE9}" srcOrd="0" destOrd="0" presId="urn:microsoft.com/office/officeart/2005/8/layout/hierarchy4"/>
    <dgm:cxn modelId="{D54195C5-4ED0-4D81-8B51-57AA2B4535D8}" type="presParOf" srcId="{B6DA4864-5112-4BB3-9220-F992ED654DE9}" destId="{91047B7E-107A-4E43-B15C-9062F5B850F3}" srcOrd="0" destOrd="0" presId="urn:microsoft.com/office/officeart/2005/8/layout/hierarchy4"/>
    <dgm:cxn modelId="{48A452AE-5A34-4A67-AD16-EC4BA0833B03}" type="presParOf" srcId="{B6DA4864-5112-4BB3-9220-F992ED654DE9}" destId="{F67AC47F-F0FF-4927-93DF-5579FA772D00}" srcOrd="1" destOrd="0" presId="urn:microsoft.com/office/officeart/2005/8/layout/hierarchy4"/>
    <dgm:cxn modelId="{079B7B43-E14A-48C2-AA7B-971C8FEEC0CF}" type="presParOf" srcId="{B6DA4864-5112-4BB3-9220-F992ED654DE9}" destId="{5AA9AFC1-2C8B-42C7-8E39-265F956ABDC4}" srcOrd="2" destOrd="0" presId="urn:microsoft.com/office/officeart/2005/8/layout/hierarchy4"/>
    <dgm:cxn modelId="{865B1921-7F01-4028-801E-64381F070B27}" type="presParOf" srcId="{5AA9AFC1-2C8B-42C7-8E39-265F956ABDC4}" destId="{59EEF7C0-52D3-486C-BD49-BA30A4907024}" srcOrd="0" destOrd="0" presId="urn:microsoft.com/office/officeart/2005/8/layout/hierarchy4"/>
    <dgm:cxn modelId="{883DF9D4-3629-436E-BEC3-A5EA2B15CB89}" type="presParOf" srcId="{59EEF7C0-52D3-486C-BD49-BA30A4907024}" destId="{C6653791-2FEB-4465-9DF2-F5BD2AD542D0}" srcOrd="0" destOrd="0" presId="urn:microsoft.com/office/officeart/2005/8/layout/hierarchy4"/>
    <dgm:cxn modelId="{95645E47-4348-42F5-909D-A00FC2E6AA40}" type="presParOf" srcId="{59EEF7C0-52D3-486C-BD49-BA30A4907024}" destId="{B7D9612F-C6B5-4778-9AE4-3B1B5E22C72D}" srcOrd="1" destOrd="0" presId="urn:microsoft.com/office/officeart/2005/8/layout/hierarchy4"/>
    <dgm:cxn modelId="{56F5574B-77C7-456E-ABD3-133AAC2AAD4B}" type="presParOf" srcId="{59EEF7C0-52D3-486C-BD49-BA30A4907024}" destId="{ED0ACE63-A19D-4DF4-8100-2261CD0F2F59}" srcOrd="2" destOrd="0" presId="urn:microsoft.com/office/officeart/2005/8/layout/hierarchy4"/>
    <dgm:cxn modelId="{20CC4FB1-F2D5-45AA-8C5C-2517190CA6E1}" type="presParOf" srcId="{ED0ACE63-A19D-4DF4-8100-2261CD0F2F59}" destId="{81ACDEF8-BF15-435B-97B1-B29E2E6C12E8}" srcOrd="0" destOrd="0" presId="urn:microsoft.com/office/officeart/2005/8/layout/hierarchy4"/>
    <dgm:cxn modelId="{7C81199C-D21E-4AEB-B255-465B7E003E3B}" type="presParOf" srcId="{81ACDEF8-BF15-435B-97B1-B29E2E6C12E8}" destId="{FE24E332-D626-4F19-B20E-4B5F2AF96EAB}" srcOrd="0" destOrd="0" presId="urn:microsoft.com/office/officeart/2005/8/layout/hierarchy4"/>
    <dgm:cxn modelId="{5F87AFA2-FD8A-4FB1-AFA3-0187A58D3226}" type="presParOf" srcId="{81ACDEF8-BF15-435B-97B1-B29E2E6C12E8}" destId="{8544D371-3E56-4A76-AE57-FD7E099FFED5}" srcOrd="1" destOrd="0" presId="urn:microsoft.com/office/officeart/2005/8/layout/hierarchy4"/>
    <dgm:cxn modelId="{990CEDAE-F3C3-4438-B0F2-65BC3F2839FC}" type="presParOf" srcId="{ED0ACE63-A19D-4DF4-8100-2261CD0F2F59}" destId="{DE7F028B-EFD8-4A3F-AD02-4C3C95F7AE85}" srcOrd="1" destOrd="0" presId="urn:microsoft.com/office/officeart/2005/8/layout/hierarchy4"/>
    <dgm:cxn modelId="{C31BCED4-D7D2-4B82-836D-1150AE29517A}" type="presParOf" srcId="{ED0ACE63-A19D-4DF4-8100-2261CD0F2F59}" destId="{FF0C186C-D6A9-407F-9856-E98BA9A52D98}" srcOrd="2" destOrd="0" presId="urn:microsoft.com/office/officeart/2005/8/layout/hierarchy4"/>
    <dgm:cxn modelId="{A268FAF1-4758-4531-A73E-DEC55A40B7F3}" type="presParOf" srcId="{FF0C186C-D6A9-407F-9856-E98BA9A52D98}" destId="{D351E2DE-4489-4425-8B5B-6170E0809E97}" srcOrd="0" destOrd="0" presId="urn:microsoft.com/office/officeart/2005/8/layout/hierarchy4"/>
    <dgm:cxn modelId="{2C25703B-016A-491A-AC79-E3ACBDDF807A}" type="presParOf" srcId="{FF0C186C-D6A9-407F-9856-E98BA9A52D98}" destId="{66C80EE5-855E-478C-8CB0-22F856B1EB1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FB94E44-AC35-4F7A-B315-924FE1449FA4}" type="doc">
      <dgm:prSet loTypeId="urn:microsoft.com/office/officeart/2005/8/layout/hierarchy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5486F2D2-580B-42B3-BE3D-BD13CCD63D35}">
      <dgm:prSet phldrT="[Texto]"/>
      <dgm:spPr/>
      <dgm:t>
        <a:bodyPr/>
        <a:lstStyle/>
        <a:p>
          <a:r>
            <a:rPr lang="es-CO" b="1" dirty="0"/>
            <a:t>Definición: </a:t>
          </a:r>
          <a:r>
            <a:rPr lang="es-CO" b="0" dirty="0"/>
            <a:t>Administrar el movimiento y consolidación de datos dentro y entre aplicaciones de la organización.</a:t>
          </a:r>
          <a:endParaRPr lang="es-CO" b="1" dirty="0"/>
        </a:p>
      </dgm:t>
    </dgm:pt>
    <dgm:pt modelId="{82C08F27-B5BA-4688-AC1D-5F221CA77985}" type="parTrans" cxnId="{C3E7E303-ECCA-4E02-9198-AA9793A3CCA6}">
      <dgm:prSet/>
      <dgm:spPr/>
      <dgm:t>
        <a:bodyPr/>
        <a:lstStyle/>
        <a:p>
          <a:endParaRPr lang="es-CO"/>
        </a:p>
      </dgm:t>
    </dgm:pt>
    <dgm:pt modelId="{6F60A6B9-3D60-4726-874E-3BFAF3583E15}" type="sibTrans" cxnId="{C3E7E303-ECCA-4E02-9198-AA9793A3CCA6}">
      <dgm:prSet/>
      <dgm:spPr/>
      <dgm:t>
        <a:bodyPr/>
        <a:lstStyle/>
        <a:p>
          <a:endParaRPr lang="es-CO"/>
        </a:p>
      </dgm:t>
    </dgm:pt>
    <dgm:pt modelId="{B26F162C-BC5A-4E34-9DE4-449F81A889AB}">
      <dgm:prSet phldrT="[Texto]"/>
      <dgm:spPr>
        <a:solidFill>
          <a:schemeClr val="accent2"/>
        </a:solidFill>
      </dgm:spPr>
      <dgm:t>
        <a:bodyPr/>
        <a:lstStyle/>
        <a:p>
          <a:pPr algn="l"/>
          <a:r>
            <a:rPr lang="es-CO" b="1" dirty="0"/>
            <a:t>Metas: </a:t>
          </a:r>
          <a:endParaRPr lang="es-CO" b="0" dirty="0"/>
        </a:p>
        <a:p>
          <a:pPr algn="l"/>
          <a:r>
            <a:rPr lang="es-CO" b="0" dirty="0"/>
            <a:t>1. Proveer los datos de manera segura cumpliendo con las regulaciones de seguridad.</a:t>
          </a:r>
        </a:p>
        <a:p>
          <a:pPr algn="l"/>
          <a:r>
            <a:rPr lang="es-CO" b="0" dirty="0"/>
            <a:t>2. Disminuir los costos y la complejidad por medio de la administración de modelos compartidos.</a:t>
          </a:r>
        </a:p>
        <a:p>
          <a:pPr algn="l"/>
          <a:r>
            <a:rPr lang="es-CO" b="0" dirty="0"/>
            <a:t>3. Identificar eventos importantes y activarlos de manera automatizada.</a:t>
          </a:r>
        </a:p>
        <a:p>
          <a:pPr algn="l"/>
          <a:r>
            <a:rPr lang="es-CO" b="0" dirty="0"/>
            <a:t>4. Soportar los esfuerzos analíticos de forma eficiente.</a:t>
          </a:r>
          <a:endParaRPr lang="es-CO" b="1" dirty="0"/>
        </a:p>
      </dgm:t>
    </dgm:pt>
    <dgm:pt modelId="{BC0251CB-0074-4CB8-9031-844194716ED5}" type="parTrans" cxnId="{09ABED85-815D-4441-8771-FE5490530D31}">
      <dgm:prSet/>
      <dgm:spPr/>
      <dgm:t>
        <a:bodyPr/>
        <a:lstStyle/>
        <a:p>
          <a:endParaRPr lang="es-CO"/>
        </a:p>
      </dgm:t>
    </dgm:pt>
    <dgm:pt modelId="{2346BD24-A4AA-4FAA-9333-3974AA99D663}" type="sibTrans" cxnId="{09ABED85-815D-4441-8771-FE5490530D31}">
      <dgm:prSet/>
      <dgm:spPr/>
      <dgm:t>
        <a:bodyPr/>
        <a:lstStyle/>
        <a:p>
          <a:endParaRPr lang="es-CO"/>
        </a:p>
      </dgm:t>
    </dgm:pt>
    <dgm:pt modelId="{79D7B647-8D66-43DA-8DE2-6AA0C17AA89E}">
      <dgm:prSet phldrT="[Texto]"/>
      <dgm:spPr>
        <a:solidFill>
          <a:srgbClr val="002060"/>
        </a:solidFill>
      </dgm:spPr>
      <dgm:t>
        <a:bodyPr/>
        <a:lstStyle/>
        <a:p>
          <a:pPr algn="l"/>
          <a:r>
            <a:rPr lang="es-CO" b="1" dirty="0"/>
            <a:t>Actividades:</a:t>
          </a:r>
        </a:p>
        <a:p>
          <a:pPr algn="l"/>
          <a:r>
            <a:rPr lang="es-CO" b="0" dirty="0"/>
            <a:t>Planear y analizar las transacciones</a:t>
          </a:r>
        </a:p>
        <a:p>
          <a:pPr algn="l"/>
          <a:r>
            <a:rPr lang="es-CO" b="0" dirty="0"/>
            <a:t>Diseñar y desarrollar las soluciones de integración e interoperabilidad</a:t>
          </a:r>
        </a:p>
        <a:p>
          <a:pPr algn="l"/>
          <a:r>
            <a:rPr lang="es-CO" b="0" dirty="0"/>
            <a:t>Implementar y monitorear</a:t>
          </a:r>
        </a:p>
      </dgm:t>
    </dgm:pt>
    <dgm:pt modelId="{36223745-D6A7-4AEF-936E-CDE197735CDE}" type="parTrans" cxnId="{DB98E92F-B9FF-476A-9B82-9B7921B38A77}">
      <dgm:prSet/>
      <dgm:spPr/>
      <dgm:t>
        <a:bodyPr/>
        <a:lstStyle/>
        <a:p>
          <a:endParaRPr lang="es-CO"/>
        </a:p>
      </dgm:t>
    </dgm:pt>
    <dgm:pt modelId="{F7408D69-5C23-4E24-B00C-8C4058116492}" type="sibTrans" cxnId="{DB98E92F-B9FF-476A-9B82-9B7921B38A77}">
      <dgm:prSet/>
      <dgm:spPr/>
      <dgm:t>
        <a:bodyPr/>
        <a:lstStyle/>
        <a:p>
          <a:endParaRPr lang="es-CO"/>
        </a:p>
      </dgm:t>
    </dgm:pt>
    <dgm:pt modelId="{C2DBB2E9-88CB-4F60-88BE-01EFE14E0952}">
      <dgm:prSet phldrT="[Texto]"/>
      <dgm:spPr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49530" tIns="49530" rIns="49530" bIns="49530" numCol="1" spcCol="1270" anchor="ctr" anchorCtr="0"/>
        <a:lstStyle/>
        <a:p>
          <a:pPr algn="l"/>
          <a:r>
            <a:rPr lang="es-CO" b="1" dirty="0"/>
            <a:t>Entregables:</a:t>
          </a:r>
        </a:p>
        <a:p>
          <a:pPr algn="l"/>
          <a:r>
            <a:rPr lang="es-CO" b="0" dirty="0"/>
            <a:t>Arquitectura de integración e interoperabilidad</a:t>
          </a:r>
        </a:p>
        <a:p>
          <a:pPr algn="l"/>
          <a:r>
            <a:rPr lang="es-CO" b="0" dirty="0"/>
            <a:t>Especificaciones de intercambio de datos</a:t>
          </a:r>
        </a:p>
        <a:p>
          <a:pPr algn="l"/>
          <a:r>
            <a:rPr lang="es-CO" b="0" dirty="0"/>
            <a:t>Servicios de datos</a:t>
          </a:r>
        </a:p>
      </dgm:t>
    </dgm:pt>
    <dgm:pt modelId="{E43BAC1A-A1AA-4009-8AE8-D8C2E5D6EC98}" type="parTrans" cxnId="{CEF16AA2-88A3-4FC6-8618-8A3102CF0079}">
      <dgm:prSet/>
      <dgm:spPr/>
      <dgm:t>
        <a:bodyPr/>
        <a:lstStyle/>
        <a:p>
          <a:endParaRPr lang="es-CO"/>
        </a:p>
      </dgm:t>
    </dgm:pt>
    <dgm:pt modelId="{44D742D0-278B-4A29-A579-EF9A50CD53B8}" type="sibTrans" cxnId="{CEF16AA2-88A3-4FC6-8618-8A3102CF0079}">
      <dgm:prSet/>
      <dgm:spPr/>
      <dgm:t>
        <a:bodyPr/>
        <a:lstStyle/>
        <a:p>
          <a:endParaRPr lang="es-CO"/>
        </a:p>
      </dgm:t>
    </dgm:pt>
    <dgm:pt modelId="{7EC68955-5AE5-42B6-8B11-B8E6E21E4ABB}" type="pres">
      <dgm:prSet presAssocID="{1FB94E44-AC35-4F7A-B315-924FE1449FA4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6DA4864-5112-4BB3-9220-F992ED654DE9}" type="pres">
      <dgm:prSet presAssocID="{5486F2D2-580B-42B3-BE3D-BD13CCD63D35}" presName="vertOne" presStyleCnt="0"/>
      <dgm:spPr/>
    </dgm:pt>
    <dgm:pt modelId="{91047B7E-107A-4E43-B15C-9062F5B850F3}" type="pres">
      <dgm:prSet presAssocID="{5486F2D2-580B-42B3-BE3D-BD13CCD63D35}" presName="txOne" presStyleLbl="node0" presStyleIdx="0" presStyleCnt="1">
        <dgm:presLayoutVars>
          <dgm:chPref val="3"/>
        </dgm:presLayoutVars>
      </dgm:prSet>
      <dgm:spPr/>
    </dgm:pt>
    <dgm:pt modelId="{F67AC47F-F0FF-4927-93DF-5579FA772D00}" type="pres">
      <dgm:prSet presAssocID="{5486F2D2-580B-42B3-BE3D-BD13CCD63D35}" presName="parTransOne" presStyleCnt="0"/>
      <dgm:spPr/>
    </dgm:pt>
    <dgm:pt modelId="{5AA9AFC1-2C8B-42C7-8E39-265F956ABDC4}" type="pres">
      <dgm:prSet presAssocID="{5486F2D2-580B-42B3-BE3D-BD13CCD63D35}" presName="horzOne" presStyleCnt="0"/>
      <dgm:spPr/>
    </dgm:pt>
    <dgm:pt modelId="{59EEF7C0-52D3-486C-BD49-BA30A4907024}" type="pres">
      <dgm:prSet presAssocID="{B26F162C-BC5A-4E34-9DE4-449F81A889AB}" presName="vertTwo" presStyleCnt="0"/>
      <dgm:spPr/>
    </dgm:pt>
    <dgm:pt modelId="{C6653791-2FEB-4465-9DF2-F5BD2AD542D0}" type="pres">
      <dgm:prSet presAssocID="{B26F162C-BC5A-4E34-9DE4-449F81A889AB}" presName="txTwo" presStyleLbl="node2" presStyleIdx="0" presStyleCnt="1">
        <dgm:presLayoutVars>
          <dgm:chPref val="3"/>
        </dgm:presLayoutVars>
      </dgm:prSet>
      <dgm:spPr/>
    </dgm:pt>
    <dgm:pt modelId="{B7D9612F-C6B5-4778-9AE4-3B1B5E22C72D}" type="pres">
      <dgm:prSet presAssocID="{B26F162C-BC5A-4E34-9DE4-449F81A889AB}" presName="parTransTwo" presStyleCnt="0"/>
      <dgm:spPr/>
    </dgm:pt>
    <dgm:pt modelId="{ED0ACE63-A19D-4DF4-8100-2261CD0F2F59}" type="pres">
      <dgm:prSet presAssocID="{B26F162C-BC5A-4E34-9DE4-449F81A889AB}" presName="horzTwo" presStyleCnt="0"/>
      <dgm:spPr/>
    </dgm:pt>
    <dgm:pt modelId="{81ACDEF8-BF15-435B-97B1-B29E2E6C12E8}" type="pres">
      <dgm:prSet presAssocID="{79D7B647-8D66-43DA-8DE2-6AA0C17AA89E}" presName="vertThree" presStyleCnt="0"/>
      <dgm:spPr/>
    </dgm:pt>
    <dgm:pt modelId="{FE24E332-D626-4F19-B20E-4B5F2AF96EAB}" type="pres">
      <dgm:prSet presAssocID="{79D7B647-8D66-43DA-8DE2-6AA0C17AA89E}" presName="txThree" presStyleLbl="node3" presStyleIdx="0" presStyleCnt="2">
        <dgm:presLayoutVars>
          <dgm:chPref val="3"/>
        </dgm:presLayoutVars>
      </dgm:prSet>
      <dgm:spPr/>
    </dgm:pt>
    <dgm:pt modelId="{8544D371-3E56-4A76-AE57-FD7E099FFED5}" type="pres">
      <dgm:prSet presAssocID="{79D7B647-8D66-43DA-8DE2-6AA0C17AA89E}" presName="horzThree" presStyleCnt="0"/>
      <dgm:spPr/>
    </dgm:pt>
    <dgm:pt modelId="{DE7F028B-EFD8-4A3F-AD02-4C3C95F7AE85}" type="pres">
      <dgm:prSet presAssocID="{F7408D69-5C23-4E24-B00C-8C4058116492}" presName="sibSpaceThree" presStyleCnt="0"/>
      <dgm:spPr/>
    </dgm:pt>
    <dgm:pt modelId="{FF0C186C-D6A9-407F-9856-E98BA9A52D98}" type="pres">
      <dgm:prSet presAssocID="{C2DBB2E9-88CB-4F60-88BE-01EFE14E0952}" presName="vertThree" presStyleCnt="0"/>
      <dgm:spPr/>
    </dgm:pt>
    <dgm:pt modelId="{D351E2DE-4489-4425-8B5B-6170E0809E97}" type="pres">
      <dgm:prSet presAssocID="{C2DBB2E9-88CB-4F60-88BE-01EFE14E0952}" presName="txThree" presStyleLbl="node3" presStyleIdx="1" presStyleCnt="2">
        <dgm:presLayoutVars>
          <dgm:chPref val="3"/>
        </dgm:presLayoutVars>
      </dgm:prSet>
      <dgm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</dgm:spPr>
    </dgm:pt>
    <dgm:pt modelId="{66C80EE5-855E-478C-8CB0-22F856B1EB19}" type="pres">
      <dgm:prSet presAssocID="{C2DBB2E9-88CB-4F60-88BE-01EFE14E0952}" presName="horzThree" presStyleCnt="0"/>
      <dgm:spPr/>
    </dgm:pt>
  </dgm:ptLst>
  <dgm:cxnLst>
    <dgm:cxn modelId="{C3E7E303-ECCA-4E02-9198-AA9793A3CCA6}" srcId="{1FB94E44-AC35-4F7A-B315-924FE1449FA4}" destId="{5486F2D2-580B-42B3-BE3D-BD13CCD63D35}" srcOrd="0" destOrd="0" parTransId="{82C08F27-B5BA-4688-AC1D-5F221CA77985}" sibTransId="{6F60A6B9-3D60-4726-874E-3BFAF3583E15}"/>
    <dgm:cxn modelId="{AF264208-05F4-44D2-869A-4A5D748135AF}" type="presOf" srcId="{C2DBB2E9-88CB-4F60-88BE-01EFE14E0952}" destId="{D351E2DE-4489-4425-8B5B-6170E0809E97}" srcOrd="0" destOrd="0" presId="urn:microsoft.com/office/officeart/2005/8/layout/hierarchy4"/>
    <dgm:cxn modelId="{F8803B11-AFC2-4A54-90B5-ABB740AF3651}" type="presOf" srcId="{1FB94E44-AC35-4F7A-B315-924FE1449FA4}" destId="{7EC68955-5AE5-42B6-8B11-B8E6E21E4ABB}" srcOrd="0" destOrd="0" presId="urn:microsoft.com/office/officeart/2005/8/layout/hierarchy4"/>
    <dgm:cxn modelId="{DB98E92F-B9FF-476A-9B82-9B7921B38A77}" srcId="{B26F162C-BC5A-4E34-9DE4-449F81A889AB}" destId="{79D7B647-8D66-43DA-8DE2-6AA0C17AA89E}" srcOrd="0" destOrd="0" parTransId="{36223745-D6A7-4AEF-936E-CDE197735CDE}" sibTransId="{F7408D69-5C23-4E24-B00C-8C4058116492}"/>
    <dgm:cxn modelId="{93061C44-E07E-4E33-B9D3-CBC0B766D745}" type="presOf" srcId="{5486F2D2-580B-42B3-BE3D-BD13CCD63D35}" destId="{91047B7E-107A-4E43-B15C-9062F5B850F3}" srcOrd="0" destOrd="0" presId="urn:microsoft.com/office/officeart/2005/8/layout/hierarchy4"/>
    <dgm:cxn modelId="{B3D55462-51B3-4241-A411-6BE84D7C0C4B}" type="presOf" srcId="{B26F162C-BC5A-4E34-9DE4-449F81A889AB}" destId="{C6653791-2FEB-4465-9DF2-F5BD2AD542D0}" srcOrd="0" destOrd="0" presId="urn:microsoft.com/office/officeart/2005/8/layout/hierarchy4"/>
    <dgm:cxn modelId="{09ABED85-815D-4441-8771-FE5490530D31}" srcId="{5486F2D2-580B-42B3-BE3D-BD13CCD63D35}" destId="{B26F162C-BC5A-4E34-9DE4-449F81A889AB}" srcOrd="0" destOrd="0" parTransId="{BC0251CB-0074-4CB8-9031-844194716ED5}" sibTransId="{2346BD24-A4AA-4FAA-9333-3974AA99D663}"/>
    <dgm:cxn modelId="{80502C87-656D-44BF-9EDD-AA8A4E3E9A82}" type="presOf" srcId="{79D7B647-8D66-43DA-8DE2-6AA0C17AA89E}" destId="{FE24E332-D626-4F19-B20E-4B5F2AF96EAB}" srcOrd="0" destOrd="0" presId="urn:microsoft.com/office/officeart/2005/8/layout/hierarchy4"/>
    <dgm:cxn modelId="{CEF16AA2-88A3-4FC6-8618-8A3102CF0079}" srcId="{B26F162C-BC5A-4E34-9DE4-449F81A889AB}" destId="{C2DBB2E9-88CB-4F60-88BE-01EFE14E0952}" srcOrd="1" destOrd="0" parTransId="{E43BAC1A-A1AA-4009-8AE8-D8C2E5D6EC98}" sibTransId="{44D742D0-278B-4A29-A579-EF9A50CD53B8}"/>
    <dgm:cxn modelId="{9C7D9BF0-AA03-4EA6-AB7A-EACD05FE171F}" type="presParOf" srcId="{7EC68955-5AE5-42B6-8B11-B8E6E21E4ABB}" destId="{B6DA4864-5112-4BB3-9220-F992ED654DE9}" srcOrd="0" destOrd="0" presId="urn:microsoft.com/office/officeart/2005/8/layout/hierarchy4"/>
    <dgm:cxn modelId="{D54195C5-4ED0-4D81-8B51-57AA2B4535D8}" type="presParOf" srcId="{B6DA4864-5112-4BB3-9220-F992ED654DE9}" destId="{91047B7E-107A-4E43-B15C-9062F5B850F3}" srcOrd="0" destOrd="0" presId="urn:microsoft.com/office/officeart/2005/8/layout/hierarchy4"/>
    <dgm:cxn modelId="{48A452AE-5A34-4A67-AD16-EC4BA0833B03}" type="presParOf" srcId="{B6DA4864-5112-4BB3-9220-F992ED654DE9}" destId="{F67AC47F-F0FF-4927-93DF-5579FA772D00}" srcOrd="1" destOrd="0" presId="urn:microsoft.com/office/officeart/2005/8/layout/hierarchy4"/>
    <dgm:cxn modelId="{079B7B43-E14A-48C2-AA7B-971C8FEEC0CF}" type="presParOf" srcId="{B6DA4864-5112-4BB3-9220-F992ED654DE9}" destId="{5AA9AFC1-2C8B-42C7-8E39-265F956ABDC4}" srcOrd="2" destOrd="0" presId="urn:microsoft.com/office/officeart/2005/8/layout/hierarchy4"/>
    <dgm:cxn modelId="{865B1921-7F01-4028-801E-64381F070B27}" type="presParOf" srcId="{5AA9AFC1-2C8B-42C7-8E39-265F956ABDC4}" destId="{59EEF7C0-52D3-486C-BD49-BA30A4907024}" srcOrd="0" destOrd="0" presId="urn:microsoft.com/office/officeart/2005/8/layout/hierarchy4"/>
    <dgm:cxn modelId="{883DF9D4-3629-436E-BEC3-A5EA2B15CB89}" type="presParOf" srcId="{59EEF7C0-52D3-486C-BD49-BA30A4907024}" destId="{C6653791-2FEB-4465-9DF2-F5BD2AD542D0}" srcOrd="0" destOrd="0" presId="urn:microsoft.com/office/officeart/2005/8/layout/hierarchy4"/>
    <dgm:cxn modelId="{95645E47-4348-42F5-909D-A00FC2E6AA40}" type="presParOf" srcId="{59EEF7C0-52D3-486C-BD49-BA30A4907024}" destId="{B7D9612F-C6B5-4778-9AE4-3B1B5E22C72D}" srcOrd="1" destOrd="0" presId="urn:microsoft.com/office/officeart/2005/8/layout/hierarchy4"/>
    <dgm:cxn modelId="{56F5574B-77C7-456E-ABD3-133AAC2AAD4B}" type="presParOf" srcId="{59EEF7C0-52D3-486C-BD49-BA30A4907024}" destId="{ED0ACE63-A19D-4DF4-8100-2261CD0F2F59}" srcOrd="2" destOrd="0" presId="urn:microsoft.com/office/officeart/2005/8/layout/hierarchy4"/>
    <dgm:cxn modelId="{20CC4FB1-F2D5-45AA-8C5C-2517190CA6E1}" type="presParOf" srcId="{ED0ACE63-A19D-4DF4-8100-2261CD0F2F59}" destId="{81ACDEF8-BF15-435B-97B1-B29E2E6C12E8}" srcOrd="0" destOrd="0" presId="urn:microsoft.com/office/officeart/2005/8/layout/hierarchy4"/>
    <dgm:cxn modelId="{7C81199C-D21E-4AEB-B255-465B7E003E3B}" type="presParOf" srcId="{81ACDEF8-BF15-435B-97B1-B29E2E6C12E8}" destId="{FE24E332-D626-4F19-B20E-4B5F2AF96EAB}" srcOrd="0" destOrd="0" presId="urn:microsoft.com/office/officeart/2005/8/layout/hierarchy4"/>
    <dgm:cxn modelId="{5F87AFA2-FD8A-4FB1-AFA3-0187A58D3226}" type="presParOf" srcId="{81ACDEF8-BF15-435B-97B1-B29E2E6C12E8}" destId="{8544D371-3E56-4A76-AE57-FD7E099FFED5}" srcOrd="1" destOrd="0" presId="urn:microsoft.com/office/officeart/2005/8/layout/hierarchy4"/>
    <dgm:cxn modelId="{990CEDAE-F3C3-4438-B0F2-65BC3F2839FC}" type="presParOf" srcId="{ED0ACE63-A19D-4DF4-8100-2261CD0F2F59}" destId="{DE7F028B-EFD8-4A3F-AD02-4C3C95F7AE85}" srcOrd="1" destOrd="0" presId="urn:microsoft.com/office/officeart/2005/8/layout/hierarchy4"/>
    <dgm:cxn modelId="{C31BCED4-D7D2-4B82-836D-1150AE29517A}" type="presParOf" srcId="{ED0ACE63-A19D-4DF4-8100-2261CD0F2F59}" destId="{FF0C186C-D6A9-407F-9856-E98BA9A52D98}" srcOrd="2" destOrd="0" presId="urn:microsoft.com/office/officeart/2005/8/layout/hierarchy4"/>
    <dgm:cxn modelId="{A268FAF1-4758-4531-A73E-DEC55A40B7F3}" type="presParOf" srcId="{FF0C186C-D6A9-407F-9856-E98BA9A52D98}" destId="{D351E2DE-4489-4425-8B5B-6170E0809E97}" srcOrd="0" destOrd="0" presId="urn:microsoft.com/office/officeart/2005/8/layout/hierarchy4"/>
    <dgm:cxn modelId="{2C25703B-016A-491A-AC79-E3ACBDDF807A}" type="presParOf" srcId="{FF0C186C-D6A9-407F-9856-E98BA9A52D98}" destId="{66C80EE5-855E-478C-8CB0-22F856B1EB1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FB94E44-AC35-4F7A-B315-924FE1449FA4}" type="doc">
      <dgm:prSet loTypeId="urn:microsoft.com/office/officeart/2005/8/layout/hierarchy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5486F2D2-580B-42B3-BE3D-BD13CCD63D35}">
      <dgm:prSet phldrT="[Texto]"/>
      <dgm:spPr/>
      <dgm:t>
        <a:bodyPr/>
        <a:lstStyle/>
        <a:p>
          <a:r>
            <a:rPr lang="es-CO" b="1" dirty="0"/>
            <a:t>Definición: </a:t>
          </a:r>
          <a:r>
            <a:rPr lang="es-CO" b="0" dirty="0"/>
            <a:t>Identificación de las necesidades de datos de la organización, sin importar su estructura, y diseñar y mantener los planos maestros para cumplir con dichas necesidades. Uso de planos maestros para guiar la integración de datos, el control de los activos de datos, y alinear las inversiones de datos con la estrategia del negocio.</a:t>
          </a:r>
          <a:endParaRPr lang="es-CO" b="1" dirty="0"/>
        </a:p>
      </dgm:t>
    </dgm:pt>
    <dgm:pt modelId="{82C08F27-B5BA-4688-AC1D-5F221CA77985}" type="parTrans" cxnId="{C3E7E303-ECCA-4E02-9198-AA9793A3CCA6}">
      <dgm:prSet/>
      <dgm:spPr/>
      <dgm:t>
        <a:bodyPr/>
        <a:lstStyle/>
        <a:p>
          <a:endParaRPr lang="es-CO"/>
        </a:p>
      </dgm:t>
    </dgm:pt>
    <dgm:pt modelId="{6F60A6B9-3D60-4726-874E-3BFAF3583E15}" type="sibTrans" cxnId="{C3E7E303-ECCA-4E02-9198-AA9793A3CCA6}">
      <dgm:prSet/>
      <dgm:spPr/>
      <dgm:t>
        <a:bodyPr/>
        <a:lstStyle/>
        <a:p>
          <a:endParaRPr lang="es-CO"/>
        </a:p>
      </dgm:t>
    </dgm:pt>
    <dgm:pt modelId="{B26F162C-BC5A-4E34-9DE4-449F81A889AB}">
      <dgm:prSet phldrT="[Texto]"/>
      <dgm:spPr>
        <a:solidFill>
          <a:schemeClr val="accent2"/>
        </a:solidFill>
      </dgm:spPr>
      <dgm:t>
        <a:bodyPr/>
        <a:lstStyle/>
        <a:p>
          <a:pPr algn="l"/>
          <a:r>
            <a:rPr lang="es-CO" b="1" dirty="0"/>
            <a:t>Metas: </a:t>
          </a:r>
          <a:endParaRPr lang="es-CO" b="0" dirty="0"/>
        </a:p>
        <a:p>
          <a:pPr algn="l"/>
          <a:r>
            <a:rPr lang="es-CO" b="0" dirty="0"/>
            <a:t>1. Identificar los requerimientos de almacenamiento y procesamiento de datos.</a:t>
          </a:r>
        </a:p>
        <a:p>
          <a:pPr algn="l"/>
          <a:r>
            <a:rPr lang="es-CO" b="0" dirty="0"/>
            <a:t>2. Diseñar estructuras y planos para lograr los requerimientos de corto y largo plazo del negocio.</a:t>
          </a:r>
        </a:p>
        <a:p>
          <a:pPr algn="l"/>
          <a:r>
            <a:rPr lang="es-CO" b="0" dirty="0"/>
            <a:t>3. Preparar de forma estratégica la organización para aprovechar los avances tecnológicos que permitan evolucionar los productos, servicios y datos.</a:t>
          </a:r>
          <a:endParaRPr lang="es-CO" b="1" dirty="0"/>
        </a:p>
      </dgm:t>
    </dgm:pt>
    <dgm:pt modelId="{BC0251CB-0074-4CB8-9031-844194716ED5}" type="parTrans" cxnId="{09ABED85-815D-4441-8771-FE5490530D31}">
      <dgm:prSet/>
      <dgm:spPr/>
      <dgm:t>
        <a:bodyPr/>
        <a:lstStyle/>
        <a:p>
          <a:endParaRPr lang="es-CO"/>
        </a:p>
      </dgm:t>
    </dgm:pt>
    <dgm:pt modelId="{2346BD24-A4AA-4FAA-9333-3974AA99D663}" type="sibTrans" cxnId="{09ABED85-815D-4441-8771-FE5490530D31}">
      <dgm:prSet/>
      <dgm:spPr/>
      <dgm:t>
        <a:bodyPr/>
        <a:lstStyle/>
        <a:p>
          <a:endParaRPr lang="es-CO"/>
        </a:p>
      </dgm:t>
    </dgm:pt>
    <dgm:pt modelId="{79D7B647-8D66-43DA-8DE2-6AA0C17AA89E}">
      <dgm:prSet phldrT="[Texto]"/>
      <dgm:spPr>
        <a:solidFill>
          <a:srgbClr val="002060"/>
        </a:solidFill>
      </dgm:spPr>
      <dgm:t>
        <a:bodyPr/>
        <a:lstStyle/>
        <a:p>
          <a:pPr algn="l"/>
          <a:r>
            <a:rPr lang="es-CO" b="1" dirty="0"/>
            <a:t>Actividades:</a:t>
          </a:r>
        </a:p>
        <a:p>
          <a:pPr algn="l"/>
          <a:r>
            <a:rPr lang="es-CO" b="0" dirty="0"/>
            <a:t>Establecer la arquitectura de datos organizacional</a:t>
          </a:r>
        </a:p>
        <a:p>
          <a:pPr algn="l"/>
          <a:r>
            <a:rPr lang="es-CO" b="0" dirty="0"/>
            <a:t>Integrar con la arquitectura organizacional</a:t>
          </a:r>
        </a:p>
      </dgm:t>
    </dgm:pt>
    <dgm:pt modelId="{36223745-D6A7-4AEF-936E-CDE197735CDE}" type="parTrans" cxnId="{DB98E92F-B9FF-476A-9B82-9B7921B38A77}">
      <dgm:prSet/>
      <dgm:spPr/>
      <dgm:t>
        <a:bodyPr/>
        <a:lstStyle/>
        <a:p>
          <a:endParaRPr lang="es-CO"/>
        </a:p>
      </dgm:t>
    </dgm:pt>
    <dgm:pt modelId="{F7408D69-5C23-4E24-B00C-8C4058116492}" type="sibTrans" cxnId="{DB98E92F-B9FF-476A-9B82-9B7921B38A77}">
      <dgm:prSet/>
      <dgm:spPr/>
      <dgm:t>
        <a:bodyPr/>
        <a:lstStyle/>
        <a:p>
          <a:endParaRPr lang="es-CO"/>
        </a:p>
      </dgm:t>
    </dgm:pt>
    <dgm:pt modelId="{C2DBB2E9-88CB-4F60-88BE-01EFE14E0952}">
      <dgm:prSet phldrT="[Texto]"/>
      <dgm:spPr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49530" tIns="49530" rIns="49530" bIns="49530" numCol="1" spcCol="1270" anchor="ctr" anchorCtr="0"/>
        <a:lstStyle/>
        <a:p>
          <a:pPr algn="l"/>
          <a:r>
            <a:rPr lang="es-CO" b="1" dirty="0"/>
            <a:t>Entregables:</a:t>
          </a:r>
        </a:p>
        <a:p>
          <a:pPr algn="l"/>
          <a:r>
            <a:rPr lang="es-CO" b="0" dirty="0"/>
            <a:t>Diseño de la arquitectura de datos</a:t>
          </a:r>
        </a:p>
        <a:p>
          <a:pPr algn="l"/>
          <a:r>
            <a:rPr lang="es-CO" b="0" dirty="0"/>
            <a:t>Flujos de datos</a:t>
          </a:r>
        </a:p>
        <a:p>
          <a:pPr algn="l"/>
          <a:r>
            <a:rPr lang="es-CO" b="0" dirty="0"/>
            <a:t>Cadena de valor de los datos</a:t>
          </a:r>
        </a:p>
        <a:p>
          <a:pPr algn="l"/>
          <a:r>
            <a:rPr lang="es-CO" b="0" dirty="0"/>
            <a:t>Modelo empresarial de datos</a:t>
          </a:r>
        </a:p>
      </dgm:t>
    </dgm:pt>
    <dgm:pt modelId="{E43BAC1A-A1AA-4009-8AE8-D8C2E5D6EC98}" type="parTrans" cxnId="{CEF16AA2-88A3-4FC6-8618-8A3102CF0079}">
      <dgm:prSet/>
      <dgm:spPr/>
      <dgm:t>
        <a:bodyPr/>
        <a:lstStyle/>
        <a:p>
          <a:endParaRPr lang="es-CO"/>
        </a:p>
      </dgm:t>
    </dgm:pt>
    <dgm:pt modelId="{44D742D0-278B-4A29-A579-EF9A50CD53B8}" type="sibTrans" cxnId="{CEF16AA2-88A3-4FC6-8618-8A3102CF0079}">
      <dgm:prSet/>
      <dgm:spPr/>
      <dgm:t>
        <a:bodyPr/>
        <a:lstStyle/>
        <a:p>
          <a:endParaRPr lang="es-CO"/>
        </a:p>
      </dgm:t>
    </dgm:pt>
    <dgm:pt modelId="{7EC68955-5AE5-42B6-8B11-B8E6E21E4ABB}" type="pres">
      <dgm:prSet presAssocID="{1FB94E44-AC35-4F7A-B315-924FE1449FA4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6DA4864-5112-4BB3-9220-F992ED654DE9}" type="pres">
      <dgm:prSet presAssocID="{5486F2D2-580B-42B3-BE3D-BD13CCD63D35}" presName="vertOne" presStyleCnt="0"/>
      <dgm:spPr/>
    </dgm:pt>
    <dgm:pt modelId="{91047B7E-107A-4E43-B15C-9062F5B850F3}" type="pres">
      <dgm:prSet presAssocID="{5486F2D2-580B-42B3-BE3D-BD13CCD63D35}" presName="txOne" presStyleLbl="node0" presStyleIdx="0" presStyleCnt="1">
        <dgm:presLayoutVars>
          <dgm:chPref val="3"/>
        </dgm:presLayoutVars>
      </dgm:prSet>
      <dgm:spPr/>
    </dgm:pt>
    <dgm:pt modelId="{F67AC47F-F0FF-4927-93DF-5579FA772D00}" type="pres">
      <dgm:prSet presAssocID="{5486F2D2-580B-42B3-BE3D-BD13CCD63D35}" presName="parTransOne" presStyleCnt="0"/>
      <dgm:spPr/>
    </dgm:pt>
    <dgm:pt modelId="{5AA9AFC1-2C8B-42C7-8E39-265F956ABDC4}" type="pres">
      <dgm:prSet presAssocID="{5486F2D2-580B-42B3-BE3D-BD13CCD63D35}" presName="horzOne" presStyleCnt="0"/>
      <dgm:spPr/>
    </dgm:pt>
    <dgm:pt modelId="{59EEF7C0-52D3-486C-BD49-BA30A4907024}" type="pres">
      <dgm:prSet presAssocID="{B26F162C-BC5A-4E34-9DE4-449F81A889AB}" presName="vertTwo" presStyleCnt="0"/>
      <dgm:spPr/>
    </dgm:pt>
    <dgm:pt modelId="{C6653791-2FEB-4465-9DF2-F5BD2AD542D0}" type="pres">
      <dgm:prSet presAssocID="{B26F162C-BC5A-4E34-9DE4-449F81A889AB}" presName="txTwo" presStyleLbl="node2" presStyleIdx="0" presStyleCnt="1">
        <dgm:presLayoutVars>
          <dgm:chPref val="3"/>
        </dgm:presLayoutVars>
      </dgm:prSet>
      <dgm:spPr/>
    </dgm:pt>
    <dgm:pt modelId="{B7D9612F-C6B5-4778-9AE4-3B1B5E22C72D}" type="pres">
      <dgm:prSet presAssocID="{B26F162C-BC5A-4E34-9DE4-449F81A889AB}" presName="parTransTwo" presStyleCnt="0"/>
      <dgm:spPr/>
    </dgm:pt>
    <dgm:pt modelId="{ED0ACE63-A19D-4DF4-8100-2261CD0F2F59}" type="pres">
      <dgm:prSet presAssocID="{B26F162C-BC5A-4E34-9DE4-449F81A889AB}" presName="horzTwo" presStyleCnt="0"/>
      <dgm:spPr/>
    </dgm:pt>
    <dgm:pt modelId="{81ACDEF8-BF15-435B-97B1-B29E2E6C12E8}" type="pres">
      <dgm:prSet presAssocID="{79D7B647-8D66-43DA-8DE2-6AA0C17AA89E}" presName="vertThree" presStyleCnt="0"/>
      <dgm:spPr/>
    </dgm:pt>
    <dgm:pt modelId="{FE24E332-D626-4F19-B20E-4B5F2AF96EAB}" type="pres">
      <dgm:prSet presAssocID="{79D7B647-8D66-43DA-8DE2-6AA0C17AA89E}" presName="txThree" presStyleLbl="node3" presStyleIdx="0" presStyleCnt="2">
        <dgm:presLayoutVars>
          <dgm:chPref val="3"/>
        </dgm:presLayoutVars>
      </dgm:prSet>
      <dgm:spPr/>
    </dgm:pt>
    <dgm:pt modelId="{8544D371-3E56-4A76-AE57-FD7E099FFED5}" type="pres">
      <dgm:prSet presAssocID="{79D7B647-8D66-43DA-8DE2-6AA0C17AA89E}" presName="horzThree" presStyleCnt="0"/>
      <dgm:spPr/>
    </dgm:pt>
    <dgm:pt modelId="{DE7F028B-EFD8-4A3F-AD02-4C3C95F7AE85}" type="pres">
      <dgm:prSet presAssocID="{F7408D69-5C23-4E24-B00C-8C4058116492}" presName="sibSpaceThree" presStyleCnt="0"/>
      <dgm:spPr/>
    </dgm:pt>
    <dgm:pt modelId="{FF0C186C-D6A9-407F-9856-E98BA9A52D98}" type="pres">
      <dgm:prSet presAssocID="{C2DBB2E9-88CB-4F60-88BE-01EFE14E0952}" presName="vertThree" presStyleCnt="0"/>
      <dgm:spPr/>
    </dgm:pt>
    <dgm:pt modelId="{D351E2DE-4489-4425-8B5B-6170E0809E97}" type="pres">
      <dgm:prSet presAssocID="{C2DBB2E9-88CB-4F60-88BE-01EFE14E0952}" presName="txThree" presStyleLbl="node3" presStyleIdx="1" presStyleCnt="2">
        <dgm:presLayoutVars>
          <dgm:chPref val="3"/>
        </dgm:presLayoutVars>
      </dgm:prSet>
      <dgm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</dgm:spPr>
    </dgm:pt>
    <dgm:pt modelId="{66C80EE5-855E-478C-8CB0-22F856B1EB19}" type="pres">
      <dgm:prSet presAssocID="{C2DBB2E9-88CB-4F60-88BE-01EFE14E0952}" presName="horzThree" presStyleCnt="0"/>
      <dgm:spPr/>
    </dgm:pt>
  </dgm:ptLst>
  <dgm:cxnLst>
    <dgm:cxn modelId="{C3E7E303-ECCA-4E02-9198-AA9793A3CCA6}" srcId="{1FB94E44-AC35-4F7A-B315-924FE1449FA4}" destId="{5486F2D2-580B-42B3-BE3D-BD13CCD63D35}" srcOrd="0" destOrd="0" parTransId="{82C08F27-B5BA-4688-AC1D-5F221CA77985}" sibTransId="{6F60A6B9-3D60-4726-874E-3BFAF3583E15}"/>
    <dgm:cxn modelId="{AF264208-05F4-44D2-869A-4A5D748135AF}" type="presOf" srcId="{C2DBB2E9-88CB-4F60-88BE-01EFE14E0952}" destId="{D351E2DE-4489-4425-8B5B-6170E0809E97}" srcOrd="0" destOrd="0" presId="urn:microsoft.com/office/officeart/2005/8/layout/hierarchy4"/>
    <dgm:cxn modelId="{F8803B11-AFC2-4A54-90B5-ABB740AF3651}" type="presOf" srcId="{1FB94E44-AC35-4F7A-B315-924FE1449FA4}" destId="{7EC68955-5AE5-42B6-8B11-B8E6E21E4ABB}" srcOrd="0" destOrd="0" presId="urn:microsoft.com/office/officeart/2005/8/layout/hierarchy4"/>
    <dgm:cxn modelId="{DB98E92F-B9FF-476A-9B82-9B7921B38A77}" srcId="{B26F162C-BC5A-4E34-9DE4-449F81A889AB}" destId="{79D7B647-8D66-43DA-8DE2-6AA0C17AA89E}" srcOrd="0" destOrd="0" parTransId="{36223745-D6A7-4AEF-936E-CDE197735CDE}" sibTransId="{F7408D69-5C23-4E24-B00C-8C4058116492}"/>
    <dgm:cxn modelId="{93061C44-E07E-4E33-B9D3-CBC0B766D745}" type="presOf" srcId="{5486F2D2-580B-42B3-BE3D-BD13CCD63D35}" destId="{91047B7E-107A-4E43-B15C-9062F5B850F3}" srcOrd="0" destOrd="0" presId="urn:microsoft.com/office/officeart/2005/8/layout/hierarchy4"/>
    <dgm:cxn modelId="{B3D55462-51B3-4241-A411-6BE84D7C0C4B}" type="presOf" srcId="{B26F162C-BC5A-4E34-9DE4-449F81A889AB}" destId="{C6653791-2FEB-4465-9DF2-F5BD2AD542D0}" srcOrd="0" destOrd="0" presId="urn:microsoft.com/office/officeart/2005/8/layout/hierarchy4"/>
    <dgm:cxn modelId="{09ABED85-815D-4441-8771-FE5490530D31}" srcId="{5486F2D2-580B-42B3-BE3D-BD13CCD63D35}" destId="{B26F162C-BC5A-4E34-9DE4-449F81A889AB}" srcOrd="0" destOrd="0" parTransId="{BC0251CB-0074-4CB8-9031-844194716ED5}" sibTransId="{2346BD24-A4AA-4FAA-9333-3974AA99D663}"/>
    <dgm:cxn modelId="{80502C87-656D-44BF-9EDD-AA8A4E3E9A82}" type="presOf" srcId="{79D7B647-8D66-43DA-8DE2-6AA0C17AA89E}" destId="{FE24E332-D626-4F19-B20E-4B5F2AF96EAB}" srcOrd="0" destOrd="0" presId="urn:microsoft.com/office/officeart/2005/8/layout/hierarchy4"/>
    <dgm:cxn modelId="{CEF16AA2-88A3-4FC6-8618-8A3102CF0079}" srcId="{B26F162C-BC5A-4E34-9DE4-449F81A889AB}" destId="{C2DBB2E9-88CB-4F60-88BE-01EFE14E0952}" srcOrd="1" destOrd="0" parTransId="{E43BAC1A-A1AA-4009-8AE8-D8C2E5D6EC98}" sibTransId="{44D742D0-278B-4A29-A579-EF9A50CD53B8}"/>
    <dgm:cxn modelId="{9C7D9BF0-AA03-4EA6-AB7A-EACD05FE171F}" type="presParOf" srcId="{7EC68955-5AE5-42B6-8B11-B8E6E21E4ABB}" destId="{B6DA4864-5112-4BB3-9220-F992ED654DE9}" srcOrd="0" destOrd="0" presId="urn:microsoft.com/office/officeart/2005/8/layout/hierarchy4"/>
    <dgm:cxn modelId="{D54195C5-4ED0-4D81-8B51-57AA2B4535D8}" type="presParOf" srcId="{B6DA4864-5112-4BB3-9220-F992ED654DE9}" destId="{91047B7E-107A-4E43-B15C-9062F5B850F3}" srcOrd="0" destOrd="0" presId="urn:microsoft.com/office/officeart/2005/8/layout/hierarchy4"/>
    <dgm:cxn modelId="{48A452AE-5A34-4A67-AD16-EC4BA0833B03}" type="presParOf" srcId="{B6DA4864-5112-4BB3-9220-F992ED654DE9}" destId="{F67AC47F-F0FF-4927-93DF-5579FA772D00}" srcOrd="1" destOrd="0" presId="urn:microsoft.com/office/officeart/2005/8/layout/hierarchy4"/>
    <dgm:cxn modelId="{079B7B43-E14A-48C2-AA7B-971C8FEEC0CF}" type="presParOf" srcId="{B6DA4864-5112-4BB3-9220-F992ED654DE9}" destId="{5AA9AFC1-2C8B-42C7-8E39-265F956ABDC4}" srcOrd="2" destOrd="0" presId="urn:microsoft.com/office/officeart/2005/8/layout/hierarchy4"/>
    <dgm:cxn modelId="{865B1921-7F01-4028-801E-64381F070B27}" type="presParOf" srcId="{5AA9AFC1-2C8B-42C7-8E39-265F956ABDC4}" destId="{59EEF7C0-52D3-486C-BD49-BA30A4907024}" srcOrd="0" destOrd="0" presId="urn:microsoft.com/office/officeart/2005/8/layout/hierarchy4"/>
    <dgm:cxn modelId="{883DF9D4-3629-436E-BEC3-A5EA2B15CB89}" type="presParOf" srcId="{59EEF7C0-52D3-486C-BD49-BA30A4907024}" destId="{C6653791-2FEB-4465-9DF2-F5BD2AD542D0}" srcOrd="0" destOrd="0" presId="urn:microsoft.com/office/officeart/2005/8/layout/hierarchy4"/>
    <dgm:cxn modelId="{95645E47-4348-42F5-909D-A00FC2E6AA40}" type="presParOf" srcId="{59EEF7C0-52D3-486C-BD49-BA30A4907024}" destId="{B7D9612F-C6B5-4778-9AE4-3B1B5E22C72D}" srcOrd="1" destOrd="0" presId="urn:microsoft.com/office/officeart/2005/8/layout/hierarchy4"/>
    <dgm:cxn modelId="{56F5574B-77C7-456E-ABD3-133AAC2AAD4B}" type="presParOf" srcId="{59EEF7C0-52D3-486C-BD49-BA30A4907024}" destId="{ED0ACE63-A19D-4DF4-8100-2261CD0F2F59}" srcOrd="2" destOrd="0" presId="urn:microsoft.com/office/officeart/2005/8/layout/hierarchy4"/>
    <dgm:cxn modelId="{20CC4FB1-F2D5-45AA-8C5C-2517190CA6E1}" type="presParOf" srcId="{ED0ACE63-A19D-4DF4-8100-2261CD0F2F59}" destId="{81ACDEF8-BF15-435B-97B1-B29E2E6C12E8}" srcOrd="0" destOrd="0" presId="urn:microsoft.com/office/officeart/2005/8/layout/hierarchy4"/>
    <dgm:cxn modelId="{7C81199C-D21E-4AEB-B255-465B7E003E3B}" type="presParOf" srcId="{81ACDEF8-BF15-435B-97B1-B29E2E6C12E8}" destId="{FE24E332-D626-4F19-B20E-4B5F2AF96EAB}" srcOrd="0" destOrd="0" presId="urn:microsoft.com/office/officeart/2005/8/layout/hierarchy4"/>
    <dgm:cxn modelId="{5F87AFA2-FD8A-4FB1-AFA3-0187A58D3226}" type="presParOf" srcId="{81ACDEF8-BF15-435B-97B1-B29E2E6C12E8}" destId="{8544D371-3E56-4A76-AE57-FD7E099FFED5}" srcOrd="1" destOrd="0" presId="urn:microsoft.com/office/officeart/2005/8/layout/hierarchy4"/>
    <dgm:cxn modelId="{990CEDAE-F3C3-4438-B0F2-65BC3F2839FC}" type="presParOf" srcId="{ED0ACE63-A19D-4DF4-8100-2261CD0F2F59}" destId="{DE7F028B-EFD8-4A3F-AD02-4C3C95F7AE85}" srcOrd="1" destOrd="0" presId="urn:microsoft.com/office/officeart/2005/8/layout/hierarchy4"/>
    <dgm:cxn modelId="{C31BCED4-D7D2-4B82-836D-1150AE29517A}" type="presParOf" srcId="{ED0ACE63-A19D-4DF4-8100-2261CD0F2F59}" destId="{FF0C186C-D6A9-407F-9856-E98BA9A52D98}" srcOrd="2" destOrd="0" presId="urn:microsoft.com/office/officeart/2005/8/layout/hierarchy4"/>
    <dgm:cxn modelId="{A268FAF1-4758-4531-A73E-DEC55A40B7F3}" type="presParOf" srcId="{FF0C186C-D6A9-407F-9856-E98BA9A52D98}" destId="{D351E2DE-4489-4425-8B5B-6170E0809E97}" srcOrd="0" destOrd="0" presId="urn:microsoft.com/office/officeart/2005/8/layout/hierarchy4"/>
    <dgm:cxn modelId="{2C25703B-016A-491A-AC79-E3ACBDDF807A}" type="presParOf" srcId="{FF0C186C-D6A9-407F-9856-E98BA9A52D98}" destId="{66C80EE5-855E-478C-8CB0-22F856B1EB1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FB94E44-AC35-4F7A-B315-924FE1449FA4}" type="doc">
      <dgm:prSet loTypeId="urn:microsoft.com/office/officeart/2005/8/layout/hierarchy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5486F2D2-580B-42B3-BE3D-BD13CCD63D35}">
      <dgm:prSet phldrT="[Texto]"/>
      <dgm:spPr/>
      <dgm:t>
        <a:bodyPr/>
        <a:lstStyle/>
        <a:p>
          <a:r>
            <a:rPr lang="es-CO" b="1" dirty="0"/>
            <a:t>Definición: </a:t>
          </a:r>
          <a:r>
            <a:rPr lang="es-CO" b="0" dirty="0"/>
            <a:t>Planear, implementar y controlar las actividades para acceder a datos maestros de alta calidad.</a:t>
          </a:r>
          <a:endParaRPr lang="es-CO" b="1" dirty="0"/>
        </a:p>
      </dgm:t>
    </dgm:pt>
    <dgm:pt modelId="{82C08F27-B5BA-4688-AC1D-5F221CA77985}" type="parTrans" cxnId="{C3E7E303-ECCA-4E02-9198-AA9793A3CCA6}">
      <dgm:prSet/>
      <dgm:spPr/>
      <dgm:t>
        <a:bodyPr/>
        <a:lstStyle/>
        <a:p>
          <a:endParaRPr lang="es-CO"/>
        </a:p>
      </dgm:t>
    </dgm:pt>
    <dgm:pt modelId="{6F60A6B9-3D60-4726-874E-3BFAF3583E15}" type="sibTrans" cxnId="{C3E7E303-ECCA-4E02-9198-AA9793A3CCA6}">
      <dgm:prSet/>
      <dgm:spPr/>
      <dgm:t>
        <a:bodyPr/>
        <a:lstStyle/>
        <a:p>
          <a:endParaRPr lang="es-CO"/>
        </a:p>
      </dgm:t>
    </dgm:pt>
    <dgm:pt modelId="{B26F162C-BC5A-4E34-9DE4-449F81A889AB}">
      <dgm:prSet phldrT="[Texto]"/>
      <dgm:spPr>
        <a:solidFill>
          <a:schemeClr val="accent2"/>
        </a:solidFill>
      </dgm:spPr>
      <dgm:t>
        <a:bodyPr/>
        <a:lstStyle/>
        <a:p>
          <a:pPr algn="l"/>
          <a:r>
            <a:rPr lang="es-CO" b="1" dirty="0"/>
            <a:t>Metas: </a:t>
          </a:r>
          <a:endParaRPr lang="es-CO" b="0" dirty="0"/>
        </a:p>
        <a:p>
          <a:pPr algn="l"/>
          <a:r>
            <a:rPr lang="es-CO" b="0" dirty="0"/>
            <a:t>1. Proveer entendimiento organizacional de términos de negocio y su uso.</a:t>
          </a:r>
        </a:p>
        <a:p>
          <a:pPr algn="l"/>
          <a:r>
            <a:rPr lang="es-CO" b="0" dirty="0"/>
            <a:t>2. Recolectar e integrar metadatos de diferentes fuentes.</a:t>
          </a:r>
        </a:p>
        <a:p>
          <a:pPr algn="l"/>
          <a:r>
            <a:rPr lang="es-CO" b="0" dirty="0"/>
            <a:t>3. Proveer una forma estandarizada de acceder a metadatos.</a:t>
          </a:r>
        </a:p>
        <a:p>
          <a:pPr algn="l"/>
          <a:r>
            <a:rPr lang="es-CO" b="0" dirty="0"/>
            <a:t>4. Asegurar calidad y seguridad de los metadatos</a:t>
          </a:r>
          <a:endParaRPr lang="es-CO" b="1" dirty="0"/>
        </a:p>
      </dgm:t>
    </dgm:pt>
    <dgm:pt modelId="{BC0251CB-0074-4CB8-9031-844194716ED5}" type="parTrans" cxnId="{09ABED85-815D-4441-8771-FE5490530D31}">
      <dgm:prSet/>
      <dgm:spPr/>
      <dgm:t>
        <a:bodyPr/>
        <a:lstStyle/>
        <a:p>
          <a:endParaRPr lang="es-CO"/>
        </a:p>
      </dgm:t>
    </dgm:pt>
    <dgm:pt modelId="{2346BD24-A4AA-4FAA-9333-3974AA99D663}" type="sibTrans" cxnId="{09ABED85-815D-4441-8771-FE5490530D31}">
      <dgm:prSet/>
      <dgm:spPr/>
      <dgm:t>
        <a:bodyPr/>
        <a:lstStyle/>
        <a:p>
          <a:endParaRPr lang="es-CO"/>
        </a:p>
      </dgm:t>
    </dgm:pt>
    <dgm:pt modelId="{79D7B647-8D66-43DA-8DE2-6AA0C17AA89E}">
      <dgm:prSet phldrT="[Texto]"/>
      <dgm:spPr>
        <a:solidFill>
          <a:srgbClr val="002060"/>
        </a:solidFill>
      </dgm:spPr>
      <dgm:t>
        <a:bodyPr/>
        <a:lstStyle/>
        <a:p>
          <a:pPr algn="l"/>
          <a:r>
            <a:rPr lang="es-CO" b="1" dirty="0"/>
            <a:t>Actividades:</a:t>
          </a:r>
        </a:p>
        <a:p>
          <a:pPr algn="l"/>
          <a:r>
            <a:rPr lang="es-CO" b="0" dirty="0"/>
            <a:t>Definir la estrategia de metadatos</a:t>
          </a:r>
        </a:p>
        <a:p>
          <a:pPr algn="l"/>
          <a:r>
            <a:rPr lang="es-CO" b="0" dirty="0"/>
            <a:t>Entender los requerimientos de metadatos</a:t>
          </a:r>
        </a:p>
        <a:p>
          <a:pPr algn="l"/>
          <a:r>
            <a:rPr lang="es-CO" b="0" dirty="0"/>
            <a:t>Definir la arquitectura de metadatos</a:t>
          </a:r>
        </a:p>
        <a:p>
          <a:pPr algn="l"/>
          <a:r>
            <a:rPr lang="es-CO" b="0" dirty="0"/>
            <a:t>Crear y mantener metadatos</a:t>
          </a:r>
        </a:p>
        <a:p>
          <a:pPr algn="l"/>
          <a:r>
            <a:rPr lang="es-CO" b="0" dirty="0"/>
            <a:t>Consultar, reportar y analizar metadatos</a:t>
          </a:r>
        </a:p>
      </dgm:t>
    </dgm:pt>
    <dgm:pt modelId="{36223745-D6A7-4AEF-936E-CDE197735CDE}" type="parTrans" cxnId="{DB98E92F-B9FF-476A-9B82-9B7921B38A77}">
      <dgm:prSet/>
      <dgm:spPr/>
      <dgm:t>
        <a:bodyPr/>
        <a:lstStyle/>
        <a:p>
          <a:endParaRPr lang="es-CO"/>
        </a:p>
      </dgm:t>
    </dgm:pt>
    <dgm:pt modelId="{F7408D69-5C23-4E24-B00C-8C4058116492}" type="sibTrans" cxnId="{DB98E92F-B9FF-476A-9B82-9B7921B38A77}">
      <dgm:prSet/>
      <dgm:spPr/>
      <dgm:t>
        <a:bodyPr/>
        <a:lstStyle/>
        <a:p>
          <a:endParaRPr lang="es-CO"/>
        </a:p>
      </dgm:t>
    </dgm:pt>
    <dgm:pt modelId="{C2DBB2E9-88CB-4F60-88BE-01EFE14E0952}">
      <dgm:prSet phldrT="[Texto]"/>
      <dgm:spPr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49530" tIns="49530" rIns="49530" bIns="49530" numCol="1" spcCol="1270" anchor="ctr" anchorCtr="0"/>
        <a:lstStyle/>
        <a:p>
          <a:pPr algn="l"/>
          <a:r>
            <a:rPr lang="es-CO" b="1" dirty="0"/>
            <a:t>Entregables:</a:t>
          </a:r>
        </a:p>
        <a:p>
          <a:pPr algn="l"/>
          <a:r>
            <a:rPr lang="es-CO" b="0" dirty="0"/>
            <a:t>Estrategia, estándar y arquitectura de metadatos</a:t>
          </a:r>
        </a:p>
        <a:p>
          <a:pPr algn="l"/>
          <a:r>
            <a:rPr lang="es-CO" b="0" dirty="0"/>
            <a:t>Modelo de metadatos</a:t>
          </a:r>
        </a:p>
        <a:p>
          <a:pPr algn="l"/>
          <a:r>
            <a:rPr lang="es-CO" b="0" dirty="0"/>
            <a:t>Almacenamiento de metadatos</a:t>
          </a:r>
        </a:p>
        <a:p>
          <a:pPr algn="l"/>
          <a:r>
            <a:rPr lang="es-CO" b="0" dirty="0"/>
            <a:t>Linage de metadatos</a:t>
          </a:r>
        </a:p>
      </dgm:t>
    </dgm:pt>
    <dgm:pt modelId="{E43BAC1A-A1AA-4009-8AE8-D8C2E5D6EC98}" type="parTrans" cxnId="{CEF16AA2-88A3-4FC6-8618-8A3102CF0079}">
      <dgm:prSet/>
      <dgm:spPr/>
      <dgm:t>
        <a:bodyPr/>
        <a:lstStyle/>
        <a:p>
          <a:endParaRPr lang="es-CO"/>
        </a:p>
      </dgm:t>
    </dgm:pt>
    <dgm:pt modelId="{44D742D0-278B-4A29-A579-EF9A50CD53B8}" type="sibTrans" cxnId="{CEF16AA2-88A3-4FC6-8618-8A3102CF0079}">
      <dgm:prSet/>
      <dgm:spPr/>
      <dgm:t>
        <a:bodyPr/>
        <a:lstStyle/>
        <a:p>
          <a:endParaRPr lang="es-CO"/>
        </a:p>
      </dgm:t>
    </dgm:pt>
    <dgm:pt modelId="{7EC68955-5AE5-42B6-8B11-B8E6E21E4ABB}" type="pres">
      <dgm:prSet presAssocID="{1FB94E44-AC35-4F7A-B315-924FE1449FA4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6DA4864-5112-4BB3-9220-F992ED654DE9}" type="pres">
      <dgm:prSet presAssocID="{5486F2D2-580B-42B3-BE3D-BD13CCD63D35}" presName="vertOne" presStyleCnt="0"/>
      <dgm:spPr/>
    </dgm:pt>
    <dgm:pt modelId="{91047B7E-107A-4E43-B15C-9062F5B850F3}" type="pres">
      <dgm:prSet presAssocID="{5486F2D2-580B-42B3-BE3D-BD13CCD63D35}" presName="txOne" presStyleLbl="node0" presStyleIdx="0" presStyleCnt="1">
        <dgm:presLayoutVars>
          <dgm:chPref val="3"/>
        </dgm:presLayoutVars>
      </dgm:prSet>
      <dgm:spPr/>
    </dgm:pt>
    <dgm:pt modelId="{F67AC47F-F0FF-4927-93DF-5579FA772D00}" type="pres">
      <dgm:prSet presAssocID="{5486F2D2-580B-42B3-BE3D-BD13CCD63D35}" presName="parTransOne" presStyleCnt="0"/>
      <dgm:spPr/>
    </dgm:pt>
    <dgm:pt modelId="{5AA9AFC1-2C8B-42C7-8E39-265F956ABDC4}" type="pres">
      <dgm:prSet presAssocID="{5486F2D2-580B-42B3-BE3D-BD13CCD63D35}" presName="horzOne" presStyleCnt="0"/>
      <dgm:spPr/>
    </dgm:pt>
    <dgm:pt modelId="{59EEF7C0-52D3-486C-BD49-BA30A4907024}" type="pres">
      <dgm:prSet presAssocID="{B26F162C-BC5A-4E34-9DE4-449F81A889AB}" presName="vertTwo" presStyleCnt="0"/>
      <dgm:spPr/>
    </dgm:pt>
    <dgm:pt modelId="{C6653791-2FEB-4465-9DF2-F5BD2AD542D0}" type="pres">
      <dgm:prSet presAssocID="{B26F162C-BC5A-4E34-9DE4-449F81A889AB}" presName="txTwo" presStyleLbl="node2" presStyleIdx="0" presStyleCnt="1">
        <dgm:presLayoutVars>
          <dgm:chPref val="3"/>
        </dgm:presLayoutVars>
      </dgm:prSet>
      <dgm:spPr/>
    </dgm:pt>
    <dgm:pt modelId="{B7D9612F-C6B5-4778-9AE4-3B1B5E22C72D}" type="pres">
      <dgm:prSet presAssocID="{B26F162C-BC5A-4E34-9DE4-449F81A889AB}" presName="parTransTwo" presStyleCnt="0"/>
      <dgm:spPr/>
    </dgm:pt>
    <dgm:pt modelId="{ED0ACE63-A19D-4DF4-8100-2261CD0F2F59}" type="pres">
      <dgm:prSet presAssocID="{B26F162C-BC5A-4E34-9DE4-449F81A889AB}" presName="horzTwo" presStyleCnt="0"/>
      <dgm:spPr/>
    </dgm:pt>
    <dgm:pt modelId="{81ACDEF8-BF15-435B-97B1-B29E2E6C12E8}" type="pres">
      <dgm:prSet presAssocID="{79D7B647-8D66-43DA-8DE2-6AA0C17AA89E}" presName="vertThree" presStyleCnt="0"/>
      <dgm:spPr/>
    </dgm:pt>
    <dgm:pt modelId="{FE24E332-D626-4F19-B20E-4B5F2AF96EAB}" type="pres">
      <dgm:prSet presAssocID="{79D7B647-8D66-43DA-8DE2-6AA0C17AA89E}" presName="txThree" presStyleLbl="node3" presStyleIdx="0" presStyleCnt="2">
        <dgm:presLayoutVars>
          <dgm:chPref val="3"/>
        </dgm:presLayoutVars>
      </dgm:prSet>
      <dgm:spPr/>
    </dgm:pt>
    <dgm:pt modelId="{8544D371-3E56-4A76-AE57-FD7E099FFED5}" type="pres">
      <dgm:prSet presAssocID="{79D7B647-8D66-43DA-8DE2-6AA0C17AA89E}" presName="horzThree" presStyleCnt="0"/>
      <dgm:spPr/>
    </dgm:pt>
    <dgm:pt modelId="{DE7F028B-EFD8-4A3F-AD02-4C3C95F7AE85}" type="pres">
      <dgm:prSet presAssocID="{F7408D69-5C23-4E24-B00C-8C4058116492}" presName="sibSpaceThree" presStyleCnt="0"/>
      <dgm:spPr/>
    </dgm:pt>
    <dgm:pt modelId="{FF0C186C-D6A9-407F-9856-E98BA9A52D98}" type="pres">
      <dgm:prSet presAssocID="{C2DBB2E9-88CB-4F60-88BE-01EFE14E0952}" presName="vertThree" presStyleCnt="0"/>
      <dgm:spPr/>
    </dgm:pt>
    <dgm:pt modelId="{D351E2DE-4489-4425-8B5B-6170E0809E97}" type="pres">
      <dgm:prSet presAssocID="{C2DBB2E9-88CB-4F60-88BE-01EFE14E0952}" presName="txThree" presStyleLbl="node3" presStyleIdx="1" presStyleCnt="2">
        <dgm:presLayoutVars>
          <dgm:chPref val="3"/>
        </dgm:presLayoutVars>
      </dgm:prSet>
      <dgm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</dgm:spPr>
    </dgm:pt>
    <dgm:pt modelId="{66C80EE5-855E-478C-8CB0-22F856B1EB19}" type="pres">
      <dgm:prSet presAssocID="{C2DBB2E9-88CB-4F60-88BE-01EFE14E0952}" presName="horzThree" presStyleCnt="0"/>
      <dgm:spPr/>
    </dgm:pt>
  </dgm:ptLst>
  <dgm:cxnLst>
    <dgm:cxn modelId="{C3E7E303-ECCA-4E02-9198-AA9793A3CCA6}" srcId="{1FB94E44-AC35-4F7A-B315-924FE1449FA4}" destId="{5486F2D2-580B-42B3-BE3D-BD13CCD63D35}" srcOrd="0" destOrd="0" parTransId="{82C08F27-B5BA-4688-AC1D-5F221CA77985}" sibTransId="{6F60A6B9-3D60-4726-874E-3BFAF3583E15}"/>
    <dgm:cxn modelId="{AF264208-05F4-44D2-869A-4A5D748135AF}" type="presOf" srcId="{C2DBB2E9-88CB-4F60-88BE-01EFE14E0952}" destId="{D351E2DE-4489-4425-8B5B-6170E0809E97}" srcOrd="0" destOrd="0" presId="urn:microsoft.com/office/officeart/2005/8/layout/hierarchy4"/>
    <dgm:cxn modelId="{F8803B11-AFC2-4A54-90B5-ABB740AF3651}" type="presOf" srcId="{1FB94E44-AC35-4F7A-B315-924FE1449FA4}" destId="{7EC68955-5AE5-42B6-8B11-B8E6E21E4ABB}" srcOrd="0" destOrd="0" presId="urn:microsoft.com/office/officeart/2005/8/layout/hierarchy4"/>
    <dgm:cxn modelId="{DB98E92F-B9FF-476A-9B82-9B7921B38A77}" srcId="{B26F162C-BC5A-4E34-9DE4-449F81A889AB}" destId="{79D7B647-8D66-43DA-8DE2-6AA0C17AA89E}" srcOrd="0" destOrd="0" parTransId="{36223745-D6A7-4AEF-936E-CDE197735CDE}" sibTransId="{F7408D69-5C23-4E24-B00C-8C4058116492}"/>
    <dgm:cxn modelId="{93061C44-E07E-4E33-B9D3-CBC0B766D745}" type="presOf" srcId="{5486F2D2-580B-42B3-BE3D-BD13CCD63D35}" destId="{91047B7E-107A-4E43-B15C-9062F5B850F3}" srcOrd="0" destOrd="0" presId="urn:microsoft.com/office/officeart/2005/8/layout/hierarchy4"/>
    <dgm:cxn modelId="{B3D55462-51B3-4241-A411-6BE84D7C0C4B}" type="presOf" srcId="{B26F162C-BC5A-4E34-9DE4-449F81A889AB}" destId="{C6653791-2FEB-4465-9DF2-F5BD2AD542D0}" srcOrd="0" destOrd="0" presId="urn:microsoft.com/office/officeart/2005/8/layout/hierarchy4"/>
    <dgm:cxn modelId="{09ABED85-815D-4441-8771-FE5490530D31}" srcId="{5486F2D2-580B-42B3-BE3D-BD13CCD63D35}" destId="{B26F162C-BC5A-4E34-9DE4-449F81A889AB}" srcOrd="0" destOrd="0" parTransId="{BC0251CB-0074-4CB8-9031-844194716ED5}" sibTransId="{2346BD24-A4AA-4FAA-9333-3974AA99D663}"/>
    <dgm:cxn modelId="{80502C87-656D-44BF-9EDD-AA8A4E3E9A82}" type="presOf" srcId="{79D7B647-8D66-43DA-8DE2-6AA0C17AA89E}" destId="{FE24E332-D626-4F19-B20E-4B5F2AF96EAB}" srcOrd="0" destOrd="0" presId="urn:microsoft.com/office/officeart/2005/8/layout/hierarchy4"/>
    <dgm:cxn modelId="{CEF16AA2-88A3-4FC6-8618-8A3102CF0079}" srcId="{B26F162C-BC5A-4E34-9DE4-449F81A889AB}" destId="{C2DBB2E9-88CB-4F60-88BE-01EFE14E0952}" srcOrd="1" destOrd="0" parTransId="{E43BAC1A-A1AA-4009-8AE8-D8C2E5D6EC98}" sibTransId="{44D742D0-278B-4A29-A579-EF9A50CD53B8}"/>
    <dgm:cxn modelId="{9C7D9BF0-AA03-4EA6-AB7A-EACD05FE171F}" type="presParOf" srcId="{7EC68955-5AE5-42B6-8B11-B8E6E21E4ABB}" destId="{B6DA4864-5112-4BB3-9220-F992ED654DE9}" srcOrd="0" destOrd="0" presId="urn:microsoft.com/office/officeart/2005/8/layout/hierarchy4"/>
    <dgm:cxn modelId="{D54195C5-4ED0-4D81-8B51-57AA2B4535D8}" type="presParOf" srcId="{B6DA4864-5112-4BB3-9220-F992ED654DE9}" destId="{91047B7E-107A-4E43-B15C-9062F5B850F3}" srcOrd="0" destOrd="0" presId="urn:microsoft.com/office/officeart/2005/8/layout/hierarchy4"/>
    <dgm:cxn modelId="{48A452AE-5A34-4A67-AD16-EC4BA0833B03}" type="presParOf" srcId="{B6DA4864-5112-4BB3-9220-F992ED654DE9}" destId="{F67AC47F-F0FF-4927-93DF-5579FA772D00}" srcOrd="1" destOrd="0" presId="urn:microsoft.com/office/officeart/2005/8/layout/hierarchy4"/>
    <dgm:cxn modelId="{079B7B43-E14A-48C2-AA7B-971C8FEEC0CF}" type="presParOf" srcId="{B6DA4864-5112-4BB3-9220-F992ED654DE9}" destId="{5AA9AFC1-2C8B-42C7-8E39-265F956ABDC4}" srcOrd="2" destOrd="0" presId="urn:microsoft.com/office/officeart/2005/8/layout/hierarchy4"/>
    <dgm:cxn modelId="{865B1921-7F01-4028-801E-64381F070B27}" type="presParOf" srcId="{5AA9AFC1-2C8B-42C7-8E39-265F956ABDC4}" destId="{59EEF7C0-52D3-486C-BD49-BA30A4907024}" srcOrd="0" destOrd="0" presId="urn:microsoft.com/office/officeart/2005/8/layout/hierarchy4"/>
    <dgm:cxn modelId="{883DF9D4-3629-436E-BEC3-A5EA2B15CB89}" type="presParOf" srcId="{59EEF7C0-52D3-486C-BD49-BA30A4907024}" destId="{C6653791-2FEB-4465-9DF2-F5BD2AD542D0}" srcOrd="0" destOrd="0" presId="urn:microsoft.com/office/officeart/2005/8/layout/hierarchy4"/>
    <dgm:cxn modelId="{95645E47-4348-42F5-909D-A00FC2E6AA40}" type="presParOf" srcId="{59EEF7C0-52D3-486C-BD49-BA30A4907024}" destId="{B7D9612F-C6B5-4778-9AE4-3B1B5E22C72D}" srcOrd="1" destOrd="0" presId="urn:microsoft.com/office/officeart/2005/8/layout/hierarchy4"/>
    <dgm:cxn modelId="{56F5574B-77C7-456E-ABD3-133AAC2AAD4B}" type="presParOf" srcId="{59EEF7C0-52D3-486C-BD49-BA30A4907024}" destId="{ED0ACE63-A19D-4DF4-8100-2261CD0F2F59}" srcOrd="2" destOrd="0" presId="urn:microsoft.com/office/officeart/2005/8/layout/hierarchy4"/>
    <dgm:cxn modelId="{20CC4FB1-F2D5-45AA-8C5C-2517190CA6E1}" type="presParOf" srcId="{ED0ACE63-A19D-4DF4-8100-2261CD0F2F59}" destId="{81ACDEF8-BF15-435B-97B1-B29E2E6C12E8}" srcOrd="0" destOrd="0" presId="urn:microsoft.com/office/officeart/2005/8/layout/hierarchy4"/>
    <dgm:cxn modelId="{7C81199C-D21E-4AEB-B255-465B7E003E3B}" type="presParOf" srcId="{81ACDEF8-BF15-435B-97B1-B29E2E6C12E8}" destId="{FE24E332-D626-4F19-B20E-4B5F2AF96EAB}" srcOrd="0" destOrd="0" presId="urn:microsoft.com/office/officeart/2005/8/layout/hierarchy4"/>
    <dgm:cxn modelId="{5F87AFA2-FD8A-4FB1-AFA3-0187A58D3226}" type="presParOf" srcId="{81ACDEF8-BF15-435B-97B1-B29E2E6C12E8}" destId="{8544D371-3E56-4A76-AE57-FD7E099FFED5}" srcOrd="1" destOrd="0" presId="urn:microsoft.com/office/officeart/2005/8/layout/hierarchy4"/>
    <dgm:cxn modelId="{990CEDAE-F3C3-4438-B0F2-65BC3F2839FC}" type="presParOf" srcId="{ED0ACE63-A19D-4DF4-8100-2261CD0F2F59}" destId="{DE7F028B-EFD8-4A3F-AD02-4C3C95F7AE85}" srcOrd="1" destOrd="0" presId="urn:microsoft.com/office/officeart/2005/8/layout/hierarchy4"/>
    <dgm:cxn modelId="{C31BCED4-D7D2-4B82-836D-1150AE29517A}" type="presParOf" srcId="{ED0ACE63-A19D-4DF4-8100-2261CD0F2F59}" destId="{FF0C186C-D6A9-407F-9856-E98BA9A52D98}" srcOrd="2" destOrd="0" presId="urn:microsoft.com/office/officeart/2005/8/layout/hierarchy4"/>
    <dgm:cxn modelId="{A268FAF1-4758-4531-A73E-DEC55A40B7F3}" type="presParOf" srcId="{FF0C186C-D6A9-407F-9856-E98BA9A52D98}" destId="{D351E2DE-4489-4425-8B5B-6170E0809E97}" srcOrd="0" destOrd="0" presId="urn:microsoft.com/office/officeart/2005/8/layout/hierarchy4"/>
    <dgm:cxn modelId="{2C25703B-016A-491A-AC79-E3ACBDDF807A}" type="presParOf" srcId="{FF0C186C-D6A9-407F-9856-E98BA9A52D98}" destId="{66C80EE5-855E-478C-8CB0-22F856B1EB1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FB94E44-AC35-4F7A-B315-924FE1449FA4}" type="doc">
      <dgm:prSet loTypeId="urn:microsoft.com/office/officeart/2005/8/layout/hierarchy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5486F2D2-580B-42B3-BE3D-BD13CCD63D35}">
      <dgm:prSet phldrT="[Texto]"/>
      <dgm:spPr/>
      <dgm:t>
        <a:bodyPr/>
        <a:lstStyle/>
        <a:p>
          <a:r>
            <a:rPr lang="es-CO" b="1" dirty="0"/>
            <a:t>Definición: </a:t>
          </a:r>
          <a:r>
            <a:rPr lang="es-CO" b="0" dirty="0"/>
            <a:t>Planear, implementar y controlar las actividades que busquen mantener la calidad de los datos.</a:t>
          </a:r>
          <a:endParaRPr lang="es-CO" b="1" dirty="0"/>
        </a:p>
      </dgm:t>
    </dgm:pt>
    <dgm:pt modelId="{82C08F27-B5BA-4688-AC1D-5F221CA77985}" type="parTrans" cxnId="{C3E7E303-ECCA-4E02-9198-AA9793A3CCA6}">
      <dgm:prSet/>
      <dgm:spPr/>
      <dgm:t>
        <a:bodyPr/>
        <a:lstStyle/>
        <a:p>
          <a:endParaRPr lang="es-CO"/>
        </a:p>
      </dgm:t>
    </dgm:pt>
    <dgm:pt modelId="{6F60A6B9-3D60-4726-874E-3BFAF3583E15}" type="sibTrans" cxnId="{C3E7E303-ECCA-4E02-9198-AA9793A3CCA6}">
      <dgm:prSet/>
      <dgm:spPr/>
      <dgm:t>
        <a:bodyPr/>
        <a:lstStyle/>
        <a:p>
          <a:endParaRPr lang="es-CO"/>
        </a:p>
      </dgm:t>
    </dgm:pt>
    <dgm:pt modelId="{B26F162C-BC5A-4E34-9DE4-449F81A889AB}">
      <dgm:prSet phldrT="[Texto]"/>
      <dgm:spPr>
        <a:solidFill>
          <a:schemeClr val="accent2"/>
        </a:solidFill>
      </dgm:spPr>
      <dgm:t>
        <a:bodyPr/>
        <a:lstStyle/>
        <a:p>
          <a:pPr algn="l"/>
          <a:r>
            <a:rPr lang="es-CO" b="1" dirty="0"/>
            <a:t>Metas: </a:t>
          </a:r>
          <a:endParaRPr lang="es-CO" b="0" dirty="0"/>
        </a:p>
        <a:p>
          <a:pPr algn="l"/>
          <a:r>
            <a:rPr lang="es-CO" b="0" dirty="0"/>
            <a:t>1. Desarrollar un acercamiento de gobierno para hacer que los datos se ajusten a las necesidades de los usuarios.</a:t>
          </a:r>
        </a:p>
        <a:p>
          <a:pPr algn="l"/>
          <a:r>
            <a:rPr lang="es-CO" b="0" dirty="0"/>
            <a:t>2. Definir estándares, requerimientos y especificaciones para los controles de calidad de los datos como parte del ciclo de vida de los datos.</a:t>
          </a:r>
        </a:p>
        <a:p>
          <a:pPr algn="l"/>
          <a:r>
            <a:rPr lang="es-CO" b="0" dirty="0"/>
            <a:t>3. Definir e implementar procesos para medir, monitorear y reportar niveles de calidad de los datos.</a:t>
          </a:r>
        </a:p>
        <a:p>
          <a:pPr algn="l"/>
          <a:r>
            <a:rPr lang="es-CO" b="0" dirty="0"/>
            <a:t>4. Identificar y buscar oportunidades para mejorar la calidad de los datos a través de procesos y sistemas de mejora.</a:t>
          </a:r>
          <a:endParaRPr lang="es-CO" b="1" dirty="0"/>
        </a:p>
      </dgm:t>
    </dgm:pt>
    <dgm:pt modelId="{BC0251CB-0074-4CB8-9031-844194716ED5}" type="parTrans" cxnId="{09ABED85-815D-4441-8771-FE5490530D31}">
      <dgm:prSet/>
      <dgm:spPr/>
      <dgm:t>
        <a:bodyPr/>
        <a:lstStyle/>
        <a:p>
          <a:endParaRPr lang="es-CO"/>
        </a:p>
      </dgm:t>
    </dgm:pt>
    <dgm:pt modelId="{2346BD24-A4AA-4FAA-9333-3974AA99D663}" type="sibTrans" cxnId="{09ABED85-815D-4441-8771-FE5490530D31}">
      <dgm:prSet/>
      <dgm:spPr/>
      <dgm:t>
        <a:bodyPr/>
        <a:lstStyle/>
        <a:p>
          <a:endParaRPr lang="es-CO"/>
        </a:p>
      </dgm:t>
    </dgm:pt>
    <dgm:pt modelId="{79D7B647-8D66-43DA-8DE2-6AA0C17AA89E}">
      <dgm:prSet phldrT="[Texto]"/>
      <dgm:spPr>
        <a:solidFill>
          <a:srgbClr val="002060"/>
        </a:solidFill>
      </dgm:spPr>
      <dgm:t>
        <a:bodyPr/>
        <a:lstStyle/>
        <a:p>
          <a:pPr algn="l"/>
          <a:r>
            <a:rPr lang="es-CO" b="1" dirty="0"/>
            <a:t>Actividades:</a:t>
          </a:r>
        </a:p>
        <a:p>
          <a:pPr algn="l"/>
          <a:r>
            <a:rPr lang="es-CO" b="0" dirty="0"/>
            <a:t>Definir datos de alta calidad</a:t>
          </a:r>
        </a:p>
        <a:p>
          <a:pPr algn="l"/>
          <a:r>
            <a:rPr lang="es-CO" b="0" dirty="0"/>
            <a:t>Definir la estrategia de calidad de datos</a:t>
          </a:r>
        </a:p>
        <a:p>
          <a:pPr algn="l"/>
          <a:r>
            <a:rPr lang="es-CO" b="0" dirty="0"/>
            <a:t>Definir e implementar el alcance inicial de las definiciones</a:t>
          </a:r>
        </a:p>
        <a:p>
          <a:pPr algn="l"/>
          <a:r>
            <a:rPr lang="es-CO" b="0" dirty="0"/>
            <a:t>Identificar y priorizar mejoras</a:t>
          </a:r>
        </a:p>
        <a:p>
          <a:pPr algn="l"/>
          <a:r>
            <a:rPr lang="es-CO" b="0" dirty="0"/>
            <a:t>Desarrollar y desplegar operaciones de calidad de datos</a:t>
          </a:r>
        </a:p>
      </dgm:t>
    </dgm:pt>
    <dgm:pt modelId="{36223745-D6A7-4AEF-936E-CDE197735CDE}" type="parTrans" cxnId="{DB98E92F-B9FF-476A-9B82-9B7921B38A77}">
      <dgm:prSet/>
      <dgm:spPr/>
      <dgm:t>
        <a:bodyPr/>
        <a:lstStyle/>
        <a:p>
          <a:endParaRPr lang="es-CO"/>
        </a:p>
      </dgm:t>
    </dgm:pt>
    <dgm:pt modelId="{F7408D69-5C23-4E24-B00C-8C4058116492}" type="sibTrans" cxnId="{DB98E92F-B9FF-476A-9B82-9B7921B38A77}">
      <dgm:prSet/>
      <dgm:spPr/>
      <dgm:t>
        <a:bodyPr/>
        <a:lstStyle/>
        <a:p>
          <a:endParaRPr lang="es-CO"/>
        </a:p>
      </dgm:t>
    </dgm:pt>
    <dgm:pt modelId="{C2DBB2E9-88CB-4F60-88BE-01EFE14E0952}">
      <dgm:prSet phldrT="[Texto]"/>
      <dgm:spPr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49530" tIns="49530" rIns="49530" bIns="49530" numCol="1" spcCol="1270" anchor="ctr" anchorCtr="0"/>
        <a:lstStyle/>
        <a:p>
          <a:pPr algn="l"/>
          <a:r>
            <a:rPr lang="es-CO" b="1" dirty="0"/>
            <a:t>Entregables:</a:t>
          </a:r>
        </a:p>
        <a:p>
          <a:pPr algn="l"/>
          <a:r>
            <a:rPr lang="es-CO" b="0" dirty="0"/>
            <a:t>Estrategia y marco de referencia para el programa de calidad de datos</a:t>
          </a:r>
        </a:p>
        <a:p>
          <a:pPr algn="l"/>
          <a:r>
            <a:rPr lang="es-CO" b="0" dirty="0"/>
            <a:t>Análisis desde el perfilamiento de datos</a:t>
          </a:r>
        </a:p>
        <a:p>
          <a:pPr algn="l"/>
          <a:r>
            <a:rPr lang="es-CO" b="0" dirty="0"/>
            <a:t>Reportes de calidad</a:t>
          </a:r>
        </a:p>
      </dgm:t>
    </dgm:pt>
    <dgm:pt modelId="{E43BAC1A-A1AA-4009-8AE8-D8C2E5D6EC98}" type="parTrans" cxnId="{CEF16AA2-88A3-4FC6-8618-8A3102CF0079}">
      <dgm:prSet/>
      <dgm:spPr/>
      <dgm:t>
        <a:bodyPr/>
        <a:lstStyle/>
        <a:p>
          <a:endParaRPr lang="es-CO"/>
        </a:p>
      </dgm:t>
    </dgm:pt>
    <dgm:pt modelId="{44D742D0-278B-4A29-A579-EF9A50CD53B8}" type="sibTrans" cxnId="{CEF16AA2-88A3-4FC6-8618-8A3102CF0079}">
      <dgm:prSet/>
      <dgm:spPr/>
      <dgm:t>
        <a:bodyPr/>
        <a:lstStyle/>
        <a:p>
          <a:endParaRPr lang="es-CO"/>
        </a:p>
      </dgm:t>
    </dgm:pt>
    <dgm:pt modelId="{7EC68955-5AE5-42B6-8B11-B8E6E21E4ABB}" type="pres">
      <dgm:prSet presAssocID="{1FB94E44-AC35-4F7A-B315-924FE1449FA4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6DA4864-5112-4BB3-9220-F992ED654DE9}" type="pres">
      <dgm:prSet presAssocID="{5486F2D2-580B-42B3-BE3D-BD13CCD63D35}" presName="vertOne" presStyleCnt="0"/>
      <dgm:spPr/>
    </dgm:pt>
    <dgm:pt modelId="{91047B7E-107A-4E43-B15C-9062F5B850F3}" type="pres">
      <dgm:prSet presAssocID="{5486F2D2-580B-42B3-BE3D-BD13CCD63D35}" presName="txOne" presStyleLbl="node0" presStyleIdx="0" presStyleCnt="1">
        <dgm:presLayoutVars>
          <dgm:chPref val="3"/>
        </dgm:presLayoutVars>
      </dgm:prSet>
      <dgm:spPr/>
    </dgm:pt>
    <dgm:pt modelId="{F67AC47F-F0FF-4927-93DF-5579FA772D00}" type="pres">
      <dgm:prSet presAssocID="{5486F2D2-580B-42B3-BE3D-BD13CCD63D35}" presName="parTransOne" presStyleCnt="0"/>
      <dgm:spPr/>
    </dgm:pt>
    <dgm:pt modelId="{5AA9AFC1-2C8B-42C7-8E39-265F956ABDC4}" type="pres">
      <dgm:prSet presAssocID="{5486F2D2-580B-42B3-BE3D-BD13CCD63D35}" presName="horzOne" presStyleCnt="0"/>
      <dgm:spPr/>
    </dgm:pt>
    <dgm:pt modelId="{59EEF7C0-52D3-486C-BD49-BA30A4907024}" type="pres">
      <dgm:prSet presAssocID="{B26F162C-BC5A-4E34-9DE4-449F81A889AB}" presName="vertTwo" presStyleCnt="0"/>
      <dgm:spPr/>
    </dgm:pt>
    <dgm:pt modelId="{C6653791-2FEB-4465-9DF2-F5BD2AD542D0}" type="pres">
      <dgm:prSet presAssocID="{B26F162C-BC5A-4E34-9DE4-449F81A889AB}" presName="txTwo" presStyleLbl="node2" presStyleIdx="0" presStyleCnt="1">
        <dgm:presLayoutVars>
          <dgm:chPref val="3"/>
        </dgm:presLayoutVars>
      </dgm:prSet>
      <dgm:spPr/>
    </dgm:pt>
    <dgm:pt modelId="{B7D9612F-C6B5-4778-9AE4-3B1B5E22C72D}" type="pres">
      <dgm:prSet presAssocID="{B26F162C-BC5A-4E34-9DE4-449F81A889AB}" presName="parTransTwo" presStyleCnt="0"/>
      <dgm:spPr/>
    </dgm:pt>
    <dgm:pt modelId="{ED0ACE63-A19D-4DF4-8100-2261CD0F2F59}" type="pres">
      <dgm:prSet presAssocID="{B26F162C-BC5A-4E34-9DE4-449F81A889AB}" presName="horzTwo" presStyleCnt="0"/>
      <dgm:spPr/>
    </dgm:pt>
    <dgm:pt modelId="{81ACDEF8-BF15-435B-97B1-B29E2E6C12E8}" type="pres">
      <dgm:prSet presAssocID="{79D7B647-8D66-43DA-8DE2-6AA0C17AA89E}" presName="vertThree" presStyleCnt="0"/>
      <dgm:spPr/>
    </dgm:pt>
    <dgm:pt modelId="{FE24E332-D626-4F19-B20E-4B5F2AF96EAB}" type="pres">
      <dgm:prSet presAssocID="{79D7B647-8D66-43DA-8DE2-6AA0C17AA89E}" presName="txThree" presStyleLbl="node3" presStyleIdx="0" presStyleCnt="2">
        <dgm:presLayoutVars>
          <dgm:chPref val="3"/>
        </dgm:presLayoutVars>
      </dgm:prSet>
      <dgm:spPr/>
    </dgm:pt>
    <dgm:pt modelId="{8544D371-3E56-4A76-AE57-FD7E099FFED5}" type="pres">
      <dgm:prSet presAssocID="{79D7B647-8D66-43DA-8DE2-6AA0C17AA89E}" presName="horzThree" presStyleCnt="0"/>
      <dgm:spPr/>
    </dgm:pt>
    <dgm:pt modelId="{DE7F028B-EFD8-4A3F-AD02-4C3C95F7AE85}" type="pres">
      <dgm:prSet presAssocID="{F7408D69-5C23-4E24-B00C-8C4058116492}" presName="sibSpaceThree" presStyleCnt="0"/>
      <dgm:spPr/>
    </dgm:pt>
    <dgm:pt modelId="{FF0C186C-D6A9-407F-9856-E98BA9A52D98}" type="pres">
      <dgm:prSet presAssocID="{C2DBB2E9-88CB-4F60-88BE-01EFE14E0952}" presName="vertThree" presStyleCnt="0"/>
      <dgm:spPr/>
    </dgm:pt>
    <dgm:pt modelId="{D351E2DE-4489-4425-8B5B-6170E0809E97}" type="pres">
      <dgm:prSet presAssocID="{C2DBB2E9-88CB-4F60-88BE-01EFE14E0952}" presName="txThree" presStyleLbl="node3" presStyleIdx="1" presStyleCnt="2">
        <dgm:presLayoutVars>
          <dgm:chPref val="3"/>
        </dgm:presLayoutVars>
      </dgm:prSet>
      <dgm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</dgm:spPr>
    </dgm:pt>
    <dgm:pt modelId="{66C80EE5-855E-478C-8CB0-22F856B1EB19}" type="pres">
      <dgm:prSet presAssocID="{C2DBB2E9-88CB-4F60-88BE-01EFE14E0952}" presName="horzThree" presStyleCnt="0"/>
      <dgm:spPr/>
    </dgm:pt>
  </dgm:ptLst>
  <dgm:cxnLst>
    <dgm:cxn modelId="{C3E7E303-ECCA-4E02-9198-AA9793A3CCA6}" srcId="{1FB94E44-AC35-4F7A-B315-924FE1449FA4}" destId="{5486F2D2-580B-42B3-BE3D-BD13CCD63D35}" srcOrd="0" destOrd="0" parTransId="{82C08F27-B5BA-4688-AC1D-5F221CA77985}" sibTransId="{6F60A6B9-3D60-4726-874E-3BFAF3583E15}"/>
    <dgm:cxn modelId="{AF264208-05F4-44D2-869A-4A5D748135AF}" type="presOf" srcId="{C2DBB2E9-88CB-4F60-88BE-01EFE14E0952}" destId="{D351E2DE-4489-4425-8B5B-6170E0809E97}" srcOrd="0" destOrd="0" presId="urn:microsoft.com/office/officeart/2005/8/layout/hierarchy4"/>
    <dgm:cxn modelId="{F8803B11-AFC2-4A54-90B5-ABB740AF3651}" type="presOf" srcId="{1FB94E44-AC35-4F7A-B315-924FE1449FA4}" destId="{7EC68955-5AE5-42B6-8B11-B8E6E21E4ABB}" srcOrd="0" destOrd="0" presId="urn:microsoft.com/office/officeart/2005/8/layout/hierarchy4"/>
    <dgm:cxn modelId="{DB98E92F-B9FF-476A-9B82-9B7921B38A77}" srcId="{B26F162C-BC5A-4E34-9DE4-449F81A889AB}" destId="{79D7B647-8D66-43DA-8DE2-6AA0C17AA89E}" srcOrd="0" destOrd="0" parTransId="{36223745-D6A7-4AEF-936E-CDE197735CDE}" sibTransId="{F7408D69-5C23-4E24-B00C-8C4058116492}"/>
    <dgm:cxn modelId="{93061C44-E07E-4E33-B9D3-CBC0B766D745}" type="presOf" srcId="{5486F2D2-580B-42B3-BE3D-BD13CCD63D35}" destId="{91047B7E-107A-4E43-B15C-9062F5B850F3}" srcOrd="0" destOrd="0" presId="urn:microsoft.com/office/officeart/2005/8/layout/hierarchy4"/>
    <dgm:cxn modelId="{B3D55462-51B3-4241-A411-6BE84D7C0C4B}" type="presOf" srcId="{B26F162C-BC5A-4E34-9DE4-449F81A889AB}" destId="{C6653791-2FEB-4465-9DF2-F5BD2AD542D0}" srcOrd="0" destOrd="0" presId="urn:microsoft.com/office/officeart/2005/8/layout/hierarchy4"/>
    <dgm:cxn modelId="{09ABED85-815D-4441-8771-FE5490530D31}" srcId="{5486F2D2-580B-42B3-BE3D-BD13CCD63D35}" destId="{B26F162C-BC5A-4E34-9DE4-449F81A889AB}" srcOrd="0" destOrd="0" parTransId="{BC0251CB-0074-4CB8-9031-844194716ED5}" sibTransId="{2346BD24-A4AA-4FAA-9333-3974AA99D663}"/>
    <dgm:cxn modelId="{80502C87-656D-44BF-9EDD-AA8A4E3E9A82}" type="presOf" srcId="{79D7B647-8D66-43DA-8DE2-6AA0C17AA89E}" destId="{FE24E332-D626-4F19-B20E-4B5F2AF96EAB}" srcOrd="0" destOrd="0" presId="urn:microsoft.com/office/officeart/2005/8/layout/hierarchy4"/>
    <dgm:cxn modelId="{CEF16AA2-88A3-4FC6-8618-8A3102CF0079}" srcId="{B26F162C-BC5A-4E34-9DE4-449F81A889AB}" destId="{C2DBB2E9-88CB-4F60-88BE-01EFE14E0952}" srcOrd="1" destOrd="0" parTransId="{E43BAC1A-A1AA-4009-8AE8-D8C2E5D6EC98}" sibTransId="{44D742D0-278B-4A29-A579-EF9A50CD53B8}"/>
    <dgm:cxn modelId="{9C7D9BF0-AA03-4EA6-AB7A-EACD05FE171F}" type="presParOf" srcId="{7EC68955-5AE5-42B6-8B11-B8E6E21E4ABB}" destId="{B6DA4864-5112-4BB3-9220-F992ED654DE9}" srcOrd="0" destOrd="0" presId="urn:microsoft.com/office/officeart/2005/8/layout/hierarchy4"/>
    <dgm:cxn modelId="{D54195C5-4ED0-4D81-8B51-57AA2B4535D8}" type="presParOf" srcId="{B6DA4864-5112-4BB3-9220-F992ED654DE9}" destId="{91047B7E-107A-4E43-B15C-9062F5B850F3}" srcOrd="0" destOrd="0" presId="urn:microsoft.com/office/officeart/2005/8/layout/hierarchy4"/>
    <dgm:cxn modelId="{48A452AE-5A34-4A67-AD16-EC4BA0833B03}" type="presParOf" srcId="{B6DA4864-5112-4BB3-9220-F992ED654DE9}" destId="{F67AC47F-F0FF-4927-93DF-5579FA772D00}" srcOrd="1" destOrd="0" presId="urn:microsoft.com/office/officeart/2005/8/layout/hierarchy4"/>
    <dgm:cxn modelId="{079B7B43-E14A-48C2-AA7B-971C8FEEC0CF}" type="presParOf" srcId="{B6DA4864-5112-4BB3-9220-F992ED654DE9}" destId="{5AA9AFC1-2C8B-42C7-8E39-265F956ABDC4}" srcOrd="2" destOrd="0" presId="urn:microsoft.com/office/officeart/2005/8/layout/hierarchy4"/>
    <dgm:cxn modelId="{865B1921-7F01-4028-801E-64381F070B27}" type="presParOf" srcId="{5AA9AFC1-2C8B-42C7-8E39-265F956ABDC4}" destId="{59EEF7C0-52D3-486C-BD49-BA30A4907024}" srcOrd="0" destOrd="0" presId="urn:microsoft.com/office/officeart/2005/8/layout/hierarchy4"/>
    <dgm:cxn modelId="{883DF9D4-3629-436E-BEC3-A5EA2B15CB89}" type="presParOf" srcId="{59EEF7C0-52D3-486C-BD49-BA30A4907024}" destId="{C6653791-2FEB-4465-9DF2-F5BD2AD542D0}" srcOrd="0" destOrd="0" presId="urn:microsoft.com/office/officeart/2005/8/layout/hierarchy4"/>
    <dgm:cxn modelId="{95645E47-4348-42F5-909D-A00FC2E6AA40}" type="presParOf" srcId="{59EEF7C0-52D3-486C-BD49-BA30A4907024}" destId="{B7D9612F-C6B5-4778-9AE4-3B1B5E22C72D}" srcOrd="1" destOrd="0" presId="urn:microsoft.com/office/officeart/2005/8/layout/hierarchy4"/>
    <dgm:cxn modelId="{56F5574B-77C7-456E-ABD3-133AAC2AAD4B}" type="presParOf" srcId="{59EEF7C0-52D3-486C-BD49-BA30A4907024}" destId="{ED0ACE63-A19D-4DF4-8100-2261CD0F2F59}" srcOrd="2" destOrd="0" presId="urn:microsoft.com/office/officeart/2005/8/layout/hierarchy4"/>
    <dgm:cxn modelId="{20CC4FB1-F2D5-45AA-8C5C-2517190CA6E1}" type="presParOf" srcId="{ED0ACE63-A19D-4DF4-8100-2261CD0F2F59}" destId="{81ACDEF8-BF15-435B-97B1-B29E2E6C12E8}" srcOrd="0" destOrd="0" presId="urn:microsoft.com/office/officeart/2005/8/layout/hierarchy4"/>
    <dgm:cxn modelId="{7C81199C-D21E-4AEB-B255-465B7E003E3B}" type="presParOf" srcId="{81ACDEF8-BF15-435B-97B1-B29E2E6C12E8}" destId="{FE24E332-D626-4F19-B20E-4B5F2AF96EAB}" srcOrd="0" destOrd="0" presId="urn:microsoft.com/office/officeart/2005/8/layout/hierarchy4"/>
    <dgm:cxn modelId="{5F87AFA2-FD8A-4FB1-AFA3-0187A58D3226}" type="presParOf" srcId="{81ACDEF8-BF15-435B-97B1-B29E2E6C12E8}" destId="{8544D371-3E56-4A76-AE57-FD7E099FFED5}" srcOrd="1" destOrd="0" presId="urn:microsoft.com/office/officeart/2005/8/layout/hierarchy4"/>
    <dgm:cxn modelId="{990CEDAE-F3C3-4438-B0F2-65BC3F2839FC}" type="presParOf" srcId="{ED0ACE63-A19D-4DF4-8100-2261CD0F2F59}" destId="{DE7F028B-EFD8-4A3F-AD02-4C3C95F7AE85}" srcOrd="1" destOrd="0" presId="urn:microsoft.com/office/officeart/2005/8/layout/hierarchy4"/>
    <dgm:cxn modelId="{C31BCED4-D7D2-4B82-836D-1150AE29517A}" type="presParOf" srcId="{ED0ACE63-A19D-4DF4-8100-2261CD0F2F59}" destId="{FF0C186C-D6A9-407F-9856-E98BA9A52D98}" srcOrd="2" destOrd="0" presId="urn:microsoft.com/office/officeart/2005/8/layout/hierarchy4"/>
    <dgm:cxn modelId="{A268FAF1-4758-4531-A73E-DEC55A40B7F3}" type="presParOf" srcId="{FF0C186C-D6A9-407F-9856-E98BA9A52D98}" destId="{D351E2DE-4489-4425-8B5B-6170E0809E97}" srcOrd="0" destOrd="0" presId="urn:microsoft.com/office/officeart/2005/8/layout/hierarchy4"/>
    <dgm:cxn modelId="{2C25703B-016A-491A-AC79-E3ACBDDF807A}" type="presParOf" srcId="{FF0C186C-D6A9-407F-9856-E98BA9A52D98}" destId="{66C80EE5-855E-478C-8CB0-22F856B1EB1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1FB94E44-AC35-4F7A-B315-924FE1449FA4}" type="doc">
      <dgm:prSet loTypeId="urn:microsoft.com/office/officeart/2005/8/layout/hierarchy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5486F2D2-580B-42B3-BE3D-BD13CCD63D35}">
      <dgm:prSet phldrT="[Texto]"/>
      <dgm:spPr/>
      <dgm:t>
        <a:bodyPr/>
        <a:lstStyle/>
        <a:p>
          <a:r>
            <a:rPr lang="es-CO" b="1" dirty="0"/>
            <a:t>Definición: </a:t>
          </a:r>
          <a:r>
            <a:rPr lang="es-CO" b="0" dirty="0"/>
            <a:t>Ejercer la autoridad, el control y la toma de decisiones compartida sobre la administración de los activos de datos.</a:t>
          </a:r>
          <a:endParaRPr lang="es-CO" b="1" dirty="0"/>
        </a:p>
      </dgm:t>
    </dgm:pt>
    <dgm:pt modelId="{82C08F27-B5BA-4688-AC1D-5F221CA77985}" type="parTrans" cxnId="{C3E7E303-ECCA-4E02-9198-AA9793A3CCA6}">
      <dgm:prSet/>
      <dgm:spPr/>
      <dgm:t>
        <a:bodyPr/>
        <a:lstStyle/>
        <a:p>
          <a:endParaRPr lang="es-CO"/>
        </a:p>
      </dgm:t>
    </dgm:pt>
    <dgm:pt modelId="{6F60A6B9-3D60-4726-874E-3BFAF3583E15}" type="sibTrans" cxnId="{C3E7E303-ECCA-4E02-9198-AA9793A3CCA6}">
      <dgm:prSet/>
      <dgm:spPr/>
      <dgm:t>
        <a:bodyPr/>
        <a:lstStyle/>
        <a:p>
          <a:endParaRPr lang="es-CO"/>
        </a:p>
      </dgm:t>
    </dgm:pt>
    <dgm:pt modelId="{B26F162C-BC5A-4E34-9DE4-449F81A889AB}">
      <dgm:prSet phldrT="[Texto]"/>
      <dgm:spPr>
        <a:solidFill>
          <a:schemeClr val="accent2"/>
        </a:solidFill>
      </dgm:spPr>
      <dgm:t>
        <a:bodyPr/>
        <a:lstStyle/>
        <a:p>
          <a:pPr algn="l"/>
          <a:r>
            <a:rPr lang="es-CO" b="1" dirty="0"/>
            <a:t>Metas: </a:t>
          </a:r>
          <a:endParaRPr lang="es-CO" b="0" dirty="0"/>
        </a:p>
        <a:p>
          <a:pPr algn="l"/>
          <a:r>
            <a:rPr lang="es-CO" b="0" dirty="0"/>
            <a:t>1. Habilitar a la organización para que administre sus datos como activos.</a:t>
          </a:r>
        </a:p>
        <a:p>
          <a:pPr algn="l"/>
          <a:r>
            <a:rPr lang="es-CO" b="0" dirty="0"/>
            <a:t>2. Definir, aprobar, comunicar e implementar los principios, políticas, procedimientos, métricas, herramientas y responsabilidades para la administración de datos.</a:t>
          </a:r>
        </a:p>
        <a:p>
          <a:pPr algn="l"/>
          <a:r>
            <a:rPr lang="es-CO" b="0" dirty="0"/>
            <a:t>3. Monitorear y guiar las políticas de cumplimiento, el uso de los datos y las actividades de administración.</a:t>
          </a:r>
          <a:endParaRPr lang="es-CO" b="1" dirty="0"/>
        </a:p>
      </dgm:t>
    </dgm:pt>
    <dgm:pt modelId="{BC0251CB-0074-4CB8-9031-844194716ED5}" type="parTrans" cxnId="{09ABED85-815D-4441-8771-FE5490530D31}">
      <dgm:prSet/>
      <dgm:spPr/>
      <dgm:t>
        <a:bodyPr/>
        <a:lstStyle/>
        <a:p>
          <a:endParaRPr lang="es-CO"/>
        </a:p>
      </dgm:t>
    </dgm:pt>
    <dgm:pt modelId="{2346BD24-A4AA-4FAA-9333-3974AA99D663}" type="sibTrans" cxnId="{09ABED85-815D-4441-8771-FE5490530D31}">
      <dgm:prSet/>
      <dgm:spPr/>
      <dgm:t>
        <a:bodyPr/>
        <a:lstStyle/>
        <a:p>
          <a:endParaRPr lang="es-CO"/>
        </a:p>
      </dgm:t>
    </dgm:pt>
    <dgm:pt modelId="{79D7B647-8D66-43DA-8DE2-6AA0C17AA89E}">
      <dgm:prSet phldrT="[Texto]"/>
      <dgm:spPr>
        <a:solidFill>
          <a:srgbClr val="002060"/>
        </a:solidFill>
      </dgm:spPr>
      <dgm:t>
        <a:bodyPr/>
        <a:lstStyle/>
        <a:p>
          <a:pPr algn="l"/>
          <a:r>
            <a:rPr lang="es-CO" b="1" dirty="0"/>
            <a:t>Actividades:</a:t>
          </a:r>
        </a:p>
        <a:p>
          <a:pPr algn="l"/>
          <a:r>
            <a:rPr lang="es-CO" b="0" dirty="0"/>
            <a:t>Definir el gobierno de datos para la organización</a:t>
          </a:r>
        </a:p>
        <a:p>
          <a:pPr algn="l"/>
          <a:r>
            <a:rPr lang="es-CO" b="0" dirty="0"/>
            <a:t>Definir la estrategia de gobierno de datos</a:t>
          </a:r>
        </a:p>
        <a:p>
          <a:pPr algn="l"/>
          <a:r>
            <a:rPr lang="es-CO" b="0" dirty="0"/>
            <a:t>Implementar el gobierno de datos</a:t>
          </a:r>
        </a:p>
        <a:p>
          <a:pPr algn="l"/>
          <a:r>
            <a:rPr lang="es-CO" b="0" dirty="0"/>
            <a:t>Embeber el gobierno de datos</a:t>
          </a:r>
        </a:p>
      </dgm:t>
    </dgm:pt>
    <dgm:pt modelId="{36223745-D6A7-4AEF-936E-CDE197735CDE}" type="parTrans" cxnId="{DB98E92F-B9FF-476A-9B82-9B7921B38A77}">
      <dgm:prSet/>
      <dgm:spPr/>
      <dgm:t>
        <a:bodyPr/>
        <a:lstStyle/>
        <a:p>
          <a:endParaRPr lang="es-CO"/>
        </a:p>
      </dgm:t>
    </dgm:pt>
    <dgm:pt modelId="{F7408D69-5C23-4E24-B00C-8C4058116492}" type="sibTrans" cxnId="{DB98E92F-B9FF-476A-9B82-9B7921B38A77}">
      <dgm:prSet/>
      <dgm:spPr/>
      <dgm:t>
        <a:bodyPr/>
        <a:lstStyle/>
        <a:p>
          <a:endParaRPr lang="es-CO"/>
        </a:p>
      </dgm:t>
    </dgm:pt>
    <dgm:pt modelId="{C2DBB2E9-88CB-4F60-88BE-01EFE14E0952}">
      <dgm:prSet phldrT="[Texto]"/>
      <dgm:spPr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49530" tIns="49530" rIns="49530" bIns="49530" numCol="1" spcCol="1270" anchor="ctr" anchorCtr="0"/>
        <a:lstStyle/>
        <a:p>
          <a:pPr algn="l"/>
          <a:r>
            <a:rPr lang="es-CO" b="1" dirty="0"/>
            <a:t>Entregables:</a:t>
          </a:r>
        </a:p>
        <a:p>
          <a:pPr algn="l"/>
          <a:r>
            <a:rPr lang="es-CO" b="0" dirty="0"/>
            <a:t>Estrategia de gobierno de datos</a:t>
          </a:r>
        </a:p>
        <a:p>
          <a:pPr algn="l"/>
          <a:r>
            <a:rPr lang="es-CO" b="0" dirty="0"/>
            <a:t>Estrategia de datos</a:t>
          </a:r>
        </a:p>
        <a:p>
          <a:pPr algn="l"/>
          <a:r>
            <a:rPr lang="es-CO" b="0" dirty="0" err="1"/>
            <a:t>Roadmap</a:t>
          </a:r>
          <a:r>
            <a:rPr lang="es-CO" b="0" dirty="0"/>
            <a:t> estratégico del gobierno de datos</a:t>
          </a:r>
        </a:p>
        <a:p>
          <a:pPr algn="l"/>
          <a:r>
            <a:rPr lang="es-CO" b="0" dirty="0"/>
            <a:t>Principios, políticas y procesos para el gobierno de datos</a:t>
          </a:r>
        </a:p>
      </dgm:t>
    </dgm:pt>
    <dgm:pt modelId="{E43BAC1A-A1AA-4009-8AE8-D8C2E5D6EC98}" type="parTrans" cxnId="{CEF16AA2-88A3-4FC6-8618-8A3102CF0079}">
      <dgm:prSet/>
      <dgm:spPr/>
      <dgm:t>
        <a:bodyPr/>
        <a:lstStyle/>
        <a:p>
          <a:endParaRPr lang="es-CO"/>
        </a:p>
      </dgm:t>
    </dgm:pt>
    <dgm:pt modelId="{44D742D0-278B-4A29-A579-EF9A50CD53B8}" type="sibTrans" cxnId="{CEF16AA2-88A3-4FC6-8618-8A3102CF0079}">
      <dgm:prSet/>
      <dgm:spPr/>
      <dgm:t>
        <a:bodyPr/>
        <a:lstStyle/>
        <a:p>
          <a:endParaRPr lang="es-CO"/>
        </a:p>
      </dgm:t>
    </dgm:pt>
    <dgm:pt modelId="{7EC68955-5AE5-42B6-8B11-B8E6E21E4ABB}" type="pres">
      <dgm:prSet presAssocID="{1FB94E44-AC35-4F7A-B315-924FE1449FA4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6DA4864-5112-4BB3-9220-F992ED654DE9}" type="pres">
      <dgm:prSet presAssocID="{5486F2D2-580B-42B3-BE3D-BD13CCD63D35}" presName="vertOne" presStyleCnt="0"/>
      <dgm:spPr/>
    </dgm:pt>
    <dgm:pt modelId="{91047B7E-107A-4E43-B15C-9062F5B850F3}" type="pres">
      <dgm:prSet presAssocID="{5486F2D2-580B-42B3-BE3D-BD13CCD63D35}" presName="txOne" presStyleLbl="node0" presStyleIdx="0" presStyleCnt="1">
        <dgm:presLayoutVars>
          <dgm:chPref val="3"/>
        </dgm:presLayoutVars>
      </dgm:prSet>
      <dgm:spPr/>
    </dgm:pt>
    <dgm:pt modelId="{F67AC47F-F0FF-4927-93DF-5579FA772D00}" type="pres">
      <dgm:prSet presAssocID="{5486F2D2-580B-42B3-BE3D-BD13CCD63D35}" presName="parTransOne" presStyleCnt="0"/>
      <dgm:spPr/>
    </dgm:pt>
    <dgm:pt modelId="{5AA9AFC1-2C8B-42C7-8E39-265F956ABDC4}" type="pres">
      <dgm:prSet presAssocID="{5486F2D2-580B-42B3-BE3D-BD13CCD63D35}" presName="horzOne" presStyleCnt="0"/>
      <dgm:spPr/>
    </dgm:pt>
    <dgm:pt modelId="{59EEF7C0-52D3-486C-BD49-BA30A4907024}" type="pres">
      <dgm:prSet presAssocID="{B26F162C-BC5A-4E34-9DE4-449F81A889AB}" presName="vertTwo" presStyleCnt="0"/>
      <dgm:spPr/>
    </dgm:pt>
    <dgm:pt modelId="{C6653791-2FEB-4465-9DF2-F5BD2AD542D0}" type="pres">
      <dgm:prSet presAssocID="{B26F162C-BC5A-4E34-9DE4-449F81A889AB}" presName="txTwo" presStyleLbl="node2" presStyleIdx="0" presStyleCnt="1">
        <dgm:presLayoutVars>
          <dgm:chPref val="3"/>
        </dgm:presLayoutVars>
      </dgm:prSet>
      <dgm:spPr/>
    </dgm:pt>
    <dgm:pt modelId="{B7D9612F-C6B5-4778-9AE4-3B1B5E22C72D}" type="pres">
      <dgm:prSet presAssocID="{B26F162C-BC5A-4E34-9DE4-449F81A889AB}" presName="parTransTwo" presStyleCnt="0"/>
      <dgm:spPr/>
    </dgm:pt>
    <dgm:pt modelId="{ED0ACE63-A19D-4DF4-8100-2261CD0F2F59}" type="pres">
      <dgm:prSet presAssocID="{B26F162C-BC5A-4E34-9DE4-449F81A889AB}" presName="horzTwo" presStyleCnt="0"/>
      <dgm:spPr/>
    </dgm:pt>
    <dgm:pt modelId="{81ACDEF8-BF15-435B-97B1-B29E2E6C12E8}" type="pres">
      <dgm:prSet presAssocID="{79D7B647-8D66-43DA-8DE2-6AA0C17AA89E}" presName="vertThree" presStyleCnt="0"/>
      <dgm:spPr/>
    </dgm:pt>
    <dgm:pt modelId="{FE24E332-D626-4F19-B20E-4B5F2AF96EAB}" type="pres">
      <dgm:prSet presAssocID="{79D7B647-8D66-43DA-8DE2-6AA0C17AA89E}" presName="txThree" presStyleLbl="node3" presStyleIdx="0" presStyleCnt="2">
        <dgm:presLayoutVars>
          <dgm:chPref val="3"/>
        </dgm:presLayoutVars>
      </dgm:prSet>
      <dgm:spPr/>
    </dgm:pt>
    <dgm:pt modelId="{8544D371-3E56-4A76-AE57-FD7E099FFED5}" type="pres">
      <dgm:prSet presAssocID="{79D7B647-8D66-43DA-8DE2-6AA0C17AA89E}" presName="horzThree" presStyleCnt="0"/>
      <dgm:spPr/>
    </dgm:pt>
    <dgm:pt modelId="{DE7F028B-EFD8-4A3F-AD02-4C3C95F7AE85}" type="pres">
      <dgm:prSet presAssocID="{F7408D69-5C23-4E24-B00C-8C4058116492}" presName="sibSpaceThree" presStyleCnt="0"/>
      <dgm:spPr/>
    </dgm:pt>
    <dgm:pt modelId="{FF0C186C-D6A9-407F-9856-E98BA9A52D98}" type="pres">
      <dgm:prSet presAssocID="{C2DBB2E9-88CB-4F60-88BE-01EFE14E0952}" presName="vertThree" presStyleCnt="0"/>
      <dgm:spPr/>
    </dgm:pt>
    <dgm:pt modelId="{D351E2DE-4489-4425-8B5B-6170E0809E97}" type="pres">
      <dgm:prSet presAssocID="{C2DBB2E9-88CB-4F60-88BE-01EFE14E0952}" presName="txThree" presStyleLbl="node3" presStyleIdx="1" presStyleCnt="2">
        <dgm:presLayoutVars>
          <dgm:chPref val="3"/>
        </dgm:presLayoutVars>
      </dgm:prSet>
      <dgm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</dgm:spPr>
    </dgm:pt>
    <dgm:pt modelId="{66C80EE5-855E-478C-8CB0-22F856B1EB19}" type="pres">
      <dgm:prSet presAssocID="{C2DBB2E9-88CB-4F60-88BE-01EFE14E0952}" presName="horzThree" presStyleCnt="0"/>
      <dgm:spPr/>
    </dgm:pt>
  </dgm:ptLst>
  <dgm:cxnLst>
    <dgm:cxn modelId="{C3E7E303-ECCA-4E02-9198-AA9793A3CCA6}" srcId="{1FB94E44-AC35-4F7A-B315-924FE1449FA4}" destId="{5486F2D2-580B-42B3-BE3D-BD13CCD63D35}" srcOrd="0" destOrd="0" parTransId="{82C08F27-B5BA-4688-AC1D-5F221CA77985}" sibTransId="{6F60A6B9-3D60-4726-874E-3BFAF3583E15}"/>
    <dgm:cxn modelId="{AF264208-05F4-44D2-869A-4A5D748135AF}" type="presOf" srcId="{C2DBB2E9-88CB-4F60-88BE-01EFE14E0952}" destId="{D351E2DE-4489-4425-8B5B-6170E0809E97}" srcOrd="0" destOrd="0" presId="urn:microsoft.com/office/officeart/2005/8/layout/hierarchy4"/>
    <dgm:cxn modelId="{F8803B11-AFC2-4A54-90B5-ABB740AF3651}" type="presOf" srcId="{1FB94E44-AC35-4F7A-B315-924FE1449FA4}" destId="{7EC68955-5AE5-42B6-8B11-B8E6E21E4ABB}" srcOrd="0" destOrd="0" presId="urn:microsoft.com/office/officeart/2005/8/layout/hierarchy4"/>
    <dgm:cxn modelId="{DB98E92F-B9FF-476A-9B82-9B7921B38A77}" srcId="{B26F162C-BC5A-4E34-9DE4-449F81A889AB}" destId="{79D7B647-8D66-43DA-8DE2-6AA0C17AA89E}" srcOrd="0" destOrd="0" parTransId="{36223745-D6A7-4AEF-936E-CDE197735CDE}" sibTransId="{F7408D69-5C23-4E24-B00C-8C4058116492}"/>
    <dgm:cxn modelId="{93061C44-E07E-4E33-B9D3-CBC0B766D745}" type="presOf" srcId="{5486F2D2-580B-42B3-BE3D-BD13CCD63D35}" destId="{91047B7E-107A-4E43-B15C-9062F5B850F3}" srcOrd="0" destOrd="0" presId="urn:microsoft.com/office/officeart/2005/8/layout/hierarchy4"/>
    <dgm:cxn modelId="{B3D55462-51B3-4241-A411-6BE84D7C0C4B}" type="presOf" srcId="{B26F162C-BC5A-4E34-9DE4-449F81A889AB}" destId="{C6653791-2FEB-4465-9DF2-F5BD2AD542D0}" srcOrd="0" destOrd="0" presId="urn:microsoft.com/office/officeart/2005/8/layout/hierarchy4"/>
    <dgm:cxn modelId="{09ABED85-815D-4441-8771-FE5490530D31}" srcId="{5486F2D2-580B-42B3-BE3D-BD13CCD63D35}" destId="{B26F162C-BC5A-4E34-9DE4-449F81A889AB}" srcOrd="0" destOrd="0" parTransId="{BC0251CB-0074-4CB8-9031-844194716ED5}" sibTransId="{2346BD24-A4AA-4FAA-9333-3974AA99D663}"/>
    <dgm:cxn modelId="{80502C87-656D-44BF-9EDD-AA8A4E3E9A82}" type="presOf" srcId="{79D7B647-8D66-43DA-8DE2-6AA0C17AA89E}" destId="{FE24E332-D626-4F19-B20E-4B5F2AF96EAB}" srcOrd="0" destOrd="0" presId="urn:microsoft.com/office/officeart/2005/8/layout/hierarchy4"/>
    <dgm:cxn modelId="{CEF16AA2-88A3-4FC6-8618-8A3102CF0079}" srcId="{B26F162C-BC5A-4E34-9DE4-449F81A889AB}" destId="{C2DBB2E9-88CB-4F60-88BE-01EFE14E0952}" srcOrd="1" destOrd="0" parTransId="{E43BAC1A-A1AA-4009-8AE8-D8C2E5D6EC98}" sibTransId="{44D742D0-278B-4A29-A579-EF9A50CD53B8}"/>
    <dgm:cxn modelId="{9C7D9BF0-AA03-4EA6-AB7A-EACD05FE171F}" type="presParOf" srcId="{7EC68955-5AE5-42B6-8B11-B8E6E21E4ABB}" destId="{B6DA4864-5112-4BB3-9220-F992ED654DE9}" srcOrd="0" destOrd="0" presId="urn:microsoft.com/office/officeart/2005/8/layout/hierarchy4"/>
    <dgm:cxn modelId="{D54195C5-4ED0-4D81-8B51-57AA2B4535D8}" type="presParOf" srcId="{B6DA4864-5112-4BB3-9220-F992ED654DE9}" destId="{91047B7E-107A-4E43-B15C-9062F5B850F3}" srcOrd="0" destOrd="0" presId="urn:microsoft.com/office/officeart/2005/8/layout/hierarchy4"/>
    <dgm:cxn modelId="{48A452AE-5A34-4A67-AD16-EC4BA0833B03}" type="presParOf" srcId="{B6DA4864-5112-4BB3-9220-F992ED654DE9}" destId="{F67AC47F-F0FF-4927-93DF-5579FA772D00}" srcOrd="1" destOrd="0" presId="urn:microsoft.com/office/officeart/2005/8/layout/hierarchy4"/>
    <dgm:cxn modelId="{079B7B43-E14A-48C2-AA7B-971C8FEEC0CF}" type="presParOf" srcId="{B6DA4864-5112-4BB3-9220-F992ED654DE9}" destId="{5AA9AFC1-2C8B-42C7-8E39-265F956ABDC4}" srcOrd="2" destOrd="0" presId="urn:microsoft.com/office/officeart/2005/8/layout/hierarchy4"/>
    <dgm:cxn modelId="{865B1921-7F01-4028-801E-64381F070B27}" type="presParOf" srcId="{5AA9AFC1-2C8B-42C7-8E39-265F956ABDC4}" destId="{59EEF7C0-52D3-486C-BD49-BA30A4907024}" srcOrd="0" destOrd="0" presId="urn:microsoft.com/office/officeart/2005/8/layout/hierarchy4"/>
    <dgm:cxn modelId="{883DF9D4-3629-436E-BEC3-A5EA2B15CB89}" type="presParOf" srcId="{59EEF7C0-52D3-486C-BD49-BA30A4907024}" destId="{C6653791-2FEB-4465-9DF2-F5BD2AD542D0}" srcOrd="0" destOrd="0" presId="urn:microsoft.com/office/officeart/2005/8/layout/hierarchy4"/>
    <dgm:cxn modelId="{95645E47-4348-42F5-909D-A00FC2E6AA40}" type="presParOf" srcId="{59EEF7C0-52D3-486C-BD49-BA30A4907024}" destId="{B7D9612F-C6B5-4778-9AE4-3B1B5E22C72D}" srcOrd="1" destOrd="0" presId="urn:microsoft.com/office/officeart/2005/8/layout/hierarchy4"/>
    <dgm:cxn modelId="{56F5574B-77C7-456E-ABD3-133AAC2AAD4B}" type="presParOf" srcId="{59EEF7C0-52D3-486C-BD49-BA30A4907024}" destId="{ED0ACE63-A19D-4DF4-8100-2261CD0F2F59}" srcOrd="2" destOrd="0" presId="urn:microsoft.com/office/officeart/2005/8/layout/hierarchy4"/>
    <dgm:cxn modelId="{20CC4FB1-F2D5-45AA-8C5C-2517190CA6E1}" type="presParOf" srcId="{ED0ACE63-A19D-4DF4-8100-2261CD0F2F59}" destId="{81ACDEF8-BF15-435B-97B1-B29E2E6C12E8}" srcOrd="0" destOrd="0" presId="urn:microsoft.com/office/officeart/2005/8/layout/hierarchy4"/>
    <dgm:cxn modelId="{7C81199C-D21E-4AEB-B255-465B7E003E3B}" type="presParOf" srcId="{81ACDEF8-BF15-435B-97B1-B29E2E6C12E8}" destId="{FE24E332-D626-4F19-B20E-4B5F2AF96EAB}" srcOrd="0" destOrd="0" presId="urn:microsoft.com/office/officeart/2005/8/layout/hierarchy4"/>
    <dgm:cxn modelId="{5F87AFA2-FD8A-4FB1-AFA3-0187A58D3226}" type="presParOf" srcId="{81ACDEF8-BF15-435B-97B1-B29E2E6C12E8}" destId="{8544D371-3E56-4A76-AE57-FD7E099FFED5}" srcOrd="1" destOrd="0" presId="urn:microsoft.com/office/officeart/2005/8/layout/hierarchy4"/>
    <dgm:cxn modelId="{990CEDAE-F3C3-4438-B0F2-65BC3F2839FC}" type="presParOf" srcId="{ED0ACE63-A19D-4DF4-8100-2261CD0F2F59}" destId="{DE7F028B-EFD8-4A3F-AD02-4C3C95F7AE85}" srcOrd="1" destOrd="0" presId="urn:microsoft.com/office/officeart/2005/8/layout/hierarchy4"/>
    <dgm:cxn modelId="{C31BCED4-D7D2-4B82-836D-1150AE29517A}" type="presParOf" srcId="{ED0ACE63-A19D-4DF4-8100-2261CD0F2F59}" destId="{FF0C186C-D6A9-407F-9856-E98BA9A52D98}" srcOrd="2" destOrd="0" presId="urn:microsoft.com/office/officeart/2005/8/layout/hierarchy4"/>
    <dgm:cxn modelId="{A268FAF1-4758-4531-A73E-DEC55A40B7F3}" type="presParOf" srcId="{FF0C186C-D6A9-407F-9856-E98BA9A52D98}" destId="{D351E2DE-4489-4425-8B5B-6170E0809E97}" srcOrd="0" destOrd="0" presId="urn:microsoft.com/office/officeart/2005/8/layout/hierarchy4"/>
    <dgm:cxn modelId="{2C25703B-016A-491A-AC79-E3ACBDDF807A}" type="presParOf" srcId="{FF0C186C-D6A9-407F-9856-E98BA9A52D98}" destId="{66C80EE5-855E-478C-8CB0-22F856B1EB1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1FB94E44-AC35-4F7A-B315-924FE1449FA4}" type="doc">
      <dgm:prSet loTypeId="urn:microsoft.com/office/officeart/2005/8/layout/hierarchy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5486F2D2-580B-42B3-BE3D-BD13CCD63D35}">
      <dgm:prSet phldrT="[Texto]"/>
      <dgm:spPr/>
      <dgm:t>
        <a:bodyPr/>
        <a:lstStyle/>
        <a:p>
          <a:r>
            <a:rPr lang="es-CO" b="1" dirty="0"/>
            <a:t>Definición: </a:t>
          </a:r>
          <a:r>
            <a:rPr lang="es-CO" b="0" dirty="0"/>
            <a:t>Planear, implementar y controlar actividades para el ciclo de vida de los datos en diferentes formas y medios.</a:t>
          </a:r>
          <a:endParaRPr lang="es-CO" b="1" dirty="0"/>
        </a:p>
      </dgm:t>
    </dgm:pt>
    <dgm:pt modelId="{82C08F27-B5BA-4688-AC1D-5F221CA77985}" type="parTrans" cxnId="{C3E7E303-ECCA-4E02-9198-AA9793A3CCA6}">
      <dgm:prSet/>
      <dgm:spPr/>
      <dgm:t>
        <a:bodyPr/>
        <a:lstStyle/>
        <a:p>
          <a:endParaRPr lang="es-CO"/>
        </a:p>
      </dgm:t>
    </dgm:pt>
    <dgm:pt modelId="{6F60A6B9-3D60-4726-874E-3BFAF3583E15}" type="sibTrans" cxnId="{C3E7E303-ECCA-4E02-9198-AA9793A3CCA6}">
      <dgm:prSet/>
      <dgm:spPr/>
      <dgm:t>
        <a:bodyPr/>
        <a:lstStyle/>
        <a:p>
          <a:endParaRPr lang="es-CO"/>
        </a:p>
      </dgm:t>
    </dgm:pt>
    <dgm:pt modelId="{B26F162C-BC5A-4E34-9DE4-449F81A889AB}">
      <dgm:prSet phldrT="[Texto]"/>
      <dgm:spPr>
        <a:solidFill>
          <a:schemeClr val="accent2"/>
        </a:solidFill>
      </dgm:spPr>
      <dgm:t>
        <a:bodyPr/>
        <a:lstStyle/>
        <a:p>
          <a:pPr algn="l"/>
          <a:r>
            <a:rPr lang="es-CO" b="1" dirty="0"/>
            <a:t>Metas: </a:t>
          </a:r>
          <a:endParaRPr lang="es-CO" b="0" dirty="0"/>
        </a:p>
        <a:p>
          <a:pPr algn="l"/>
          <a:r>
            <a:rPr lang="es-CO" b="0" dirty="0"/>
            <a:t>1. Cumplir con las expectativas legales y de los clientes sobre el almacenamiento de registros.</a:t>
          </a:r>
        </a:p>
        <a:p>
          <a:pPr algn="l"/>
          <a:r>
            <a:rPr lang="es-CO" b="0" dirty="0"/>
            <a:t>2. Asegurar administración eficiente de los documentos y contenidos.</a:t>
          </a:r>
        </a:p>
        <a:p>
          <a:pPr algn="l"/>
          <a:r>
            <a:rPr lang="es-CO" b="0" dirty="0"/>
            <a:t>3. Asegurar la integración de capacidades entre contenido estructurado y no estructurado.</a:t>
          </a:r>
          <a:endParaRPr lang="es-CO" b="1" dirty="0"/>
        </a:p>
      </dgm:t>
    </dgm:pt>
    <dgm:pt modelId="{BC0251CB-0074-4CB8-9031-844194716ED5}" type="parTrans" cxnId="{09ABED85-815D-4441-8771-FE5490530D31}">
      <dgm:prSet/>
      <dgm:spPr/>
      <dgm:t>
        <a:bodyPr/>
        <a:lstStyle/>
        <a:p>
          <a:endParaRPr lang="es-CO"/>
        </a:p>
      </dgm:t>
    </dgm:pt>
    <dgm:pt modelId="{2346BD24-A4AA-4FAA-9333-3974AA99D663}" type="sibTrans" cxnId="{09ABED85-815D-4441-8771-FE5490530D31}">
      <dgm:prSet/>
      <dgm:spPr/>
      <dgm:t>
        <a:bodyPr/>
        <a:lstStyle/>
        <a:p>
          <a:endParaRPr lang="es-CO"/>
        </a:p>
      </dgm:t>
    </dgm:pt>
    <dgm:pt modelId="{79D7B647-8D66-43DA-8DE2-6AA0C17AA89E}">
      <dgm:prSet phldrT="[Texto]"/>
      <dgm:spPr>
        <a:solidFill>
          <a:srgbClr val="002060"/>
        </a:solidFill>
      </dgm:spPr>
      <dgm:t>
        <a:bodyPr/>
        <a:lstStyle/>
        <a:p>
          <a:pPr algn="l"/>
          <a:r>
            <a:rPr lang="es-CO" b="1" dirty="0"/>
            <a:t>Actividades:</a:t>
          </a:r>
        </a:p>
        <a:p>
          <a:pPr algn="l"/>
          <a:r>
            <a:rPr lang="es-CO" b="0" dirty="0"/>
            <a:t>Planear y administrar el ciclo de vida de los contenidos</a:t>
          </a:r>
        </a:p>
        <a:p>
          <a:pPr algn="l"/>
          <a:r>
            <a:rPr lang="es-CO" b="0" dirty="0"/>
            <a:t>Crear políticas de administración de contenidos</a:t>
          </a:r>
        </a:p>
        <a:p>
          <a:pPr algn="l"/>
          <a:r>
            <a:rPr lang="es-CO" b="0" dirty="0"/>
            <a:t>Definir la arquitectura de la información</a:t>
          </a:r>
        </a:p>
        <a:p>
          <a:pPr algn="l"/>
          <a:r>
            <a:rPr lang="es-CO" b="0" dirty="0"/>
            <a:t>Publicar y entregar contenidos</a:t>
          </a:r>
        </a:p>
      </dgm:t>
    </dgm:pt>
    <dgm:pt modelId="{36223745-D6A7-4AEF-936E-CDE197735CDE}" type="parTrans" cxnId="{DB98E92F-B9FF-476A-9B82-9B7921B38A77}">
      <dgm:prSet/>
      <dgm:spPr/>
      <dgm:t>
        <a:bodyPr/>
        <a:lstStyle/>
        <a:p>
          <a:endParaRPr lang="es-CO"/>
        </a:p>
      </dgm:t>
    </dgm:pt>
    <dgm:pt modelId="{F7408D69-5C23-4E24-B00C-8C4058116492}" type="sibTrans" cxnId="{DB98E92F-B9FF-476A-9B82-9B7921B38A77}">
      <dgm:prSet/>
      <dgm:spPr/>
      <dgm:t>
        <a:bodyPr/>
        <a:lstStyle/>
        <a:p>
          <a:endParaRPr lang="es-CO"/>
        </a:p>
      </dgm:t>
    </dgm:pt>
    <dgm:pt modelId="{C2DBB2E9-88CB-4F60-88BE-01EFE14E0952}">
      <dgm:prSet phldrT="[Texto]"/>
      <dgm:spPr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49530" tIns="49530" rIns="49530" bIns="49530" numCol="1" spcCol="1270" anchor="ctr" anchorCtr="0"/>
        <a:lstStyle/>
        <a:p>
          <a:pPr algn="l"/>
          <a:r>
            <a:rPr lang="es-CO" b="1" dirty="0"/>
            <a:t>Entregables:</a:t>
          </a:r>
        </a:p>
        <a:p>
          <a:pPr algn="l"/>
          <a:r>
            <a:rPr lang="es-CO" b="0" dirty="0"/>
            <a:t>Estrategia de administración de contenidos</a:t>
          </a:r>
        </a:p>
        <a:p>
          <a:pPr algn="l"/>
          <a:r>
            <a:rPr lang="es-CO" b="0" dirty="0"/>
            <a:t>Políticas y procedimientos</a:t>
          </a:r>
        </a:p>
      </dgm:t>
    </dgm:pt>
    <dgm:pt modelId="{E43BAC1A-A1AA-4009-8AE8-D8C2E5D6EC98}" type="parTrans" cxnId="{CEF16AA2-88A3-4FC6-8618-8A3102CF0079}">
      <dgm:prSet/>
      <dgm:spPr/>
      <dgm:t>
        <a:bodyPr/>
        <a:lstStyle/>
        <a:p>
          <a:endParaRPr lang="es-CO"/>
        </a:p>
      </dgm:t>
    </dgm:pt>
    <dgm:pt modelId="{44D742D0-278B-4A29-A579-EF9A50CD53B8}" type="sibTrans" cxnId="{CEF16AA2-88A3-4FC6-8618-8A3102CF0079}">
      <dgm:prSet/>
      <dgm:spPr/>
      <dgm:t>
        <a:bodyPr/>
        <a:lstStyle/>
        <a:p>
          <a:endParaRPr lang="es-CO"/>
        </a:p>
      </dgm:t>
    </dgm:pt>
    <dgm:pt modelId="{7EC68955-5AE5-42B6-8B11-B8E6E21E4ABB}" type="pres">
      <dgm:prSet presAssocID="{1FB94E44-AC35-4F7A-B315-924FE1449FA4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6DA4864-5112-4BB3-9220-F992ED654DE9}" type="pres">
      <dgm:prSet presAssocID="{5486F2D2-580B-42B3-BE3D-BD13CCD63D35}" presName="vertOne" presStyleCnt="0"/>
      <dgm:spPr/>
    </dgm:pt>
    <dgm:pt modelId="{91047B7E-107A-4E43-B15C-9062F5B850F3}" type="pres">
      <dgm:prSet presAssocID="{5486F2D2-580B-42B3-BE3D-BD13CCD63D35}" presName="txOne" presStyleLbl="node0" presStyleIdx="0" presStyleCnt="1">
        <dgm:presLayoutVars>
          <dgm:chPref val="3"/>
        </dgm:presLayoutVars>
      </dgm:prSet>
      <dgm:spPr/>
    </dgm:pt>
    <dgm:pt modelId="{F67AC47F-F0FF-4927-93DF-5579FA772D00}" type="pres">
      <dgm:prSet presAssocID="{5486F2D2-580B-42B3-BE3D-BD13CCD63D35}" presName="parTransOne" presStyleCnt="0"/>
      <dgm:spPr/>
    </dgm:pt>
    <dgm:pt modelId="{5AA9AFC1-2C8B-42C7-8E39-265F956ABDC4}" type="pres">
      <dgm:prSet presAssocID="{5486F2D2-580B-42B3-BE3D-BD13CCD63D35}" presName="horzOne" presStyleCnt="0"/>
      <dgm:spPr/>
    </dgm:pt>
    <dgm:pt modelId="{59EEF7C0-52D3-486C-BD49-BA30A4907024}" type="pres">
      <dgm:prSet presAssocID="{B26F162C-BC5A-4E34-9DE4-449F81A889AB}" presName="vertTwo" presStyleCnt="0"/>
      <dgm:spPr/>
    </dgm:pt>
    <dgm:pt modelId="{C6653791-2FEB-4465-9DF2-F5BD2AD542D0}" type="pres">
      <dgm:prSet presAssocID="{B26F162C-BC5A-4E34-9DE4-449F81A889AB}" presName="txTwo" presStyleLbl="node2" presStyleIdx="0" presStyleCnt="1">
        <dgm:presLayoutVars>
          <dgm:chPref val="3"/>
        </dgm:presLayoutVars>
      </dgm:prSet>
      <dgm:spPr/>
    </dgm:pt>
    <dgm:pt modelId="{B7D9612F-C6B5-4778-9AE4-3B1B5E22C72D}" type="pres">
      <dgm:prSet presAssocID="{B26F162C-BC5A-4E34-9DE4-449F81A889AB}" presName="parTransTwo" presStyleCnt="0"/>
      <dgm:spPr/>
    </dgm:pt>
    <dgm:pt modelId="{ED0ACE63-A19D-4DF4-8100-2261CD0F2F59}" type="pres">
      <dgm:prSet presAssocID="{B26F162C-BC5A-4E34-9DE4-449F81A889AB}" presName="horzTwo" presStyleCnt="0"/>
      <dgm:spPr/>
    </dgm:pt>
    <dgm:pt modelId="{81ACDEF8-BF15-435B-97B1-B29E2E6C12E8}" type="pres">
      <dgm:prSet presAssocID="{79D7B647-8D66-43DA-8DE2-6AA0C17AA89E}" presName="vertThree" presStyleCnt="0"/>
      <dgm:spPr/>
    </dgm:pt>
    <dgm:pt modelId="{FE24E332-D626-4F19-B20E-4B5F2AF96EAB}" type="pres">
      <dgm:prSet presAssocID="{79D7B647-8D66-43DA-8DE2-6AA0C17AA89E}" presName="txThree" presStyleLbl="node3" presStyleIdx="0" presStyleCnt="2">
        <dgm:presLayoutVars>
          <dgm:chPref val="3"/>
        </dgm:presLayoutVars>
      </dgm:prSet>
      <dgm:spPr/>
    </dgm:pt>
    <dgm:pt modelId="{8544D371-3E56-4A76-AE57-FD7E099FFED5}" type="pres">
      <dgm:prSet presAssocID="{79D7B647-8D66-43DA-8DE2-6AA0C17AA89E}" presName="horzThree" presStyleCnt="0"/>
      <dgm:spPr/>
    </dgm:pt>
    <dgm:pt modelId="{DE7F028B-EFD8-4A3F-AD02-4C3C95F7AE85}" type="pres">
      <dgm:prSet presAssocID="{F7408D69-5C23-4E24-B00C-8C4058116492}" presName="sibSpaceThree" presStyleCnt="0"/>
      <dgm:spPr/>
    </dgm:pt>
    <dgm:pt modelId="{FF0C186C-D6A9-407F-9856-E98BA9A52D98}" type="pres">
      <dgm:prSet presAssocID="{C2DBB2E9-88CB-4F60-88BE-01EFE14E0952}" presName="vertThree" presStyleCnt="0"/>
      <dgm:spPr/>
    </dgm:pt>
    <dgm:pt modelId="{D351E2DE-4489-4425-8B5B-6170E0809E97}" type="pres">
      <dgm:prSet presAssocID="{C2DBB2E9-88CB-4F60-88BE-01EFE14E0952}" presName="txThree" presStyleLbl="node3" presStyleIdx="1" presStyleCnt="2">
        <dgm:presLayoutVars>
          <dgm:chPref val="3"/>
        </dgm:presLayoutVars>
      </dgm:prSet>
      <dgm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</dgm:spPr>
    </dgm:pt>
    <dgm:pt modelId="{66C80EE5-855E-478C-8CB0-22F856B1EB19}" type="pres">
      <dgm:prSet presAssocID="{C2DBB2E9-88CB-4F60-88BE-01EFE14E0952}" presName="horzThree" presStyleCnt="0"/>
      <dgm:spPr/>
    </dgm:pt>
  </dgm:ptLst>
  <dgm:cxnLst>
    <dgm:cxn modelId="{C3E7E303-ECCA-4E02-9198-AA9793A3CCA6}" srcId="{1FB94E44-AC35-4F7A-B315-924FE1449FA4}" destId="{5486F2D2-580B-42B3-BE3D-BD13CCD63D35}" srcOrd="0" destOrd="0" parTransId="{82C08F27-B5BA-4688-AC1D-5F221CA77985}" sibTransId="{6F60A6B9-3D60-4726-874E-3BFAF3583E15}"/>
    <dgm:cxn modelId="{AF264208-05F4-44D2-869A-4A5D748135AF}" type="presOf" srcId="{C2DBB2E9-88CB-4F60-88BE-01EFE14E0952}" destId="{D351E2DE-4489-4425-8B5B-6170E0809E97}" srcOrd="0" destOrd="0" presId="urn:microsoft.com/office/officeart/2005/8/layout/hierarchy4"/>
    <dgm:cxn modelId="{F8803B11-AFC2-4A54-90B5-ABB740AF3651}" type="presOf" srcId="{1FB94E44-AC35-4F7A-B315-924FE1449FA4}" destId="{7EC68955-5AE5-42B6-8B11-B8E6E21E4ABB}" srcOrd="0" destOrd="0" presId="urn:microsoft.com/office/officeart/2005/8/layout/hierarchy4"/>
    <dgm:cxn modelId="{DB98E92F-B9FF-476A-9B82-9B7921B38A77}" srcId="{B26F162C-BC5A-4E34-9DE4-449F81A889AB}" destId="{79D7B647-8D66-43DA-8DE2-6AA0C17AA89E}" srcOrd="0" destOrd="0" parTransId="{36223745-D6A7-4AEF-936E-CDE197735CDE}" sibTransId="{F7408D69-5C23-4E24-B00C-8C4058116492}"/>
    <dgm:cxn modelId="{93061C44-E07E-4E33-B9D3-CBC0B766D745}" type="presOf" srcId="{5486F2D2-580B-42B3-BE3D-BD13CCD63D35}" destId="{91047B7E-107A-4E43-B15C-9062F5B850F3}" srcOrd="0" destOrd="0" presId="urn:microsoft.com/office/officeart/2005/8/layout/hierarchy4"/>
    <dgm:cxn modelId="{B3D55462-51B3-4241-A411-6BE84D7C0C4B}" type="presOf" srcId="{B26F162C-BC5A-4E34-9DE4-449F81A889AB}" destId="{C6653791-2FEB-4465-9DF2-F5BD2AD542D0}" srcOrd="0" destOrd="0" presId="urn:microsoft.com/office/officeart/2005/8/layout/hierarchy4"/>
    <dgm:cxn modelId="{09ABED85-815D-4441-8771-FE5490530D31}" srcId="{5486F2D2-580B-42B3-BE3D-BD13CCD63D35}" destId="{B26F162C-BC5A-4E34-9DE4-449F81A889AB}" srcOrd="0" destOrd="0" parTransId="{BC0251CB-0074-4CB8-9031-844194716ED5}" sibTransId="{2346BD24-A4AA-4FAA-9333-3974AA99D663}"/>
    <dgm:cxn modelId="{80502C87-656D-44BF-9EDD-AA8A4E3E9A82}" type="presOf" srcId="{79D7B647-8D66-43DA-8DE2-6AA0C17AA89E}" destId="{FE24E332-D626-4F19-B20E-4B5F2AF96EAB}" srcOrd="0" destOrd="0" presId="urn:microsoft.com/office/officeart/2005/8/layout/hierarchy4"/>
    <dgm:cxn modelId="{CEF16AA2-88A3-4FC6-8618-8A3102CF0079}" srcId="{B26F162C-BC5A-4E34-9DE4-449F81A889AB}" destId="{C2DBB2E9-88CB-4F60-88BE-01EFE14E0952}" srcOrd="1" destOrd="0" parTransId="{E43BAC1A-A1AA-4009-8AE8-D8C2E5D6EC98}" sibTransId="{44D742D0-278B-4A29-A579-EF9A50CD53B8}"/>
    <dgm:cxn modelId="{9C7D9BF0-AA03-4EA6-AB7A-EACD05FE171F}" type="presParOf" srcId="{7EC68955-5AE5-42B6-8B11-B8E6E21E4ABB}" destId="{B6DA4864-5112-4BB3-9220-F992ED654DE9}" srcOrd="0" destOrd="0" presId="urn:microsoft.com/office/officeart/2005/8/layout/hierarchy4"/>
    <dgm:cxn modelId="{D54195C5-4ED0-4D81-8B51-57AA2B4535D8}" type="presParOf" srcId="{B6DA4864-5112-4BB3-9220-F992ED654DE9}" destId="{91047B7E-107A-4E43-B15C-9062F5B850F3}" srcOrd="0" destOrd="0" presId="urn:microsoft.com/office/officeart/2005/8/layout/hierarchy4"/>
    <dgm:cxn modelId="{48A452AE-5A34-4A67-AD16-EC4BA0833B03}" type="presParOf" srcId="{B6DA4864-5112-4BB3-9220-F992ED654DE9}" destId="{F67AC47F-F0FF-4927-93DF-5579FA772D00}" srcOrd="1" destOrd="0" presId="urn:microsoft.com/office/officeart/2005/8/layout/hierarchy4"/>
    <dgm:cxn modelId="{079B7B43-E14A-48C2-AA7B-971C8FEEC0CF}" type="presParOf" srcId="{B6DA4864-5112-4BB3-9220-F992ED654DE9}" destId="{5AA9AFC1-2C8B-42C7-8E39-265F956ABDC4}" srcOrd="2" destOrd="0" presId="urn:microsoft.com/office/officeart/2005/8/layout/hierarchy4"/>
    <dgm:cxn modelId="{865B1921-7F01-4028-801E-64381F070B27}" type="presParOf" srcId="{5AA9AFC1-2C8B-42C7-8E39-265F956ABDC4}" destId="{59EEF7C0-52D3-486C-BD49-BA30A4907024}" srcOrd="0" destOrd="0" presId="urn:microsoft.com/office/officeart/2005/8/layout/hierarchy4"/>
    <dgm:cxn modelId="{883DF9D4-3629-436E-BEC3-A5EA2B15CB89}" type="presParOf" srcId="{59EEF7C0-52D3-486C-BD49-BA30A4907024}" destId="{C6653791-2FEB-4465-9DF2-F5BD2AD542D0}" srcOrd="0" destOrd="0" presId="urn:microsoft.com/office/officeart/2005/8/layout/hierarchy4"/>
    <dgm:cxn modelId="{95645E47-4348-42F5-909D-A00FC2E6AA40}" type="presParOf" srcId="{59EEF7C0-52D3-486C-BD49-BA30A4907024}" destId="{B7D9612F-C6B5-4778-9AE4-3B1B5E22C72D}" srcOrd="1" destOrd="0" presId="urn:microsoft.com/office/officeart/2005/8/layout/hierarchy4"/>
    <dgm:cxn modelId="{56F5574B-77C7-456E-ABD3-133AAC2AAD4B}" type="presParOf" srcId="{59EEF7C0-52D3-486C-BD49-BA30A4907024}" destId="{ED0ACE63-A19D-4DF4-8100-2261CD0F2F59}" srcOrd="2" destOrd="0" presId="urn:microsoft.com/office/officeart/2005/8/layout/hierarchy4"/>
    <dgm:cxn modelId="{20CC4FB1-F2D5-45AA-8C5C-2517190CA6E1}" type="presParOf" srcId="{ED0ACE63-A19D-4DF4-8100-2261CD0F2F59}" destId="{81ACDEF8-BF15-435B-97B1-B29E2E6C12E8}" srcOrd="0" destOrd="0" presId="urn:microsoft.com/office/officeart/2005/8/layout/hierarchy4"/>
    <dgm:cxn modelId="{7C81199C-D21E-4AEB-B255-465B7E003E3B}" type="presParOf" srcId="{81ACDEF8-BF15-435B-97B1-B29E2E6C12E8}" destId="{FE24E332-D626-4F19-B20E-4B5F2AF96EAB}" srcOrd="0" destOrd="0" presId="urn:microsoft.com/office/officeart/2005/8/layout/hierarchy4"/>
    <dgm:cxn modelId="{5F87AFA2-FD8A-4FB1-AFA3-0187A58D3226}" type="presParOf" srcId="{81ACDEF8-BF15-435B-97B1-B29E2E6C12E8}" destId="{8544D371-3E56-4A76-AE57-FD7E099FFED5}" srcOrd="1" destOrd="0" presId="urn:microsoft.com/office/officeart/2005/8/layout/hierarchy4"/>
    <dgm:cxn modelId="{990CEDAE-F3C3-4438-B0F2-65BC3F2839FC}" type="presParOf" srcId="{ED0ACE63-A19D-4DF4-8100-2261CD0F2F59}" destId="{DE7F028B-EFD8-4A3F-AD02-4C3C95F7AE85}" srcOrd="1" destOrd="0" presId="urn:microsoft.com/office/officeart/2005/8/layout/hierarchy4"/>
    <dgm:cxn modelId="{C31BCED4-D7D2-4B82-836D-1150AE29517A}" type="presParOf" srcId="{ED0ACE63-A19D-4DF4-8100-2261CD0F2F59}" destId="{FF0C186C-D6A9-407F-9856-E98BA9A52D98}" srcOrd="2" destOrd="0" presId="urn:microsoft.com/office/officeart/2005/8/layout/hierarchy4"/>
    <dgm:cxn modelId="{A268FAF1-4758-4531-A73E-DEC55A40B7F3}" type="presParOf" srcId="{FF0C186C-D6A9-407F-9856-E98BA9A52D98}" destId="{D351E2DE-4489-4425-8B5B-6170E0809E97}" srcOrd="0" destOrd="0" presId="urn:microsoft.com/office/officeart/2005/8/layout/hierarchy4"/>
    <dgm:cxn modelId="{2C25703B-016A-491A-AC79-E3ACBDDF807A}" type="presParOf" srcId="{FF0C186C-D6A9-407F-9856-E98BA9A52D98}" destId="{66C80EE5-855E-478C-8CB0-22F856B1EB1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1FB94E44-AC35-4F7A-B315-924FE1449FA4}" type="doc">
      <dgm:prSet loTypeId="urn:microsoft.com/office/officeart/2005/8/layout/hierarchy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5486F2D2-580B-42B3-BE3D-BD13CCD63D35}">
      <dgm:prSet phldrT="[Texto]"/>
      <dgm:spPr/>
      <dgm:t>
        <a:bodyPr/>
        <a:lstStyle/>
        <a:p>
          <a:r>
            <a:rPr lang="es-CO" b="1" dirty="0"/>
            <a:t>Definición: </a:t>
          </a:r>
          <a:r>
            <a:rPr lang="es-CO" b="0" dirty="0"/>
            <a:t>Administrar los datos compartidos para cumplir con las metas del negocio, reducir los riesgos por datos redundantes, asegurar la mayor calidad y reducir los costos de integración de datos.</a:t>
          </a:r>
          <a:endParaRPr lang="es-CO" b="1" dirty="0"/>
        </a:p>
      </dgm:t>
    </dgm:pt>
    <dgm:pt modelId="{82C08F27-B5BA-4688-AC1D-5F221CA77985}" type="parTrans" cxnId="{C3E7E303-ECCA-4E02-9198-AA9793A3CCA6}">
      <dgm:prSet/>
      <dgm:spPr/>
      <dgm:t>
        <a:bodyPr/>
        <a:lstStyle/>
        <a:p>
          <a:endParaRPr lang="es-CO"/>
        </a:p>
      </dgm:t>
    </dgm:pt>
    <dgm:pt modelId="{6F60A6B9-3D60-4726-874E-3BFAF3583E15}" type="sibTrans" cxnId="{C3E7E303-ECCA-4E02-9198-AA9793A3CCA6}">
      <dgm:prSet/>
      <dgm:spPr/>
      <dgm:t>
        <a:bodyPr/>
        <a:lstStyle/>
        <a:p>
          <a:endParaRPr lang="es-CO"/>
        </a:p>
      </dgm:t>
    </dgm:pt>
    <dgm:pt modelId="{B26F162C-BC5A-4E34-9DE4-449F81A889AB}">
      <dgm:prSet phldrT="[Texto]"/>
      <dgm:spPr>
        <a:solidFill>
          <a:schemeClr val="accent2"/>
        </a:solidFill>
      </dgm:spPr>
      <dgm:t>
        <a:bodyPr/>
        <a:lstStyle/>
        <a:p>
          <a:pPr algn="l"/>
          <a:r>
            <a:rPr lang="es-CO" b="1" dirty="0"/>
            <a:t>Metas: </a:t>
          </a:r>
          <a:endParaRPr lang="es-CO" b="0" dirty="0"/>
        </a:p>
        <a:p>
          <a:pPr algn="l"/>
          <a:r>
            <a:rPr lang="es-CO" b="0" dirty="0"/>
            <a:t>1. Habilitar el poder compartir activos de información entre los actores del negocio.</a:t>
          </a:r>
        </a:p>
        <a:p>
          <a:pPr algn="l"/>
          <a:r>
            <a:rPr lang="es-CO" b="0" dirty="0"/>
            <a:t>2. Proveer una fuente de datos de autoridad con alta calidad.</a:t>
          </a:r>
        </a:p>
        <a:p>
          <a:pPr algn="l"/>
          <a:r>
            <a:rPr lang="es-CO" b="0" dirty="0"/>
            <a:t>3. Disminuir el costo y complejidad de la integración de datos.</a:t>
          </a:r>
          <a:endParaRPr lang="es-CO" b="1" dirty="0"/>
        </a:p>
      </dgm:t>
    </dgm:pt>
    <dgm:pt modelId="{BC0251CB-0074-4CB8-9031-844194716ED5}" type="parTrans" cxnId="{09ABED85-815D-4441-8771-FE5490530D31}">
      <dgm:prSet/>
      <dgm:spPr/>
      <dgm:t>
        <a:bodyPr/>
        <a:lstStyle/>
        <a:p>
          <a:endParaRPr lang="es-CO"/>
        </a:p>
      </dgm:t>
    </dgm:pt>
    <dgm:pt modelId="{2346BD24-A4AA-4FAA-9333-3974AA99D663}" type="sibTrans" cxnId="{09ABED85-815D-4441-8771-FE5490530D31}">
      <dgm:prSet/>
      <dgm:spPr/>
      <dgm:t>
        <a:bodyPr/>
        <a:lstStyle/>
        <a:p>
          <a:endParaRPr lang="es-CO"/>
        </a:p>
      </dgm:t>
    </dgm:pt>
    <dgm:pt modelId="{79D7B647-8D66-43DA-8DE2-6AA0C17AA89E}">
      <dgm:prSet phldrT="[Texto]"/>
      <dgm:spPr>
        <a:solidFill>
          <a:srgbClr val="002060"/>
        </a:solidFill>
      </dgm:spPr>
      <dgm:t>
        <a:bodyPr/>
        <a:lstStyle/>
        <a:p>
          <a:pPr algn="l"/>
          <a:r>
            <a:rPr lang="es-CO" b="1" dirty="0"/>
            <a:t>Actividades:</a:t>
          </a:r>
        </a:p>
        <a:p>
          <a:pPr algn="l"/>
          <a:r>
            <a:rPr lang="es-CO" b="0" dirty="0"/>
            <a:t>Identificar elementos y requerimientos</a:t>
          </a:r>
        </a:p>
        <a:p>
          <a:pPr algn="l"/>
          <a:r>
            <a:rPr lang="es-CO" b="0" dirty="0"/>
            <a:t>Evaluar las fuentes y activos de datos</a:t>
          </a:r>
        </a:p>
        <a:p>
          <a:pPr algn="l"/>
          <a:r>
            <a:rPr lang="es-CO" b="0" dirty="0"/>
            <a:t>Definir acercamientos de arquitectura y modelos</a:t>
          </a:r>
        </a:p>
        <a:p>
          <a:pPr algn="l"/>
          <a:r>
            <a:rPr lang="es-CO" b="0" dirty="0"/>
            <a:t>Definir administración y mantenimiento de los datos maestros</a:t>
          </a:r>
        </a:p>
      </dgm:t>
    </dgm:pt>
    <dgm:pt modelId="{36223745-D6A7-4AEF-936E-CDE197735CDE}" type="parTrans" cxnId="{DB98E92F-B9FF-476A-9B82-9B7921B38A77}">
      <dgm:prSet/>
      <dgm:spPr/>
      <dgm:t>
        <a:bodyPr/>
        <a:lstStyle/>
        <a:p>
          <a:endParaRPr lang="es-CO"/>
        </a:p>
      </dgm:t>
    </dgm:pt>
    <dgm:pt modelId="{F7408D69-5C23-4E24-B00C-8C4058116492}" type="sibTrans" cxnId="{DB98E92F-B9FF-476A-9B82-9B7921B38A77}">
      <dgm:prSet/>
      <dgm:spPr/>
      <dgm:t>
        <a:bodyPr/>
        <a:lstStyle/>
        <a:p>
          <a:endParaRPr lang="es-CO"/>
        </a:p>
      </dgm:t>
    </dgm:pt>
    <dgm:pt modelId="{C2DBB2E9-88CB-4F60-88BE-01EFE14E0952}">
      <dgm:prSet phldrT="[Texto]"/>
      <dgm:spPr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49530" tIns="49530" rIns="49530" bIns="49530" numCol="1" spcCol="1270" anchor="ctr" anchorCtr="0"/>
        <a:lstStyle/>
        <a:p>
          <a:pPr algn="l"/>
          <a:r>
            <a:rPr lang="es-CO" b="1" dirty="0"/>
            <a:t>Entregables:</a:t>
          </a:r>
        </a:p>
        <a:p>
          <a:pPr algn="l"/>
          <a:r>
            <a:rPr lang="es-CO" b="0" dirty="0"/>
            <a:t>Requerimientos de datos maestros y de referencia</a:t>
          </a:r>
        </a:p>
        <a:p>
          <a:pPr algn="l"/>
          <a:r>
            <a:rPr lang="es-CO" b="0" dirty="0"/>
            <a:t>Patrones de integración de datos</a:t>
          </a:r>
        </a:p>
        <a:p>
          <a:pPr algn="l"/>
          <a:r>
            <a:rPr lang="es-CO" b="0" dirty="0"/>
            <a:t>Datos de calidad reutilizables</a:t>
          </a:r>
        </a:p>
      </dgm:t>
    </dgm:pt>
    <dgm:pt modelId="{E43BAC1A-A1AA-4009-8AE8-D8C2E5D6EC98}" type="parTrans" cxnId="{CEF16AA2-88A3-4FC6-8618-8A3102CF0079}">
      <dgm:prSet/>
      <dgm:spPr/>
      <dgm:t>
        <a:bodyPr/>
        <a:lstStyle/>
        <a:p>
          <a:endParaRPr lang="es-CO"/>
        </a:p>
      </dgm:t>
    </dgm:pt>
    <dgm:pt modelId="{44D742D0-278B-4A29-A579-EF9A50CD53B8}" type="sibTrans" cxnId="{CEF16AA2-88A3-4FC6-8618-8A3102CF0079}">
      <dgm:prSet/>
      <dgm:spPr/>
      <dgm:t>
        <a:bodyPr/>
        <a:lstStyle/>
        <a:p>
          <a:endParaRPr lang="es-CO"/>
        </a:p>
      </dgm:t>
    </dgm:pt>
    <dgm:pt modelId="{7EC68955-5AE5-42B6-8B11-B8E6E21E4ABB}" type="pres">
      <dgm:prSet presAssocID="{1FB94E44-AC35-4F7A-B315-924FE1449FA4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6DA4864-5112-4BB3-9220-F992ED654DE9}" type="pres">
      <dgm:prSet presAssocID="{5486F2D2-580B-42B3-BE3D-BD13CCD63D35}" presName="vertOne" presStyleCnt="0"/>
      <dgm:spPr/>
    </dgm:pt>
    <dgm:pt modelId="{91047B7E-107A-4E43-B15C-9062F5B850F3}" type="pres">
      <dgm:prSet presAssocID="{5486F2D2-580B-42B3-BE3D-BD13CCD63D35}" presName="txOne" presStyleLbl="node0" presStyleIdx="0" presStyleCnt="1">
        <dgm:presLayoutVars>
          <dgm:chPref val="3"/>
        </dgm:presLayoutVars>
      </dgm:prSet>
      <dgm:spPr/>
    </dgm:pt>
    <dgm:pt modelId="{F67AC47F-F0FF-4927-93DF-5579FA772D00}" type="pres">
      <dgm:prSet presAssocID="{5486F2D2-580B-42B3-BE3D-BD13CCD63D35}" presName="parTransOne" presStyleCnt="0"/>
      <dgm:spPr/>
    </dgm:pt>
    <dgm:pt modelId="{5AA9AFC1-2C8B-42C7-8E39-265F956ABDC4}" type="pres">
      <dgm:prSet presAssocID="{5486F2D2-580B-42B3-BE3D-BD13CCD63D35}" presName="horzOne" presStyleCnt="0"/>
      <dgm:spPr/>
    </dgm:pt>
    <dgm:pt modelId="{59EEF7C0-52D3-486C-BD49-BA30A4907024}" type="pres">
      <dgm:prSet presAssocID="{B26F162C-BC5A-4E34-9DE4-449F81A889AB}" presName="vertTwo" presStyleCnt="0"/>
      <dgm:spPr/>
    </dgm:pt>
    <dgm:pt modelId="{C6653791-2FEB-4465-9DF2-F5BD2AD542D0}" type="pres">
      <dgm:prSet presAssocID="{B26F162C-BC5A-4E34-9DE4-449F81A889AB}" presName="txTwo" presStyleLbl="node2" presStyleIdx="0" presStyleCnt="1">
        <dgm:presLayoutVars>
          <dgm:chPref val="3"/>
        </dgm:presLayoutVars>
      </dgm:prSet>
      <dgm:spPr/>
    </dgm:pt>
    <dgm:pt modelId="{B7D9612F-C6B5-4778-9AE4-3B1B5E22C72D}" type="pres">
      <dgm:prSet presAssocID="{B26F162C-BC5A-4E34-9DE4-449F81A889AB}" presName="parTransTwo" presStyleCnt="0"/>
      <dgm:spPr/>
    </dgm:pt>
    <dgm:pt modelId="{ED0ACE63-A19D-4DF4-8100-2261CD0F2F59}" type="pres">
      <dgm:prSet presAssocID="{B26F162C-BC5A-4E34-9DE4-449F81A889AB}" presName="horzTwo" presStyleCnt="0"/>
      <dgm:spPr/>
    </dgm:pt>
    <dgm:pt modelId="{81ACDEF8-BF15-435B-97B1-B29E2E6C12E8}" type="pres">
      <dgm:prSet presAssocID="{79D7B647-8D66-43DA-8DE2-6AA0C17AA89E}" presName="vertThree" presStyleCnt="0"/>
      <dgm:spPr/>
    </dgm:pt>
    <dgm:pt modelId="{FE24E332-D626-4F19-B20E-4B5F2AF96EAB}" type="pres">
      <dgm:prSet presAssocID="{79D7B647-8D66-43DA-8DE2-6AA0C17AA89E}" presName="txThree" presStyleLbl="node3" presStyleIdx="0" presStyleCnt="2">
        <dgm:presLayoutVars>
          <dgm:chPref val="3"/>
        </dgm:presLayoutVars>
      </dgm:prSet>
      <dgm:spPr/>
    </dgm:pt>
    <dgm:pt modelId="{8544D371-3E56-4A76-AE57-FD7E099FFED5}" type="pres">
      <dgm:prSet presAssocID="{79D7B647-8D66-43DA-8DE2-6AA0C17AA89E}" presName="horzThree" presStyleCnt="0"/>
      <dgm:spPr/>
    </dgm:pt>
    <dgm:pt modelId="{DE7F028B-EFD8-4A3F-AD02-4C3C95F7AE85}" type="pres">
      <dgm:prSet presAssocID="{F7408D69-5C23-4E24-B00C-8C4058116492}" presName="sibSpaceThree" presStyleCnt="0"/>
      <dgm:spPr/>
    </dgm:pt>
    <dgm:pt modelId="{FF0C186C-D6A9-407F-9856-E98BA9A52D98}" type="pres">
      <dgm:prSet presAssocID="{C2DBB2E9-88CB-4F60-88BE-01EFE14E0952}" presName="vertThree" presStyleCnt="0"/>
      <dgm:spPr/>
    </dgm:pt>
    <dgm:pt modelId="{D351E2DE-4489-4425-8B5B-6170E0809E97}" type="pres">
      <dgm:prSet presAssocID="{C2DBB2E9-88CB-4F60-88BE-01EFE14E0952}" presName="txThree" presStyleLbl="node3" presStyleIdx="1" presStyleCnt="2">
        <dgm:presLayoutVars>
          <dgm:chPref val="3"/>
        </dgm:presLayoutVars>
      </dgm:prSet>
      <dgm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</dgm:spPr>
    </dgm:pt>
    <dgm:pt modelId="{66C80EE5-855E-478C-8CB0-22F856B1EB19}" type="pres">
      <dgm:prSet presAssocID="{C2DBB2E9-88CB-4F60-88BE-01EFE14E0952}" presName="horzThree" presStyleCnt="0"/>
      <dgm:spPr/>
    </dgm:pt>
  </dgm:ptLst>
  <dgm:cxnLst>
    <dgm:cxn modelId="{C3E7E303-ECCA-4E02-9198-AA9793A3CCA6}" srcId="{1FB94E44-AC35-4F7A-B315-924FE1449FA4}" destId="{5486F2D2-580B-42B3-BE3D-BD13CCD63D35}" srcOrd="0" destOrd="0" parTransId="{82C08F27-B5BA-4688-AC1D-5F221CA77985}" sibTransId="{6F60A6B9-3D60-4726-874E-3BFAF3583E15}"/>
    <dgm:cxn modelId="{AF264208-05F4-44D2-869A-4A5D748135AF}" type="presOf" srcId="{C2DBB2E9-88CB-4F60-88BE-01EFE14E0952}" destId="{D351E2DE-4489-4425-8B5B-6170E0809E97}" srcOrd="0" destOrd="0" presId="urn:microsoft.com/office/officeart/2005/8/layout/hierarchy4"/>
    <dgm:cxn modelId="{F8803B11-AFC2-4A54-90B5-ABB740AF3651}" type="presOf" srcId="{1FB94E44-AC35-4F7A-B315-924FE1449FA4}" destId="{7EC68955-5AE5-42B6-8B11-B8E6E21E4ABB}" srcOrd="0" destOrd="0" presId="urn:microsoft.com/office/officeart/2005/8/layout/hierarchy4"/>
    <dgm:cxn modelId="{DB98E92F-B9FF-476A-9B82-9B7921B38A77}" srcId="{B26F162C-BC5A-4E34-9DE4-449F81A889AB}" destId="{79D7B647-8D66-43DA-8DE2-6AA0C17AA89E}" srcOrd="0" destOrd="0" parTransId="{36223745-D6A7-4AEF-936E-CDE197735CDE}" sibTransId="{F7408D69-5C23-4E24-B00C-8C4058116492}"/>
    <dgm:cxn modelId="{93061C44-E07E-4E33-B9D3-CBC0B766D745}" type="presOf" srcId="{5486F2D2-580B-42B3-BE3D-BD13CCD63D35}" destId="{91047B7E-107A-4E43-B15C-9062F5B850F3}" srcOrd="0" destOrd="0" presId="urn:microsoft.com/office/officeart/2005/8/layout/hierarchy4"/>
    <dgm:cxn modelId="{B3D55462-51B3-4241-A411-6BE84D7C0C4B}" type="presOf" srcId="{B26F162C-BC5A-4E34-9DE4-449F81A889AB}" destId="{C6653791-2FEB-4465-9DF2-F5BD2AD542D0}" srcOrd="0" destOrd="0" presId="urn:microsoft.com/office/officeart/2005/8/layout/hierarchy4"/>
    <dgm:cxn modelId="{09ABED85-815D-4441-8771-FE5490530D31}" srcId="{5486F2D2-580B-42B3-BE3D-BD13CCD63D35}" destId="{B26F162C-BC5A-4E34-9DE4-449F81A889AB}" srcOrd="0" destOrd="0" parTransId="{BC0251CB-0074-4CB8-9031-844194716ED5}" sibTransId="{2346BD24-A4AA-4FAA-9333-3974AA99D663}"/>
    <dgm:cxn modelId="{80502C87-656D-44BF-9EDD-AA8A4E3E9A82}" type="presOf" srcId="{79D7B647-8D66-43DA-8DE2-6AA0C17AA89E}" destId="{FE24E332-D626-4F19-B20E-4B5F2AF96EAB}" srcOrd="0" destOrd="0" presId="urn:microsoft.com/office/officeart/2005/8/layout/hierarchy4"/>
    <dgm:cxn modelId="{CEF16AA2-88A3-4FC6-8618-8A3102CF0079}" srcId="{B26F162C-BC5A-4E34-9DE4-449F81A889AB}" destId="{C2DBB2E9-88CB-4F60-88BE-01EFE14E0952}" srcOrd="1" destOrd="0" parTransId="{E43BAC1A-A1AA-4009-8AE8-D8C2E5D6EC98}" sibTransId="{44D742D0-278B-4A29-A579-EF9A50CD53B8}"/>
    <dgm:cxn modelId="{9C7D9BF0-AA03-4EA6-AB7A-EACD05FE171F}" type="presParOf" srcId="{7EC68955-5AE5-42B6-8B11-B8E6E21E4ABB}" destId="{B6DA4864-5112-4BB3-9220-F992ED654DE9}" srcOrd="0" destOrd="0" presId="urn:microsoft.com/office/officeart/2005/8/layout/hierarchy4"/>
    <dgm:cxn modelId="{D54195C5-4ED0-4D81-8B51-57AA2B4535D8}" type="presParOf" srcId="{B6DA4864-5112-4BB3-9220-F992ED654DE9}" destId="{91047B7E-107A-4E43-B15C-9062F5B850F3}" srcOrd="0" destOrd="0" presId="urn:microsoft.com/office/officeart/2005/8/layout/hierarchy4"/>
    <dgm:cxn modelId="{48A452AE-5A34-4A67-AD16-EC4BA0833B03}" type="presParOf" srcId="{B6DA4864-5112-4BB3-9220-F992ED654DE9}" destId="{F67AC47F-F0FF-4927-93DF-5579FA772D00}" srcOrd="1" destOrd="0" presId="urn:microsoft.com/office/officeart/2005/8/layout/hierarchy4"/>
    <dgm:cxn modelId="{079B7B43-E14A-48C2-AA7B-971C8FEEC0CF}" type="presParOf" srcId="{B6DA4864-5112-4BB3-9220-F992ED654DE9}" destId="{5AA9AFC1-2C8B-42C7-8E39-265F956ABDC4}" srcOrd="2" destOrd="0" presId="urn:microsoft.com/office/officeart/2005/8/layout/hierarchy4"/>
    <dgm:cxn modelId="{865B1921-7F01-4028-801E-64381F070B27}" type="presParOf" srcId="{5AA9AFC1-2C8B-42C7-8E39-265F956ABDC4}" destId="{59EEF7C0-52D3-486C-BD49-BA30A4907024}" srcOrd="0" destOrd="0" presId="urn:microsoft.com/office/officeart/2005/8/layout/hierarchy4"/>
    <dgm:cxn modelId="{883DF9D4-3629-436E-BEC3-A5EA2B15CB89}" type="presParOf" srcId="{59EEF7C0-52D3-486C-BD49-BA30A4907024}" destId="{C6653791-2FEB-4465-9DF2-F5BD2AD542D0}" srcOrd="0" destOrd="0" presId="urn:microsoft.com/office/officeart/2005/8/layout/hierarchy4"/>
    <dgm:cxn modelId="{95645E47-4348-42F5-909D-A00FC2E6AA40}" type="presParOf" srcId="{59EEF7C0-52D3-486C-BD49-BA30A4907024}" destId="{B7D9612F-C6B5-4778-9AE4-3B1B5E22C72D}" srcOrd="1" destOrd="0" presId="urn:microsoft.com/office/officeart/2005/8/layout/hierarchy4"/>
    <dgm:cxn modelId="{56F5574B-77C7-456E-ABD3-133AAC2AAD4B}" type="presParOf" srcId="{59EEF7C0-52D3-486C-BD49-BA30A4907024}" destId="{ED0ACE63-A19D-4DF4-8100-2261CD0F2F59}" srcOrd="2" destOrd="0" presId="urn:microsoft.com/office/officeart/2005/8/layout/hierarchy4"/>
    <dgm:cxn modelId="{20CC4FB1-F2D5-45AA-8C5C-2517190CA6E1}" type="presParOf" srcId="{ED0ACE63-A19D-4DF4-8100-2261CD0F2F59}" destId="{81ACDEF8-BF15-435B-97B1-B29E2E6C12E8}" srcOrd="0" destOrd="0" presId="urn:microsoft.com/office/officeart/2005/8/layout/hierarchy4"/>
    <dgm:cxn modelId="{7C81199C-D21E-4AEB-B255-465B7E003E3B}" type="presParOf" srcId="{81ACDEF8-BF15-435B-97B1-B29E2E6C12E8}" destId="{FE24E332-D626-4F19-B20E-4B5F2AF96EAB}" srcOrd="0" destOrd="0" presId="urn:microsoft.com/office/officeart/2005/8/layout/hierarchy4"/>
    <dgm:cxn modelId="{5F87AFA2-FD8A-4FB1-AFA3-0187A58D3226}" type="presParOf" srcId="{81ACDEF8-BF15-435B-97B1-B29E2E6C12E8}" destId="{8544D371-3E56-4A76-AE57-FD7E099FFED5}" srcOrd="1" destOrd="0" presId="urn:microsoft.com/office/officeart/2005/8/layout/hierarchy4"/>
    <dgm:cxn modelId="{990CEDAE-F3C3-4438-B0F2-65BC3F2839FC}" type="presParOf" srcId="{ED0ACE63-A19D-4DF4-8100-2261CD0F2F59}" destId="{DE7F028B-EFD8-4A3F-AD02-4C3C95F7AE85}" srcOrd="1" destOrd="0" presId="urn:microsoft.com/office/officeart/2005/8/layout/hierarchy4"/>
    <dgm:cxn modelId="{C31BCED4-D7D2-4B82-836D-1150AE29517A}" type="presParOf" srcId="{ED0ACE63-A19D-4DF4-8100-2261CD0F2F59}" destId="{FF0C186C-D6A9-407F-9856-E98BA9A52D98}" srcOrd="2" destOrd="0" presId="urn:microsoft.com/office/officeart/2005/8/layout/hierarchy4"/>
    <dgm:cxn modelId="{A268FAF1-4758-4531-A73E-DEC55A40B7F3}" type="presParOf" srcId="{FF0C186C-D6A9-407F-9856-E98BA9A52D98}" destId="{D351E2DE-4489-4425-8B5B-6170E0809E97}" srcOrd="0" destOrd="0" presId="urn:microsoft.com/office/officeart/2005/8/layout/hierarchy4"/>
    <dgm:cxn modelId="{2C25703B-016A-491A-AC79-E3ACBDDF807A}" type="presParOf" srcId="{FF0C186C-D6A9-407F-9856-E98BA9A52D98}" destId="{66C80EE5-855E-478C-8CB0-22F856B1EB1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1FB94E44-AC35-4F7A-B315-924FE1449FA4}" type="doc">
      <dgm:prSet loTypeId="urn:microsoft.com/office/officeart/2005/8/layout/hierarchy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5486F2D2-580B-42B3-BE3D-BD13CCD63D35}">
      <dgm:prSet phldrT="[Texto]"/>
      <dgm:spPr/>
      <dgm:t>
        <a:bodyPr/>
        <a:lstStyle/>
        <a:p>
          <a:r>
            <a:rPr lang="es-CO" b="1" dirty="0"/>
            <a:t>Definición: </a:t>
          </a:r>
          <a:r>
            <a:rPr lang="es-CO" b="0" dirty="0"/>
            <a:t>Planear, implementar y controlar los procesos que ayudan a proveer soporte a los modelos de decisión.</a:t>
          </a:r>
          <a:endParaRPr lang="es-CO" b="1" dirty="0"/>
        </a:p>
      </dgm:t>
    </dgm:pt>
    <dgm:pt modelId="{82C08F27-B5BA-4688-AC1D-5F221CA77985}" type="parTrans" cxnId="{C3E7E303-ECCA-4E02-9198-AA9793A3CCA6}">
      <dgm:prSet/>
      <dgm:spPr/>
      <dgm:t>
        <a:bodyPr/>
        <a:lstStyle/>
        <a:p>
          <a:endParaRPr lang="es-CO"/>
        </a:p>
      </dgm:t>
    </dgm:pt>
    <dgm:pt modelId="{6F60A6B9-3D60-4726-874E-3BFAF3583E15}" type="sibTrans" cxnId="{C3E7E303-ECCA-4E02-9198-AA9793A3CCA6}">
      <dgm:prSet/>
      <dgm:spPr/>
      <dgm:t>
        <a:bodyPr/>
        <a:lstStyle/>
        <a:p>
          <a:endParaRPr lang="es-CO"/>
        </a:p>
      </dgm:t>
    </dgm:pt>
    <dgm:pt modelId="{B26F162C-BC5A-4E34-9DE4-449F81A889AB}">
      <dgm:prSet phldrT="[Texto]"/>
      <dgm:spPr>
        <a:solidFill>
          <a:schemeClr val="accent2"/>
        </a:solidFill>
      </dgm:spPr>
      <dgm:t>
        <a:bodyPr/>
        <a:lstStyle/>
        <a:p>
          <a:pPr algn="l"/>
          <a:r>
            <a:rPr lang="es-CO" b="1" dirty="0"/>
            <a:t>Metas: </a:t>
          </a:r>
          <a:endParaRPr lang="es-CO" b="0" dirty="0"/>
        </a:p>
        <a:p>
          <a:pPr algn="l"/>
          <a:r>
            <a:rPr lang="es-CO" b="0" dirty="0"/>
            <a:t>1. Construir y mantener el ambiente técnico y los procesos de negocio necesarios para entregar datos y soportar las necesidades organizacionales de inteligencia de negocios.</a:t>
          </a:r>
        </a:p>
        <a:p>
          <a:pPr algn="l"/>
          <a:r>
            <a:rPr lang="es-CO" b="0" dirty="0"/>
            <a:t>2. Soportar y habilitar análisis de negocios efectivos y la toma de decisiones por colaboradores con conocimiento.</a:t>
          </a:r>
          <a:endParaRPr lang="es-CO" b="1" dirty="0"/>
        </a:p>
      </dgm:t>
    </dgm:pt>
    <dgm:pt modelId="{BC0251CB-0074-4CB8-9031-844194716ED5}" type="parTrans" cxnId="{09ABED85-815D-4441-8771-FE5490530D31}">
      <dgm:prSet/>
      <dgm:spPr/>
      <dgm:t>
        <a:bodyPr/>
        <a:lstStyle/>
        <a:p>
          <a:endParaRPr lang="es-CO"/>
        </a:p>
      </dgm:t>
    </dgm:pt>
    <dgm:pt modelId="{2346BD24-A4AA-4FAA-9333-3974AA99D663}" type="sibTrans" cxnId="{09ABED85-815D-4441-8771-FE5490530D31}">
      <dgm:prSet/>
      <dgm:spPr/>
      <dgm:t>
        <a:bodyPr/>
        <a:lstStyle/>
        <a:p>
          <a:endParaRPr lang="es-CO"/>
        </a:p>
      </dgm:t>
    </dgm:pt>
    <dgm:pt modelId="{79D7B647-8D66-43DA-8DE2-6AA0C17AA89E}">
      <dgm:prSet phldrT="[Texto]"/>
      <dgm:spPr>
        <a:solidFill>
          <a:srgbClr val="002060"/>
        </a:solidFill>
      </dgm:spPr>
      <dgm:t>
        <a:bodyPr/>
        <a:lstStyle/>
        <a:p>
          <a:pPr algn="l"/>
          <a:r>
            <a:rPr lang="es-CO" b="1" dirty="0"/>
            <a:t>Actividades:</a:t>
          </a:r>
        </a:p>
        <a:p>
          <a:pPr algn="l"/>
          <a:r>
            <a:rPr lang="es-CO" b="0" dirty="0"/>
            <a:t>Entender requerimientos</a:t>
          </a:r>
        </a:p>
        <a:p>
          <a:pPr algn="l"/>
          <a:r>
            <a:rPr lang="es-CO" b="0" dirty="0"/>
            <a:t>Definir y mantener la arquitectura BI</a:t>
          </a:r>
        </a:p>
        <a:p>
          <a:pPr algn="l"/>
          <a:r>
            <a:rPr lang="es-CO" b="0" dirty="0"/>
            <a:t>Desarrollar las bodegas de datos y los almacenes de datos</a:t>
          </a:r>
        </a:p>
        <a:p>
          <a:pPr algn="l"/>
          <a:r>
            <a:rPr lang="es-CO" b="0" dirty="0"/>
            <a:t>Poblar las bodegas de datos</a:t>
          </a:r>
        </a:p>
        <a:p>
          <a:pPr algn="l"/>
          <a:r>
            <a:rPr lang="es-CO" b="0" dirty="0"/>
            <a:t>Implementar el portafolio BI y mantener los productos de datos</a:t>
          </a:r>
        </a:p>
      </dgm:t>
    </dgm:pt>
    <dgm:pt modelId="{36223745-D6A7-4AEF-936E-CDE197735CDE}" type="parTrans" cxnId="{DB98E92F-B9FF-476A-9B82-9B7921B38A77}">
      <dgm:prSet/>
      <dgm:spPr/>
      <dgm:t>
        <a:bodyPr/>
        <a:lstStyle/>
        <a:p>
          <a:endParaRPr lang="es-CO"/>
        </a:p>
      </dgm:t>
    </dgm:pt>
    <dgm:pt modelId="{F7408D69-5C23-4E24-B00C-8C4058116492}" type="sibTrans" cxnId="{DB98E92F-B9FF-476A-9B82-9B7921B38A77}">
      <dgm:prSet/>
      <dgm:spPr/>
      <dgm:t>
        <a:bodyPr/>
        <a:lstStyle/>
        <a:p>
          <a:endParaRPr lang="es-CO"/>
        </a:p>
      </dgm:t>
    </dgm:pt>
    <dgm:pt modelId="{C2DBB2E9-88CB-4F60-88BE-01EFE14E0952}">
      <dgm:prSet phldrT="[Texto]"/>
      <dgm:spPr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49530" tIns="49530" rIns="49530" bIns="49530" numCol="1" spcCol="1270" anchor="ctr" anchorCtr="0"/>
        <a:lstStyle/>
        <a:p>
          <a:pPr algn="l"/>
          <a:r>
            <a:rPr lang="es-CO" b="1" dirty="0"/>
            <a:t>Entregables:</a:t>
          </a:r>
        </a:p>
        <a:p>
          <a:pPr algn="l"/>
          <a:r>
            <a:rPr lang="es-CO" b="0" dirty="0"/>
            <a:t>Arquitectura de bodegas y BI</a:t>
          </a:r>
        </a:p>
        <a:p>
          <a:pPr algn="l"/>
          <a:r>
            <a:rPr lang="es-CO" b="0" dirty="0"/>
            <a:t>Productos de datos</a:t>
          </a:r>
        </a:p>
        <a:p>
          <a:pPr algn="l"/>
          <a:r>
            <a:rPr lang="es-CO" b="0" dirty="0"/>
            <a:t>Procesos de poblado</a:t>
          </a:r>
        </a:p>
      </dgm:t>
    </dgm:pt>
    <dgm:pt modelId="{E43BAC1A-A1AA-4009-8AE8-D8C2E5D6EC98}" type="parTrans" cxnId="{CEF16AA2-88A3-4FC6-8618-8A3102CF0079}">
      <dgm:prSet/>
      <dgm:spPr/>
      <dgm:t>
        <a:bodyPr/>
        <a:lstStyle/>
        <a:p>
          <a:endParaRPr lang="es-CO"/>
        </a:p>
      </dgm:t>
    </dgm:pt>
    <dgm:pt modelId="{44D742D0-278B-4A29-A579-EF9A50CD53B8}" type="sibTrans" cxnId="{CEF16AA2-88A3-4FC6-8618-8A3102CF0079}">
      <dgm:prSet/>
      <dgm:spPr/>
      <dgm:t>
        <a:bodyPr/>
        <a:lstStyle/>
        <a:p>
          <a:endParaRPr lang="es-CO"/>
        </a:p>
      </dgm:t>
    </dgm:pt>
    <dgm:pt modelId="{7EC68955-5AE5-42B6-8B11-B8E6E21E4ABB}" type="pres">
      <dgm:prSet presAssocID="{1FB94E44-AC35-4F7A-B315-924FE1449FA4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6DA4864-5112-4BB3-9220-F992ED654DE9}" type="pres">
      <dgm:prSet presAssocID="{5486F2D2-580B-42B3-BE3D-BD13CCD63D35}" presName="vertOne" presStyleCnt="0"/>
      <dgm:spPr/>
    </dgm:pt>
    <dgm:pt modelId="{91047B7E-107A-4E43-B15C-9062F5B850F3}" type="pres">
      <dgm:prSet presAssocID="{5486F2D2-580B-42B3-BE3D-BD13CCD63D35}" presName="txOne" presStyleLbl="node0" presStyleIdx="0" presStyleCnt="1">
        <dgm:presLayoutVars>
          <dgm:chPref val="3"/>
        </dgm:presLayoutVars>
      </dgm:prSet>
      <dgm:spPr/>
    </dgm:pt>
    <dgm:pt modelId="{F67AC47F-F0FF-4927-93DF-5579FA772D00}" type="pres">
      <dgm:prSet presAssocID="{5486F2D2-580B-42B3-BE3D-BD13CCD63D35}" presName="parTransOne" presStyleCnt="0"/>
      <dgm:spPr/>
    </dgm:pt>
    <dgm:pt modelId="{5AA9AFC1-2C8B-42C7-8E39-265F956ABDC4}" type="pres">
      <dgm:prSet presAssocID="{5486F2D2-580B-42B3-BE3D-BD13CCD63D35}" presName="horzOne" presStyleCnt="0"/>
      <dgm:spPr/>
    </dgm:pt>
    <dgm:pt modelId="{59EEF7C0-52D3-486C-BD49-BA30A4907024}" type="pres">
      <dgm:prSet presAssocID="{B26F162C-BC5A-4E34-9DE4-449F81A889AB}" presName="vertTwo" presStyleCnt="0"/>
      <dgm:spPr/>
    </dgm:pt>
    <dgm:pt modelId="{C6653791-2FEB-4465-9DF2-F5BD2AD542D0}" type="pres">
      <dgm:prSet presAssocID="{B26F162C-BC5A-4E34-9DE4-449F81A889AB}" presName="txTwo" presStyleLbl="node2" presStyleIdx="0" presStyleCnt="1">
        <dgm:presLayoutVars>
          <dgm:chPref val="3"/>
        </dgm:presLayoutVars>
      </dgm:prSet>
      <dgm:spPr/>
    </dgm:pt>
    <dgm:pt modelId="{B7D9612F-C6B5-4778-9AE4-3B1B5E22C72D}" type="pres">
      <dgm:prSet presAssocID="{B26F162C-BC5A-4E34-9DE4-449F81A889AB}" presName="parTransTwo" presStyleCnt="0"/>
      <dgm:spPr/>
    </dgm:pt>
    <dgm:pt modelId="{ED0ACE63-A19D-4DF4-8100-2261CD0F2F59}" type="pres">
      <dgm:prSet presAssocID="{B26F162C-BC5A-4E34-9DE4-449F81A889AB}" presName="horzTwo" presStyleCnt="0"/>
      <dgm:spPr/>
    </dgm:pt>
    <dgm:pt modelId="{81ACDEF8-BF15-435B-97B1-B29E2E6C12E8}" type="pres">
      <dgm:prSet presAssocID="{79D7B647-8D66-43DA-8DE2-6AA0C17AA89E}" presName="vertThree" presStyleCnt="0"/>
      <dgm:spPr/>
    </dgm:pt>
    <dgm:pt modelId="{FE24E332-D626-4F19-B20E-4B5F2AF96EAB}" type="pres">
      <dgm:prSet presAssocID="{79D7B647-8D66-43DA-8DE2-6AA0C17AA89E}" presName="txThree" presStyleLbl="node3" presStyleIdx="0" presStyleCnt="2">
        <dgm:presLayoutVars>
          <dgm:chPref val="3"/>
        </dgm:presLayoutVars>
      </dgm:prSet>
      <dgm:spPr/>
    </dgm:pt>
    <dgm:pt modelId="{8544D371-3E56-4A76-AE57-FD7E099FFED5}" type="pres">
      <dgm:prSet presAssocID="{79D7B647-8D66-43DA-8DE2-6AA0C17AA89E}" presName="horzThree" presStyleCnt="0"/>
      <dgm:spPr/>
    </dgm:pt>
    <dgm:pt modelId="{DE7F028B-EFD8-4A3F-AD02-4C3C95F7AE85}" type="pres">
      <dgm:prSet presAssocID="{F7408D69-5C23-4E24-B00C-8C4058116492}" presName="sibSpaceThree" presStyleCnt="0"/>
      <dgm:spPr/>
    </dgm:pt>
    <dgm:pt modelId="{FF0C186C-D6A9-407F-9856-E98BA9A52D98}" type="pres">
      <dgm:prSet presAssocID="{C2DBB2E9-88CB-4F60-88BE-01EFE14E0952}" presName="vertThree" presStyleCnt="0"/>
      <dgm:spPr/>
    </dgm:pt>
    <dgm:pt modelId="{D351E2DE-4489-4425-8B5B-6170E0809E97}" type="pres">
      <dgm:prSet presAssocID="{C2DBB2E9-88CB-4F60-88BE-01EFE14E0952}" presName="txThree" presStyleLbl="node3" presStyleIdx="1" presStyleCnt="2">
        <dgm:presLayoutVars>
          <dgm:chPref val="3"/>
        </dgm:presLayoutVars>
      </dgm:prSet>
      <dgm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</dgm:spPr>
    </dgm:pt>
    <dgm:pt modelId="{66C80EE5-855E-478C-8CB0-22F856B1EB19}" type="pres">
      <dgm:prSet presAssocID="{C2DBB2E9-88CB-4F60-88BE-01EFE14E0952}" presName="horzThree" presStyleCnt="0"/>
      <dgm:spPr/>
    </dgm:pt>
  </dgm:ptLst>
  <dgm:cxnLst>
    <dgm:cxn modelId="{C3E7E303-ECCA-4E02-9198-AA9793A3CCA6}" srcId="{1FB94E44-AC35-4F7A-B315-924FE1449FA4}" destId="{5486F2D2-580B-42B3-BE3D-BD13CCD63D35}" srcOrd="0" destOrd="0" parTransId="{82C08F27-B5BA-4688-AC1D-5F221CA77985}" sibTransId="{6F60A6B9-3D60-4726-874E-3BFAF3583E15}"/>
    <dgm:cxn modelId="{AF264208-05F4-44D2-869A-4A5D748135AF}" type="presOf" srcId="{C2DBB2E9-88CB-4F60-88BE-01EFE14E0952}" destId="{D351E2DE-4489-4425-8B5B-6170E0809E97}" srcOrd="0" destOrd="0" presId="urn:microsoft.com/office/officeart/2005/8/layout/hierarchy4"/>
    <dgm:cxn modelId="{F8803B11-AFC2-4A54-90B5-ABB740AF3651}" type="presOf" srcId="{1FB94E44-AC35-4F7A-B315-924FE1449FA4}" destId="{7EC68955-5AE5-42B6-8B11-B8E6E21E4ABB}" srcOrd="0" destOrd="0" presId="urn:microsoft.com/office/officeart/2005/8/layout/hierarchy4"/>
    <dgm:cxn modelId="{DB98E92F-B9FF-476A-9B82-9B7921B38A77}" srcId="{B26F162C-BC5A-4E34-9DE4-449F81A889AB}" destId="{79D7B647-8D66-43DA-8DE2-6AA0C17AA89E}" srcOrd="0" destOrd="0" parTransId="{36223745-D6A7-4AEF-936E-CDE197735CDE}" sibTransId="{F7408D69-5C23-4E24-B00C-8C4058116492}"/>
    <dgm:cxn modelId="{93061C44-E07E-4E33-B9D3-CBC0B766D745}" type="presOf" srcId="{5486F2D2-580B-42B3-BE3D-BD13CCD63D35}" destId="{91047B7E-107A-4E43-B15C-9062F5B850F3}" srcOrd="0" destOrd="0" presId="urn:microsoft.com/office/officeart/2005/8/layout/hierarchy4"/>
    <dgm:cxn modelId="{B3D55462-51B3-4241-A411-6BE84D7C0C4B}" type="presOf" srcId="{B26F162C-BC5A-4E34-9DE4-449F81A889AB}" destId="{C6653791-2FEB-4465-9DF2-F5BD2AD542D0}" srcOrd="0" destOrd="0" presId="urn:microsoft.com/office/officeart/2005/8/layout/hierarchy4"/>
    <dgm:cxn modelId="{09ABED85-815D-4441-8771-FE5490530D31}" srcId="{5486F2D2-580B-42B3-BE3D-BD13CCD63D35}" destId="{B26F162C-BC5A-4E34-9DE4-449F81A889AB}" srcOrd="0" destOrd="0" parTransId="{BC0251CB-0074-4CB8-9031-844194716ED5}" sibTransId="{2346BD24-A4AA-4FAA-9333-3974AA99D663}"/>
    <dgm:cxn modelId="{80502C87-656D-44BF-9EDD-AA8A4E3E9A82}" type="presOf" srcId="{79D7B647-8D66-43DA-8DE2-6AA0C17AA89E}" destId="{FE24E332-D626-4F19-B20E-4B5F2AF96EAB}" srcOrd="0" destOrd="0" presId="urn:microsoft.com/office/officeart/2005/8/layout/hierarchy4"/>
    <dgm:cxn modelId="{CEF16AA2-88A3-4FC6-8618-8A3102CF0079}" srcId="{B26F162C-BC5A-4E34-9DE4-449F81A889AB}" destId="{C2DBB2E9-88CB-4F60-88BE-01EFE14E0952}" srcOrd="1" destOrd="0" parTransId="{E43BAC1A-A1AA-4009-8AE8-D8C2E5D6EC98}" sibTransId="{44D742D0-278B-4A29-A579-EF9A50CD53B8}"/>
    <dgm:cxn modelId="{9C7D9BF0-AA03-4EA6-AB7A-EACD05FE171F}" type="presParOf" srcId="{7EC68955-5AE5-42B6-8B11-B8E6E21E4ABB}" destId="{B6DA4864-5112-4BB3-9220-F992ED654DE9}" srcOrd="0" destOrd="0" presId="urn:microsoft.com/office/officeart/2005/8/layout/hierarchy4"/>
    <dgm:cxn modelId="{D54195C5-4ED0-4D81-8B51-57AA2B4535D8}" type="presParOf" srcId="{B6DA4864-5112-4BB3-9220-F992ED654DE9}" destId="{91047B7E-107A-4E43-B15C-9062F5B850F3}" srcOrd="0" destOrd="0" presId="urn:microsoft.com/office/officeart/2005/8/layout/hierarchy4"/>
    <dgm:cxn modelId="{48A452AE-5A34-4A67-AD16-EC4BA0833B03}" type="presParOf" srcId="{B6DA4864-5112-4BB3-9220-F992ED654DE9}" destId="{F67AC47F-F0FF-4927-93DF-5579FA772D00}" srcOrd="1" destOrd="0" presId="urn:microsoft.com/office/officeart/2005/8/layout/hierarchy4"/>
    <dgm:cxn modelId="{079B7B43-E14A-48C2-AA7B-971C8FEEC0CF}" type="presParOf" srcId="{B6DA4864-5112-4BB3-9220-F992ED654DE9}" destId="{5AA9AFC1-2C8B-42C7-8E39-265F956ABDC4}" srcOrd="2" destOrd="0" presId="urn:microsoft.com/office/officeart/2005/8/layout/hierarchy4"/>
    <dgm:cxn modelId="{865B1921-7F01-4028-801E-64381F070B27}" type="presParOf" srcId="{5AA9AFC1-2C8B-42C7-8E39-265F956ABDC4}" destId="{59EEF7C0-52D3-486C-BD49-BA30A4907024}" srcOrd="0" destOrd="0" presId="urn:microsoft.com/office/officeart/2005/8/layout/hierarchy4"/>
    <dgm:cxn modelId="{883DF9D4-3629-436E-BEC3-A5EA2B15CB89}" type="presParOf" srcId="{59EEF7C0-52D3-486C-BD49-BA30A4907024}" destId="{C6653791-2FEB-4465-9DF2-F5BD2AD542D0}" srcOrd="0" destOrd="0" presId="urn:microsoft.com/office/officeart/2005/8/layout/hierarchy4"/>
    <dgm:cxn modelId="{95645E47-4348-42F5-909D-A00FC2E6AA40}" type="presParOf" srcId="{59EEF7C0-52D3-486C-BD49-BA30A4907024}" destId="{B7D9612F-C6B5-4778-9AE4-3B1B5E22C72D}" srcOrd="1" destOrd="0" presId="urn:microsoft.com/office/officeart/2005/8/layout/hierarchy4"/>
    <dgm:cxn modelId="{56F5574B-77C7-456E-ABD3-133AAC2AAD4B}" type="presParOf" srcId="{59EEF7C0-52D3-486C-BD49-BA30A4907024}" destId="{ED0ACE63-A19D-4DF4-8100-2261CD0F2F59}" srcOrd="2" destOrd="0" presId="urn:microsoft.com/office/officeart/2005/8/layout/hierarchy4"/>
    <dgm:cxn modelId="{20CC4FB1-F2D5-45AA-8C5C-2517190CA6E1}" type="presParOf" srcId="{ED0ACE63-A19D-4DF4-8100-2261CD0F2F59}" destId="{81ACDEF8-BF15-435B-97B1-B29E2E6C12E8}" srcOrd="0" destOrd="0" presId="urn:microsoft.com/office/officeart/2005/8/layout/hierarchy4"/>
    <dgm:cxn modelId="{7C81199C-D21E-4AEB-B255-465B7E003E3B}" type="presParOf" srcId="{81ACDEF8-BF15-435B-97B1-B29E2E6C12E8}" destId="{FE24E332-D626-4F19-B20E-4B5F2AF96EAB}" srcOrd="0" destOrd="0" presId="urn:microsoft.com/office/officeart/2005/8/layout/hierarchy4"/>
    <dgm:cxn modelId="{5F87AFA2-FD8A-4FB1-AFA3-0187A58D3226}" type="presParOf" srcId="{81ACDEF8-BF15-435B-97B1-B29E2E6C12E8}" destId="{8544D371-3E56-4A76-AE57-FD7E099FFED5}" srcOrd="1" destOrd="0" presId="urn:microsoft.com/office/officeart/2005/8/layout/hierarchy4"/>
    <dgm:cxn modelId="{990CEDAE-F3C3-4438-B0F2-65BC3F2839FC}" type="presParOf" srcId="{ED0ACE63-A19D-4DF4-8100-2261CD0F2F59}" destId="{DE7F028B-EFD8-4A3F-AD02-4C3C95F7AE85}" srcOrd="1" destOrd="0" presId="urn:microsoft.com/office/officeart/2005/8/layout/hierarchy4"/>
    <dgm:cxn modelId="{C31BCED4-D7D2-4B82-836D-1150AE29517A}" type="presParOf" srcId="{ED0ACE63-A19D-4DF4-8100-2261CD0F2F59}" destId="{FF0C186C-D6A9-407F-9856-E98BA9A52D98}" srcOrd="2" destOrd="0" presId="urn:microsoft.com/office/officeart/2005/8/layout/hierarchy4"/>
    <dgm:cxn modelId="{A268FAF1-4758-4531-A73E-DEC55A40B7F3}" type="presParOf" srcId="{FF0C186C-D6A9-407F-9856-E98BA9A52D98}" destId="{D351E2DE-4489-4425-8B5B-6170E0809E97}" srcOrd="0" destOrd="0" presId="urn:microsoft.com/office/officeart/2005/8/layout/hierarchy4"/>
    <dgm:cxn modelId="{2C25703B-016A-491A-AC79-E3ACBDDF807A}" type="presParOf" srcId="{FF0C186C-D6A9-407F-9856-E98BA9A52D98}" destId="{66C80EE5-855E-478C-8CB0-22F856B1EB1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1FB94E44-AC35-4F7A-B315-924FE1449FA4}" type="doc">
      <dgm:prSet loTypeId="urn:microsoft.com/office/officeart/2005/8/layout/hierarchy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5486F2D2-580B-42B3-BE3D-BD13CCD63D35}">
      <dgm:prSet phldrT="[Texto]"/>
      <dgm:spPr/>
      <dgm:t>
        <a:bodyPr/>
        <a:lstStyle/>
        <a:p>
          <a:r>
            <a:rPr lang="es-CO" b="1" dirty="0"/>
            <a:t>Definición: </a:t>
          </a:r>
          <a:r>
            <a:rPr lang="es-CO" b="0" dirty="0"/>
            <a:t>Recolección y análisis de muchos y diferentes tipos de datos para encontrar respuestas y definiciones para preguntas que no se conocen al inicio del análisis.</a:t>
          </a:r>
          <a:endParaRPr lang="es-CO" b="1" dirty="0"/>
        </a:p>
      </dgm:t>
    </dgm:pt>
    <dgm:pt modelId="{82C08F27-B5BA-4688-AC1D-5F221CA77985}" type="parTrans" cxnId="{C3E7E303-ECCA-4E02-9198-AA9793A3CCA6}">
      <dgm:prSet/>
      <dgm:spPr/>
      <dgm:t>
        <a:bodyPr/>
        <a:lstStyle/>
        <a:p>
          <a:endParaRPr lang="es-CO"/>
        </a:p>
      </dgm:t>
    </dgm:pt>
    <dgm:pt modelId="{6F60A6B9-3D60-4726-874E-3BFAF3583E15}" type="sibTrans" cxnId="{C3E7E303-ECCA-4E02-9198-AA9793A3CCA6}">
      <dgm:prSet/>
      <dgm:spPr/>
      <dgm:t>
        <a:bodyPr/>
        <a:lstStyle/>
        <a:p>
          <a:endParaRPr lang="es-CO"/>
        </a:p>
      </dgm:t>
    </dgm:pt>
    <dgm:pt modelId="{B26F162C-BC5A-4E34-9DE4-449F81A889AB}">
      <dgm:prSet phldrT="[Texto]"/>
      <dgm:spPr>
        <a:solidFill>
          <a:schemeClr val="accent2"/>
        </a:solidFill>
      </dgm:spPr>
      <dgm:t>
        <a:bodyPr/>
        <a:lstStyle/>
        <a:p>
          <a:pPr algn="l"/>
          <a:r>
            <a:rPr lang="es-CO" b="1" dirty="0"/>
            <a:t>Metas: </a:t>
          </a:r>
          <a:endParaRPr lang="es-CO" b="0" dirty="0"/>
        </a:p>
        <a:p>
          <a:pPr algn="l"/>
          <a:r>
            <a:rPr lang="es-CO" b="0" dirty="0"/>
            <a:t>1. Descubrir relaciones entre datos y el negocio.</a:t>
          </a:r>
        </a:p>
        <a:p>
          <a:pPr algn="l"/>
          <a:r>
            <a:rPr lang="es-CO" b="0" dirty="0"/>
            <a:t>2. Soportar la integración iterativa de fuentes de datos dentro de la organización.</a:t>
          </a:r>
        </a:p>
        <a:p>
          <a:pPr algn="l"/>
          <a:r>
            <a:rPr lang="es-CO" b="0" dirty="0"/>
            <a:t>3. Descubrir y analizar nuevos factores que podrían afectar el negocio.</a:t>
          </a:r>
        </a:p>
        <a:p>
          <a:pPr algn="l"/>
          <a:r>
            <a:rPr lang="es-CO" b="0" dirty="0"/>
            <a:t>4. Publicar datos usando técnicas de visualización de formas apropiadas, confiables y éticas.</a:t>
          </a:r>
          <a:endParaRPr lang="es-CO" b="1" dirty="0"/>
        </a:p>
      </dgm:t>
    </dgm:pt>
    <dgm:pt modelId="{BC0251CB-0074-4CB8-9031-844194716ED5}" type="parTrans" cxnId="{09ABED85-815D-4441-8771-FE5490530D31}">
      <dgm:prSet/>
      <dgm:spPr/>
      <dgm:t>
        <a:bodyPr/>
        <a:lstStyle/>
        <a:p>
          <a:endParaRPr lang="es-CO"/>
        </a:p>
      </dgm:t>
    </dgm:pt>
    <dgm:pt modelId="{2346BD24-A4AA-4FAA-9333-3974AA99D663}" type="sibTrans" cxnId="{09ABED85-815D-4441-8771-FE5490530D31}">
      <dgm:prSet/>
      <dgm:spPr/>
      <dgm:t>
        <a:bodyPr/>
        <a:lstStyle/>
        <a:p>
          <a:endParaRPr lang="es-CO"/>
        </a:p>
      </dgm:t>
    </dgm:pt>
    <dgm:pt modelId="{79D7B647-8D66-43DA-8DE2-6AA0C17AA89E}">
      <dgm:prSet phldrT="[Texto]"/>
      <dgm:spPr>
        <a:solidFill>
          <a:srgbClr val="002060"/>
        </a:solidFill>
      </dgm:spPr>
      <dgm:t>
        <a:bodyPr/>
        <a:lstStyle/>
        <a:p>
          <a:pPr algn="l"/>
          <a:r>
            <a:rPr lang="es-CO" b="1" dirty="0"/>
            <a:t>Actividades:</a:t>
          </a:r>
        </a:p>
        <a:p>
          <a:pPr algn="l"/>
          <a:r>
            <a:rPr lang="es-CO" b="0" dirty="0"/>
            <a:t>Definir la estrategia de </a:t>
          </a:r>
          <a:r>
            <a:rPr lang="es-CO" b="0" dirty="0" err="1"/>
            <a:t>big</a:t>
          </a:r>
          <a:r>
            <a:rPr lang="es-CO" b="0" dirty="0"/>
            <a:t> data y las necesidades del negocio</a:t>
          </a:r>
        </a:p>
        <a:p>
          <a:pPr algn="l"/>
          <a:r>
            <a:rPr lang="es-CO" b="0" dirty="0"/>
            <a:t>Elegir fuentes de datos</a:t>
          </a:r>
        </a:p>
        <a:p>
          <a:pPr algn="l"/>
          <a:r>
            <a:rPr lang="es-CO" b="0" dirty="0"/>
            <a:t>Adquirir e </a:t>
          </a:r>
          <a:r>
            <a:rPr lang="es-CO" b="0" dirty="0" err="1"/>
            <a:t>ingestar</a:t>
          </a:r>
          <a:r>
            <a:rPr lang="es-CO" b="0" dirty="0"/>
            <a:t> fuentes de datos</a:t>
          </a:r>
        </a:p>
        <a:p>
          <a:pPr algn="l"/>
          <a:r>
            <a:rPr lang="es-CO" b="0" dirty="0"/>
            <a:t>Desarrollar métodos e hipótesis</a:t>
          </a:r>
        </a:p>
        <a:p>
          <a:pPr algn="l"/>
          <a:r>
            <a:rPr lang="es-CO" b="0" dirty="0"/>
            <a:t>Integrar datos para su análisis</a:t>
          </a:r>
        </a:p>
        <a:p>
          <a:pPr algn="l"/>
          <a:r>
            <a:rPr lang="es-CO" b="0" dirty="0"/>
            <a:t>Explorar datos usando modelos</a:t>
          </a:r>
        </a:p>
        <a:p>
          <a:pPr algn="l"/>
          <a:r>
            <a:rPr lang="es-CO" b="0" dirty="0"/>
            <a:t>Desplegar y monitorear</a:t>
          </a:r>
        </a:p>
      </dgm:t>
    </dgm:pt>
    <dgm:pt modelId="{36223745-D6A7-4AEF-936E-CDE197735CDE}" type="parTrans" cxnId="{DB98E92F-B9FF-476A-9B82-9B7921B38A77}">
      <dgm:prSet/>
      <dgm:spPr/>
      <dgm:t>
        <a:bodyPr/>
        <a:lstStyle/>
        <a:p>
          <a:endParaRPr lang="es-CO"/>
        </a:p>
      </dgm:t>
    </dgm:pt>
    <dgm:pt modelId="{F7408D69-5C23-4E24-B00C-8C4058116492}" type="sibTrans" cxnId="{DB98E92F-B9FF-476A-9B82-9B7921B38A77}">
      <dgm:prSet/>
      <dgm:spPr/>
      <dgm:t>
        <a:bodyPr/>
        <a:lstStyle/>
        <a:p>
          <a:endParaRPr lang="es-CO"/>
        </a:p>
      </dgm:t>
    </dgm:pt>
    <dgm:pt modelId="{C2DBB2E9-88CB-4F60-88BE-01EFE14E0952}">
      <dgm:prSet phldrT="[Texto]"/>
      <dgm:spPr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49530" tIns="49530" rIns="49530" bIns="49530" numCol="1" spcCol="1270" anchor="ctr" anchorCtr="0"/>
        <a:lstStyle/>
        <a:p>
          <a:pPr algn="l"/>
          <a:r>
            <a:rPr lang="es-CO" b="1" dirty="0"/>
            <a:t>Entregables:</a:t>
          </a:r>
        </a:p>
        <a:p>
          <a:pPr algn="l"/>
          <a:r>
            <a:rPr lang="es-CO" b="0" dirty="0"/>
            <a:t>Estrategia y estándares de Big Data</a:t>
          </a:r>
        </a:p>
        <a:p>
          <a:pPr algn="l"/>
          <a:r>
            <a:rPr lang="es-CO" b="0" dirty="0"/>
            <a:t>Plan de fuentes de datos</a:t>
          </a:r>
        </a:p>
        <a:p>
          <a:pPr algn="l"/>
          <a:r>
            <a:rPr lang="es-CO" b="0" dirty="0"/>
            <a:t>Identificaciones y hallazgos en los datos</a:t>
          </a:r>
        </a:p>
        <a:p>
          <a:pPr algn="l"/>
          <a:r>
            <a:rPr lang="es-CO" b="0" dirty="0"/>
            <a:t>Hipótesis y análisis inicial de datos</a:t>
          </a:r>
        </a:p>
      </dgm:t>
    </dgm:pt>
    <dgm:pt modelId="{E43BAC1A-A1AA-4009-8AE8-D8C2E5D6EC98}" type="parTrans" cxnId="{CEF16AA2-88A3-4FC6-8618-8A3102CF0079}">
      <dgm:prSet/>
      <dgm:spPr/>
      <dgm:t>
        <a:bodyPr/>
        <a:lstStyle/>
        <a:p>
          <a:endParaRPr lang="es-CO"/>
        </a:p>
      </dgm:t>
    </dgm:pt>
    <dgm:pt modelId="{44D742D0-278B-4A29-A579-EF9A50CD53B8}" type="sibTrans" cxnId="{CEF16AA2-88A3-4FC6-8618-8A3102CF0079}">
      <dgm:prSet/>
      <dgm:spPr/>
      <dgm:t>
        <a:bodyPr/>
        <a:lstStyle/>
        <a:p>
          <a:endParaRPr lang="es-CO"/>
        </a:p>
      </dgm:t>
    </dgm:pt>
    <dgm:pt modelId="{7EC68955-5AE5-42B6-8B11-B8E6E21E4ABB}" type="pres">
      <dgm:prSet presAssocID="{1FB94E44-AC35-4F7A-B315-924FE1449FA4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6DA4864-5112-4BB3-9220-F992ED654DE9}" type="pres">
      <dgm:prSet presAssocID="{5486F2D2-580B-42B3-BE3D-BD13CCD63D35}" presName="vertOne" presStyleCnt="0"/>
      <dgm:spPr/>
    </dgm:pt>
    <dgm:pt modelId="{91047B7E-107A-4E43-B15C-9062F5B850F3}" type="pres">
      <dgm:prSet presAssocID="{5486F2D2-580B-42B3-BE3D-BD13CCD63D35}" presName="txOne" presStyleLbl="node0" presStyleIdx="0" presStyleCnt="1">
        <dgm:presLayoutVars>
          <dgm:chPref val="3"/>
        </dgm:presLayoutVars>
      </dgm:prSet>
      <dgm:spPr/>
    </dgm:pt>
    <dgm:pt modelId="{F67AC47F-F0FF-4927-93DF-5579FA772D00}" type="pres">
      <dgm:prSet presAssocID="{5486F2D2-580B-42B3-BE3D-BD13CCD63D35}" presName="parTransOne" presStyleCnt="0"/>
      <dgm:spPr/>
    </dgm:pt>
    <dgm:pt modelId="{5AA9AFC1-2C8B-42C7-8E39-265F956ABDC4}" type="pres">
      <dgm:prSet presAssocID="{5486F2D2-580B-42B3-BE3D-BD13CCD63D35}" presName="horzOne" presStyleCnt="0"/>
      <dgm:spPr/>
    </dgm:pt>
    <dgm:pt modelId="{59EEF7C0-52D3-486C-BD49-BA30A4907024}" type="pres">
      <dgm:prSet presAssocID="{B26F162C-BC5A-4E34-9DE4-449F81A889AB}" presName="vertTwo" presStyleCnt="0"/>
      <dgm:spPr/>
    </dgm:pt>
    <dgm:pt modelId="{C6653791-2FEB-4465-9DF2-F5BD2AD542D0}" type="pres">
      <dgm:prSet presAssocID="{B26F162C-BC5A-4E34-9DE4-449F81A889AB}" presName="txTwo" presStyleLbl="node2" presStyleIdx="0" presStyleCnt="1">
        <dgm:presLayoutVars>
          <dgm:chPref val="3"/>
        </dgm:presLayoutVars>
      </dgm:prSet>
      <dgm:spPr/>
    </dgm:pt>
    <dgm:pt modelId="{B7D9612F-C6B5-4778-9AE4-3B1B5E22C72D}" type="pres">
      <dgm:prSet presAssocID="{B26F162C-BC5A-4E34-9DE4-449F81A889AB}" presName="parTransTwo" presStyleCnt="0"/>
      <dgm:spPr/>
    </dgm:pt>
    <dgm:pt modelId="{ED0ACE63-A19D-4DF4-8100-2261CD0F2F59}" type="pres">
      <dgm:prSet presAssocID="{B26F162C-BC5A-4E34-9DE4-449F81A889AB}" presName="horzTwo" presStyleCnt="0"/>
      <dgm:spPr/>
    </dgm:pt>
    <dgm:pt modelId="{81ACDEF8-BF15-435B-97B1-B29E2E6C12E8}" type="pres">
      <dgm:prSet presAssocID="{79D7B647-8D66-43DA-8DE2-6AA0C17AA89E}" presName="vertThree" presStyleCnt="0"/>
      <dgm:spPr/>
    </dgm:pt>
    <dgm:pt modelId="{FE24E332-D626-4F19-B20E-4B5F2AF96EAB}" type="pres">
      <dgm:prSet presAssocID="{79D7B647-8D66-43DA-8DE2-6AA0C17AA89E}" presName="txThree" presStyleLbl="node3" presStyleIdx="0" presStyleCnt="2">
        <dgm:presLayoutVars>
          <dgm:chPref val="3"/>
        </dgm:presLayoutVars>
      </dgm:prSet>
      <dgm:spPr/>
    </dgm:pt>
    <dgm:pt modelId="{8544D371-3E56-4A76-AE57-FD7E099FFED5}" type="pres">
      <dgm:prSet presAssocID="{79D7B647-8D66-43DA-8DE2-6AA0C17AA89E}" presName="horzThree" presStyleCnt="0"/>
      <dgm:spPr/>
    </dgm:pt>
    <dgm:pt modelId="{DE7F028B-EFD8-4A3F-AD02-4C3C95F7AE85}" type="pres">
      <dgm:prSet presAssocID="{F7408D69-5C23-4E24-B00C-8C4058116492}" presName="sibSpaceThree" presStyleCnt="0"/>
      <dgm:spPr/>
    </dgm:pt>
    <dgm:pt modelId="{FF0C186C-D6A9-407F-9856-E98BA9A52D98}" type="pres">
      <dgm:prSet presAssocID="{C2DBB2E9-88CB-4F60-88BE-01EFE14E0952}" presName="vertThree" presStyleCnt="0"/>
      <dgm:spPr/>
    </dgm:pt>
    <dgm:pt modelId="{D351E2DE-4489-4425-8B5B-6170E0809E97}" type="pres">
      <dgm:prSet presAssocID="{C2DBB2E9-88CB-4F60-88BE-01EFE14E0952}" presName="txThree" presStyleLbl="node3" presStyleIdx="1" presStyleCnt="2">
        <dgm:presLayoutVars>
          <dgm:chPref val="3"/>
        </dgm:presLayoutVars>
      </dgm:prSet>
      <dgm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</dgm:spPr>
    </dgm:pt>
    <dgm:pt modelId="{66C80EE5-855E-478C-8CB0-22F856B1EB19}" type="pres">
      <dgm:prSet presAssocID="{C2DBB2E9-88CB-4F60-88BE-01EFE14E0952}" presName="horzThree" presStyleCnt="0"/>
      <dgm:spPr/>
    </dgm:pt>
  </dgm:ptLst>
  <dgm:cxnLst>
    <dgm:cxn modelId="{C3E7E303-ECCA-4E02-9198-AA9793A3CCA6}" srcId="{1FB94E44-AC35-4F7A-B315-924FE1449FA4}" destId="{5486F2D2-580B-42B3-BE3D-BD13CCD63D35}" srcOrd="0" destOrd="0" parTransId="{82C08F27-B5BA-4688-AC1D-5F221CA77985}" sibTransId="{6F60A6B9-3D60-4726-874E-3BFAF3583E15}"/>
    <dgm:cxn modelId="{AF264208-05F4-44D2-869A-4A5D748135AF}" type="presOf" srcId="{C2DBB2E9-88CB-4F60-88BE-01EFE14E0952}" destId="{D351E2DE-4489-4425-8B5B-6170E0809E97}" srcOrd="0" destOrd="0" presId="urn:microsoft.com/office/officeart/2005/8/layout/hierarchy4"/>
    <dgm:cxn modelId="{F8803B11-AFC2-4A54-90B5-ABB740AF3651}" type="presOf" srcId="{1FB94E44-AC35-4F7A-B315-924FE1449FA4}" destId="{7EC68955-5AE5-42B6-8B11-B8E6E21E4ABB}" srcOrd="0" destOrd="0" presId="urn:microsoft.com/office/officeart/2005/8/layout/hierarchy4"/>
    <dgm:cxn modelId="{DB98E92F-B9FF-476A-9B82-9B7921B38A77}" srcId="{B26F162C-BC5A-4E34-9DE4-449F81A889AB}" destId="{79D7B647-8D66-43DA-8DE2-6AA0C17AA89E}" srcOrd="0" destOrd="0" parTransId="{36223745-D6A7-4AEF-936E-CDE197735CDE}" sibTransId="{F7408D69-5C23-4E24-B00C-8C4058116492}"/>
    <dgm:cxn modelId="{93061C44-E07E-4E33-B9D3-CBC0B766D745}" type="presOf" srcId="{5486F2D2-580B-42B3-BE3D-BD13CCD63D35}" destId="{91047B7E-107A-4E43-B15C-9062F5B850F3}" srcOrd="0" destOrd="0" presId="urn:microsoft.com/office/officeart/2005/8/layout/hierarchy4"/>
    <dgm:cxn modelId="{B3D55462-51B3-4241-A411-6BE84D7C0C4B}" type="presOf" srcId="{B26F162C-BC5A-4E34-9DE4-449F81A889AB}" destId="{C6653791-2FEB-4465-9DF2-F5BD2AD542D0}" srcOrd="0" destOrd="0" presId="urn:microsoft.com/office/officeart/2005/8/layout/hierarchy4"/>
    <dgm:cxn modelId="{09ABED85-815D-4441-8771-FE5490530D31}" srcId="{5486F2D2-580B-42B3-BE3D-BD13CCD63D35}" destId="{B26F162C-BC5A-4E34-9DE4-449F81A889AB}" srcOrd="0" destOrd="0" parTransId="{BC0251CB-0074-4CB8-9031-844194716ED5}" sibTransId="{2346BD24-A4AA-4FAA-9333-3974AA99D663}"/>
    <dgm:cxn modelId="{80502C87-656D-44BF-9EDD-AA8A4E3E9A82}" type="presOf" srcId="{79D7B647-8D66-43DA-8DE2-6AA0C17AA89E}" destId="{FE24E332-D626-4F19-B20E-4B5F2AF96EAB}" srcOrd="0" destOrd="0" presId="urn:microsoft.com/office/officeart/2005/8/layout/hierarchy4"/>
    <dgm:cxn modelId="{CEF16AA2-88A3-4FC6-8618-8A3102CF0079}" srcId="{B26F162C-BC5A-4E34-9DE4-449F81A889AB}" destId="{C2DBB2E9-88CB-4F60-88BE-01EFE14E0952}" srcOrd="1" destOrd="0" parTransId="{E43BAC1A-A1AA-4009-8AE8-D8C2E5D6EC98}" sibTransId="{44D742D0-278B-4A29-A579-EF9A50CD53B8}"/>
    <dgm:cxn modelId="{9C7D9BF0-AA03-4EA6-AB7A-EACD05FE171F}" type="presParOf" srcId="{7EC68955-5AE5-42B6-8B11-B8E6E21E4ABB}" destId="{B6DA4864-5112-4BB3-9220-F992ED654DE9}" srcOrd="0" destOrd="0" presId="urn:microsoft.com/office/officeart/2005/8/layout/hierarchy4"/>
    <dgm:cxn modelId="{D54195C5-4ED0-4D81-8B51-57AA2B4535D8}" type="presParOf" srcId="{B6DA4864-5112-4BB3-9220-F992ED654DE9}" destId="{91047B7E-107A-4E43-B15C-9062F5B850F3}" srcOrd="0" destOrd="0" presId="urn:microsoft.com/office/officeart/2005/8/layout/hierarchy4"/>
    <dgm:cxn modelId="{48A452AE-5A34-4A67-AD16-EC4BA0833B03}" type="presParOf" srcId="{B6DA4864-5112-4BB3-9220-F992ED654DE9}" destId="{F67AC47F-F0FF-4927-93DF-5579FA772D00}" srcOrd="1" destOrd="0" presId="urn:microsoft.com/office/officeart/2005/8/layout/hierarchy4"/>
    <dgm:cxn modelId="{079B7B43-E14A-48C2-AA7B-971C8FEEC0CF}" type="presParOf" srcId="{B6DA4864-5112-4BB3-9220-F992ED654DE9}" destId="{5AA9AFC1-2C8B-42C7-8E39-265F956ABDC4}" srcOrd="2" destOrd="0" presId="urn:microsoft.com/office/officeart/2005/8/layout/hierarchy4"/>
    <dgm:cxn modelId="{865B1921-7F01-4028-801E-64381F070B27}" type="presParOf" srcId="{5AA9AFC1-2C8B-42C7-8E39-265F956ABDC4}" destId="{59EEF7C0-52D3-486C-BD49-BA30A4907024}" srcOrd="0" destOrd="0" presId="urn:microsoft.com/office/officeart/2005/8/layout/hierarchy4"/>
    <dgm:cxn modelId="{883DF9D4-3629-436E-BEC3-A5EA2B15CB89}" type="presParOf" srcId="{59EEF7C0-52D3-486C-BD49-BA30A4907024}" destId="{C6653791-2FEB-4465-9DF2-F5BD2AD542D0}" srcOrd="0" destOrd="0" presId="urn:microsoft.com/office/officeart/2005/8/layout/hierarchy4"/>
    <dgm:cxn modelId="{95645E47-4348-42F5-909D-A00FC2E6AA40}" type="presParOf" srcId="{59EEF7C0-52D3-486C-BD49-BA30A4907024}" destId="{B7D9612F-C6B5-4778-9AE4-3B1B5E22C72D}" srcOrd="1" destOrd="0" presId="urn:microsoft.com/office/officeart/2005/8/layout/hierarchy4"/>
    <dgm:cxn modelId="{56F5574B-77C7-456E-ABD3-133AAC2AAD4B}" type="presParOf" srcId="{59EEF7C0-52D3-486C-BD49-BA30A4907024}" destId="{ED0ACE63-A19D-4DF4-8100-2261CD0F2F59}" srcOrd="2" destOrd="0" presId="urn:microsoft.com/office/officeart/2005/8/layout/hierarchy4"/>
    <dgm:cxn modelId="{20CC4FB1-F2D5-45AA-8C5C-2517190CA6E1}" type="presParOf" srcId="{ED0ACE63-A19D-4DF4-8100-2261CD0F2F59}" destId="{81ACDEF8-BF15-435B-97B1-B29E2E6C12E8}" srcOrd="0" destOrd="0" presId="urn:microsoft.com/office/officeart/2005/8/layout/hierarchy4"/>
    <dgm:cxn modelId="{7C81199C-D21E-4AEB-B255-465B7E003E3B}" type="presParOf" srcId="{81ACDEF8-BF15-435B-97B1-B29E2E6C12E8}" destId="{FE24E332-D626-4F19-B20E-4B5F2AF96EAB}" srcOrd="0" destOrd="0" presId="urn:microsoft.com/office/officeart/2005/8/layout/hierarchy4"/>
    <dgm:cxn modelId="{5F87AFA2-FD8A-4FB1-AFA3-0187A58D3226}" type="presParOf" srcId="{81ACDEF8-BF15-435B-97B1-B29E2E6C12E8}" destId="{8544D371-3E56-4A76-AE57-FD7E099FFED5}" srcOrd="1" destOrd="0" presId="urn:microsoft.com/office/officeart/2005/8/layout/hierarchy4"/>
    <dgm:cxn modelId="{990CEDAE-F3C3-4438-B0F2-65BC3F2839FC}" type="presParOf" srcId="{ED0ACE63-A19D-4DF4-8100-2261CD0F2F59}" destId="{DE7F028B-EFD8-4A3F-AD02-4C3C95F7AE85}" srcOrd="1" destOrd="0" presId="urn:microsoft.com/office/officeart/2005/8/layout/hierarchy4"/>
    <dgm:cxn modelId="{C31BCED4-D7D2-4B82-836D-1150AE29517A}" type="presParOf" srcId="{ED0ACE63-A19D-4DF4-8100-2261CD0F2F59}" destId="{FF0C186C-D6A9-407F-9856-E98BA9A52D98}" srcOrd="2" destOrd="0" presId="urn:microsoft.com/office/officeart/2005/8/layout/hierarchy4"/>
    <dgm:cxn modelId="{A268FAF1-4758-4531-A73E-DEC55A40B7F3}" type="presParOf" srcId="{FF0C186C-D6A9-407F-9856-E98BA9A52D98}" destId="{D351E2DE-4489-4425-8B5B-6170E0809E97}" srcOrd="0" destOrd="0" presId="urn:microsoft.com/office/officeart/2005/8/layout/hierarchy4"/>
    <dgm:cxn modelId="{2C25703B-016A-491A-AC79-E3ACBDDF807A}" type="presParOf" srcId="{FF0C186C-D6A9-407F-9856-E98BA9A52D98}" destId="{66C80EE5-855E-478C-8CB0-22F856B1EB1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6D9B8E-EC7D-4650-8E3F-7073515376AA}">
      <dsp:nvSpPr>
        <dsp:cNvPr id="0" name=""/>
        <dsp:cNvSpPr/>
      </dsp:nvSpPr>
      <dsp:spPr>
        <a:xfrm>
          <a:off x="0" y="671521"/>
          <a:ext cx="3046117" cy="19342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EDCFBD9-62E0-47A8-B9A5-622C5F445747}">
      <dsp:nvSpPr>
        <dsp:cNvPr id="0" name=""/>
        <dsp:cNvSpPr/>
      </dsp:nvSpPr>
      <dsp:spPr>
        <a:xfrm>
          <a:off x="338457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400" kern="1200" dirty="0"/>
            <a:t>Enfoque riguroso para gestionar los datos durante su ciclo de vida</a:t>
          </a:r>
        </a:p>
      </dsp:txBody>
      <dsp:txXfrm>
        <a:off x="395110" y="1049709"/>
        <a:ext cx="2932811" cy="1820978"/>
      </dsp:txXfrm>
    </dsp:sp>
    <dsp:sp modelId="{FFC438D4-A392-45A0-8E50-B3787B28E32D}">
      <dsp:nvSpPr>
        <dsp:cNvPr id="0" name=""/>
        <dsp:cNvSpPr/>
      </dsp:nvSpPr>
      <dsp:spPr>
        <a:xfrm>
          <a:off x="3723032" y="671521"/>
          <a:ext cx="3046117" cy="19342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19779EF-3897-4467-89D5-A7A97368D05F}">
      <dsp:nvSpPr>
        <dsp:cNvPr id="0" name=""/>
        <dsp:cNvSpPr/>
      </dsp:nvSpPr>
      <dsp:spPr>
        <a:xfrm>
          <a:off x="4061490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400" kern="1200" dirty="0"/>
            <a:t>Mecanismo imprescindible en todas las organizaciones</a:t>
          </a:r>
        </a:p>
      </dsp:txBody>
      <dsp:txXfrm>
        <a:off x="4118143" y="1049709"/>
        <a:ext cx="2932811" cy="1820978"/>
      </dsp:txXfrm>
    </dsp:sp>
    <dsp:sp modelId="{49AAE9A0-23CD-4DA9-8489-5401D1D26A12}">
      <dsp:nvSpPr>
        <dsp:cNvPr id="0" name=""/>
        <dsp:cNvSpPr/>
      </dsp:nvSpPr>
      <dsp:spPr>
        <a:xfrm>
          <a:off x="7446065" y="671521"/>
          <a:ext cx="3046117" cy="19342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2C98947-80B4-45D6-B059-14011CDF9A76}">
      <dsp:nvSpPr>
        <dsp:cNvPr id="0" name=""/>
        <dsp:cNvSpPr/>
      </dsp:nvSpPr>
      <dsp:spPr>
        <a:xfrm>
          <a:off x="7784523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400" kern="1200" dirty="0"/>
            <a:t>Busca generar mecanismos que permitan mantener datos precisos para el negocio</a:t>
          </a:r>
        </a:p>
      </dsp:txBody>
      <dsp:txXfrm>
        <a:off x="7841176" y="1049709"/>
        <a:ext cx="2932811" cy="18209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56EC50-D7B7-4C58-A6AF-2177235EEE97}">
      <dsp:nvSpPr>
        <dsp:cNvPr id="0" name=""/>
        <dsp:cNvSpPr/>
      </dsp:nvSpPr>
      <dsp:spPr>
        <a:xfrm>
          <a:off x="0" y="1804"/>
          <a:ext cx="6261100" cy="7689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C743C3-12EB-4126-BB05-EF96091C4FBB}">
      <dsp:nvSpPr>
        <dsp:cNvPr id="0" name=""/>
        <dsp:cNvSpPr/>
      </dsp:nvSpPr>
      <dsp:spPr>
        <a:xfrm>
          <a:off x="232606" y="174817"/>
          <a:ext cx="422920" cy="4229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B1BBBC-F65A-4CDB-8BA0-14CD1307AB87}">
      <dsp:nvSpPr>
        <dsp:cNvPr id="0" name=""/>
        <dsp:cNvSpPr/>
      </dsp:nvSpPr>
      <dsp:spPr>
        <a:xfrm>
          <a:off x="888133" y="1804"/>
          <a:ext cx="5372966" cy="7689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80" tIns="81380" rIns="81380" bIns="813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 dirty="0"/>
            <a:t>Toma de decisiones acertadas y oportunas</a:t>
          </a:r>
        </a:p>
      </dsp:txBody>
      <dsp:txXfrm>
        <a:off x="888133" y="1804"/>
        <a:ext cx="5372966" cy="768947"/>
      </dsp:txXfrm>
    </dsp:sp>
    <dsp:sp modelId="{A9A84B7F-448B-4379-8C2F-D34B9B22D70D}">
      <dsp:nvSpPr>
        <dsp:cNvPr id="0" name=""/>
        <dsp:cNvSpPr/>
      </dsp:nvSpPr>
      <dsp:spPr>
        <a:xfrm>
          <a:off x="0" y="962988"/>
          <a:ext cx="6261100" cy="7689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F61BB8-B15B-4EDA-B78F-ED61AC1D4EB1}">
      <dsp:nvSpPr>
        <dsp:cNvPr id="0" name=""/>
        <dsp:cNvSpPr/>
      </dsp:nvSpPr>
      <dsp:spPr>
        <a:xfrm>
          <a:off x="232606" y="1136001"/>
          <a:ext cx="422920" cy="4229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605FF9-C4CC-4518-94FF-1D66B7BCD4F1}">
      <dsp:nvSpPr>
        <dsp:cNvPr id="0" name=""/>
        <dsp:cNvSpPr/>
      </dsp:nvSpPr>
      <dsp:spPr>
        <a:xfrm>
          <a:off x="888133" y="962988"/>
          <a:ext cx="5372966" cy="7689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80" tIns="81380" rIns="81380" bIns="813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 dirty="0"/>
            <a:t>Mejora el control de costos</a:t>
          </a:r>
        </a:p>
      </dsp:txBody>
      <dsp:txXfrm>
        <a:off x="888133" y="962988"/>
        <a:ext cx="5372966" cy="768947"/>
      </dsp:txXfrm>
    </dsp:sp>
    <dsp:sp modelId="{3892F71C-6A8C-4C38-BA41-DF30F4F5CBD1}">
      <dsp:nvSpPr>
        <dsp:cNvPr id="0" name=""/>
        <dsp:cNvSpPr/>
      </dsp:nvSpPr>
      <dsp:spPr>
        <a:xfrm>
          <a:off x="0" y="1924172"/>
          <a:ext cx="6261100" cy="7689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96ADB9-25BA-4E32-9FBD-D52B6DEA1562}">
      <dsp:nvSpPr>
        <dsp:cNvPr id="0" name=""/>
        <dsp:cNvSpPr/>
      </dsp:nvSpPr>
      <dsp:spPr>
        <a:xfrm>
          <a:off x="232606" y="2097185"/>
          <a:ext cx="422920" cy="4229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D6EA8-C5CB-4FBE-89A5-EA7B77EF3181}">
      <dsp:nvSpPr>
        <dsp:cNvPr id="0" name=""/>
        <dsp:cNvSpPr/>
      </dsp:nvSpPr>
      <dsp:spPr>
        <a:xfrm>
          <a:off x="888133" y="1924172"/>
          <a:ext cx="5372966" cy="7689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80" tIns="81380" rIns="81380" bIns="813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 dirty="0"/>
            <a:t>Mejora el cumplimiento de la normatividad vigente</a:t>
          </a:r>
        </a:p>
      </dsp:txBody>
      <dsp:txXfrm>
        <a:off x="888133" y="1924172"/>
        <a:ext cx="5372966" cy="768947"/>
      </dsp:txXfrm>
    </dsp:sp>
    <dsp:sp modelId="{BED3A778-7411-4204-BD9B-8D6FD9C05BCB}">
      <dsp:nvSpPr>
        <dsp:cNvPr id="0" name=""/>
        <dsp:cNvSpPr/>
      </dsp:nvSpPr>
      <dsp:spPr>
        <a:xfrm>
          <a:off x="0" y="2885355"/>
          <a:ext cx="6261100" cy="7689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9EE208-B24B-4F6F-A5B6-76C65E82B74B}">
      <dsp:nvSpPr>
        <dsp:cNvPr id="0" name=""/>
        <dsp:cNvSpPr/>
      </dsp:nvSpPr>
      <dsp:spPr>
        <a:xfrm>
          <a:off x="232606" y="3058368"/>
          <a:ext cx="422920" cy="4229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1392E-925F-47F9-8BA7-DCCA6793814D}">
      <dsp:nvSpPr>
        <dsp:cNvPr id="0" name=""/>
        <dsp:cNvSpPr/>
      </dsp:nvSpPr>
      <dsp:spPr>
        <a:xfrm>
          <a:off x="888133" y="2885355"/>
          <a:ext cx="5372966" cy="7689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80" tIns="81380" rIns="81380" bIns="813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 dirty="0"/>
            <a:t>Aumenta la confianza de clientes y proveedores</a:t>
          </a:r>
        </a:p>
      </dsp:txBody>
      <dsp:txXfrm>
        <a:off x="888133" y="2885355"/>
        <a:ext cx="5372966" cy="768947"/>
      </dsp:txXfrm>
    </dsp:sp>
    <dsp:sp modelId="{3B699F73-0B98-48EF-BFBC-08AD563156E2}">
      <dsp:nvSpPr>
        <dsp:cNvPr id="0" name=""/>
        <dsp:cNvSpPr/>
      </dsp:nvSpPr>
      <dsp:spPr>
        <a:xfrm>
          <a:off x="0" y="3846539"/>
          <a:ext cx="6261100" cy="7689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E31CC5-6EC5-4247-8695-42097B283B2A}">
      <dsp:nvSpPr>
        <dsp:cNvPr id="0" name=""/>
        <dsp:cNvSpPr/>
      </dsp:nvSpPr>
      <dsp:spPr>
        <a:xfrm>
          <a:off x="232606" y="4019552"/>
          <a:ext cx="422920" cy="4229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A6F7DA-F7FF-4C8B-9202-81F76F374E16}">
      <dsp:nvSpPr>
        <dsp:cNvPr id="0" name=""/>
        <dsp:cNvSpPr/>
      </dsp:nvSpPr>
      <dsp:spPr>
        <a:xfrm>
          <a:off x="888133" y="3846539"/>
          <a:ext cx="5372966" cy="7689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80" tIns="81380" rIns="81380" bIns="813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 dirty="0"/>
            <a:t>Gestiona los riesgos con mayor facilidad</a:t>
          </a:r>
        </a:p>
      </dsp:txBody>
      <dsp:txXfrm>
        <a:off x="888133" y="3846539"/>
        <a:ext cx="5372966" cy="768947"/>
      </dsp:txXfrm>
    </dsp:sp>
    <dsp:sp modelId="{FEF41D80-196E-46E5-BFEB-788CB02A1209}">
      <dsp:nvSpPr>
        <dsp:cNvPr id="0" name=""/>
        <dsp:cNvSpPr/>
      </dsp:nvSpPr>
      <dsp:spPr>
        <a:xfrm>
          <a:off x="0" y="4807723"/>
          <a:ext cx="6261100" cy="7689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6FA8E7-6DBD-4172-B616-4498C37749F9}">
      <dsp:nvSpPr>
        <dsp:cNvPr id="0" name=""/>
        <dsp:cNvSpPr/>
      </dsp:nvSpPr>
      <dsp:spPr>
        <a:xfrm>
          <a:off x="232606" y="4980736"/>
          <a:ext cx="422920" cy="42292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BBB9EE-0DA2-4E2F-89A4-50F718C60281}">
      <dsp:nvSpPr>
        <dsp:cNvPr id="0" name=""/>
        <dsp:cNvSpPr/>
      </dsp:nvSpPr>
      <dsp:spPr>
        <a:xfrm>
          <a:off x="888133" y="4807723"/>
          <a:ext cx="5372966" cy="7689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80" tIns="81380" rIns="81380" bIns="813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 dirty="0"/>
            <a:t>Permite que más empleados accedan a más datos</a:t>
          </a:r>
        </a:p>
      </dsp:txBody>
      <dsp:txXfrm>
        <a:off x="888133" y="4807723"/>
        <a:ext cx="5372966" cy="7689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A52D1B-EB9A-449B-9BE4-E08D99DE8EBB}">
      <dsp:nvSpPr>
        <dsp:cNvPr id="0" name=""/>
        <dsp:cNvSpPr/>
      </dsp:nvSpPr>
      <dsp:spPr>
        <a:xfrm>
          <a:off x="0" y="680"/>
          <a:ext cx="6261100" cy="15934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92796A-37E3-446C-A832-402B924621B0}">
      <dsp:nvSpPr>
        <dsp:cNvPr id="0" name=""/>
        <dsp:cNvSpPr/>
      </dsp:nvSpPr>
      <dsp:spPr>
        <a:xfrm>
          <a:off x="482021" y="359209"/>
          <a:ext cx="876403" cy="8764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9ED585-47D0-42E6-9D21-62269360D4D5}">
      <dsp:nvSpPr>
        <dsp:cNvPr id="0" name=""/>
        <dsp:cNvSpPr/>
      </dsp:nvSpPr>
      <dsp:spPr>
        <a:xfrm>
          <a:off x="1840447" y="680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 dirty="0"/>
            <a:t>Custodia de datos</a:t>
          </a:r>
        </a:p>
      </dsp:txBody>
      <dsp:txXfrm>
        <a:off x="1840447" y="680"/>
        <a:ext cx="4420652" cy="1593460"/>
      </dsp:txXfrm>
    </dsp:sp>
    <dsp:sp modelId="{B7C14AC8-CBF3-4484-B246-BC90CD239F39}">
      <dsp:nvSpPr>
        <dsp:cNvPr id="0" name=""/>
        <dsp:cNvSpPr/>
      </dsp:nvSpPr>
      <dsp:spPr>
        <a:xfrm>
          <a:off x="0" y="1992507"/>
          <a:ext cx="6261100" cy="15934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6934A9-5670-4C5B-95DA-03C36CE0855F}">
      <dsp:nvSpPr>
        <dsp:cNvPr id="0" name=""/>
        <dsp:cNvSpPr/>
      </dsp:nvSpPr>
      <dsp:spPr>
        <a:xfrm>
          <a:off x="482021" y="2351035"/>
          <a:ext cx="876403" cy="8764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6BB15C-DB4E-41DE-AA0D-967E58AEC97A}">
      <dsp:nvSpPr>
        <dsp:cNvPr id="0" name=""/>
        <dsp:cNvSpPr/>
      </dsp:nvSpPr>
      <dsp:spPr>
        <a:xfrm>
          <a:off x="1840447" y="1992507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 dirty="0"/>
            <a:t>Calidad de datos</a:t>
          </a:r>
        </a:p>
      </dsp:txBody>
      <dsp:txXfrm>
        <a:off x="1840447" y="1992507"/>
        <a:ext cx="4420652" cy="1593460"/>
      </dsp:txXfrm>
    </dsp:sp>
    <dsp:sp modelId="{798EE35E-0D3D-4088-A45A-27F48240B2E3}">
      <dsp:nvSpPr>
        <dsp:cNvPr id="0" name=""/>
        <dsp:cNvSpPr/>
      </dsp:nvSpPr>
      <dsp:spPr>
        <a:xfrm>
          <a:off x="0" y="3984333"/>
          <a:ext cx="6261100" cy="15934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68FC2A-9218-44E6-8A59-46308A480339}">
      <dsp:nvSpPr>
        <dsp:cNvPr id="0" name=""/>
        <dsp:cNvSpPr/>
      </dsp:nvSpPr>
      <dsp:spPr>
        <a:xfrm>
          <a:off x="482021" y="4342861"/>
          <a:ext cx="876403" cy="8764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777CB-E63E-44D4-8FA8-CDCE5CD7CEC4}">
      <dsp:nvSpPr>
        <dsp:cNvPr id="0" name=""/>
        <dsp:cNvSpPr/>
      </dsp:nvSpPr>
      <dsp:spPr>
        <a:xfrm>
          <a:off x="1840447" y="3984333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 dirty="0"/>
            <a:t>Gestión de datos</a:t>
          </a:r>
        </a:p>
      </dsp:txBody>
      <dsp:txXfrm>
        <a:off x="1840447" y="3984333"/>
        <a:ext cx="4420652" cy="15934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6185BD-B26F-4C83-BFA2-4482B747E478}">
      <dsp:nvSpPr>
        <dsp:cNvPr id="0" name=""/>
        <dsp:cNvSpPr/>
      </dsp:nvSpPr>
      <dsp:spPr>
        <a:xfrm>
          <a:off x="0" y="602699"/>
          <a:ext cx="1745116" cy="69804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Lato" panose="020F0502020204030203" pitchFamily="34" charset="0"/>
            </a:rPr>
            <a:t>Planear</a:t>
          </a:r>
          <a:endParaRPr lang="es-CO" sz="1600" kern="1200" dirty="0">
            <a:latin typeface="Lato" panose="020F0502020204030203" pitchFamily="34" charset="0"/>
          </a:endParaRPr>
        </a:p>
      </dsp:txBody>
      <dsp:txXfrm>
        <a:off x="349023" y="602699"/>
        <a:ext cx="1047070" cy="698046"/>
      </dsp:txXfrm>
    </dsp:sp>
    <dsp:sp modelId="{CECF8A4B-2915-4902-BA39-B9B211265EDE}">
      <dsp:nvSpPr>
        <dsp:cNvPr id="0" name=""/>
        <dsp:cNvSpPr/>
      </dsp:nvSpPr>
      <dsp:spPr>
        <a:xfrm>
          <a:off x="1570604" y="602699"/>
          <a:ext cx="1745116" cy="69804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Lato" panose="020F0502020204030203" pitchFamily="34" charset="0"/>
            </a:rPr>
            <a:t>Diseñar</a:t>
          </a:r>
          <a:endParaRPr lang="es-CO" sz="1600" kern="1200" dirty="0">
            <a:latin typeface="Lato" panose="020F0502020204030203" pitchFamily="34" charset="0"/>
          </a:endParaRPr>
        </a:p>
      </dsp:txBody>
      <dsp:txXfrm>
        <a:off x="1919627" y="602699"/>
        <a:ext cx="1047070" cy="698046"/>
      </dsp:txXfrm>
    </dsp:sp>
    <dsp:sp modelId="{16D66C25-08F7-4149-B443-7100E51644A9}">
      <dsp:nvSpPr>
        <dsp:cNvPr id="0" name=""/>
        <dsp:cNvSpPr/>
      </dsp:nvSpPr>
      <dsp:spPr>
        <a:xfrm>
          <a:off x="3141208" y="602699"/>
          <a:ext cx="1745116" cy="69804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Lato" panose="020F0502020204030203" pitchFamily="34" charset="0"/>
            </a:rPr>
            <a:t>Habilitar</a:t>
          </a:r>
          <a:endParaRPr lang="es-CO" sz="1600" kern="1200" dirty="0">
            <a:latin typeface="Lato" panose="020F0502020204030203" pitchFamily="34" charset="0"/>
          </a:endParaRPr>
        </a:p>
      </dsp:txBody>
      <dsp:txXfrm>
        <a:off x="3490231" y="602699"/>
        <a:ext cx="1047070" cy="698046"/>
      </dsp:txXfrm>
    </dsp:sp>
    <dsp:sp modelId="{C5CB3401-24AF-466F-B03C-8DE1071D6E3F}">
      <dsp:nvSpPr>
        <dsp:cNvPr id="0" name=""/>
        <dsp:cNvSpPr/>
      </dsp:nvSpPr>
      <dsp:spPr>
        <a:xfrm>
          <a:off x="4711813" y="602699"/>
          <a:ext cx="1745116" cy="698046"/>
        </a:xfrm>
        <a:prstGeom prst="chevron">
          <a:avLst/>
        </a:prstGeom>
        <a:solidFill>
          <a:schemeClr val="bg1"/>
        </a:solidFill>
        <a:ln w="285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</a:rPr>
            <a:t>Crear y adquirir</a:t>
          </a:r>
          <a:endParaRPr lang="es-CO" sz="1600" kern="1200" dirty="0">
            <a:solidFill>
              <a:schemeClr val="tx1">
                <a:lumMod val="85000"/>
                <a:lumOff val="15000"/>
              </a:schemeClr>
            </a:solidFill>
            <a:latin typeface="Lato" panose="020F0502020204030203" pitchFamily="34" charset="0"/>
          </a:endParaRPr>
        </a:p>
      </dsp:txBody>
      <dsp:txXfrm>
        <a:off x="5060836" y="602699"/>
        <a:ext cx="1047070" cy="698046"/>
      </dsp:txXfrm>
    </dsp:sp>
    <dsp:sp modelId="{1F9B18AF-EA22-4198-BB47-1BF981DE82A0}">
      <dsp:nvSpPr>
        <dsp:cNvPr id="0" name=""/>
        <dsp:cNvSpPr/>
      </dsp:nvSpPr>
      <dsp:spPr>
        <a:xfrm>
          <a:off x="6282417" y="602699"/>
          <a:ext cx="1745116" cy="698046"/>
        </a:xfrm>
        <a:prstGeom prst="chevron">
          <a:avLst/>
        </a:prstGeom>
        <a:solidFill>
          <a:schemeClr val="bg1"/>
        </a:solidFill>
        <a:ln w="285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</a:rPr>
            <a:t>Mantener y usar</a:t>
          </a:r>
          <a:endParaRPr lang="es-CO" sz="1600" kern="1200" dirty="0">
            <a:solidFill>
              <a:schemeClr val="tx1">
                <a:lumMod val="85000"/>
                <a:lumOff val="15000"/>
              </a:schemeClr>
            </a:solidFill>
            <a:latin typeface="Lato" panose="020F0502020204030203" pitchFamily="34" charset="0"/>
          </a:endParaRPr>
        </a:p>
      </dsp:txBody>
      <dsp:txXfrm>
        <a:off x="6631440" y="602699"/>
        <a:ext cx="1047070" cy="698046"/>
      </dsp:txXfrm>
    </dsp:sp>
    <dsp:sp modelId="{B2CF6BF5-4F58-4E86-BD4F-AFF684EBD66E}">
      <dsp:nvSpPr>
        <dsp:cNvPr id="0" name=""/>
        <dsp:cNvSpPr/>
      </dsp:nvSpPr>
      <dsp:spPr>
        <a:xfrm>
          <a:off x="7853022" y="602699"/>
          <a:ext cx="1745116" cy="698046"/>
        </a:xfrm>
        <a:prstGeom prst="chevron">
          <a:avLst/>
        </a:prstGeom>
        <a:solidFill>
          <a:schemeClr val="bg1"/>
        </a:solidFill>
        <a:ln w="285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</a:rPr>
            <a:t>Archivar y recuperar</a:t>
          </a:r>
          <a:endParaRPr lang="es-CO" sz="1600" kern="1200" dirty="0">
            <a:solidFill>
              <a:schemeClr val="tx1">
                <a:lumMod val="85000"/>
                <a:lumOff val="15000"/>
              </a:schemeClr>
            </a:solidFill>
            <a:latin typeface="Lato" panose="020F0502020204030203" pitchFamily="34" charset="0"/>
          </a:endParaRPr>
        </a:p>
      </dsp:txBody>
      <dsp:txXfrm>
        <a:off x="8202045" y="602699"/>
        <a:ext cx="1047070" cy="698046"/>
      </dsp:txXfrm>
    </dsp:sp>
    <dsp:sp modelId="{A709828F-7FF1-4D77-B00D-A5A81A81E665}">
      <dsp:nvSpPr>
        <dsp:cNvPr id="0" name=""/>
        <dsp:cNvSpPr/>
      </dsp:nvSpPr>
      <dsp:spPr>
        <a:xfrm>
          <a:off x="9423626" y="602699"/>
          <a:ext cx="1745116" cy="698046"/>
        </a:xfrm>
        <a:prstGeom prst="chevron">
          <a:avLst/>
        </a:prstGeom>
        <a:solidFill>
          <a:schemeClr val="bg1"/>
        </a:solidFill>
        <a:ln w="285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</a:rPr>
            <a:t>Purgar</a:t>
          </a:r>
          <a:endParaRPr lang="es-CO" sz="1600" kern="1200" dirty="0">
            <a:solidFill>
              <a:schemeClr val="tx1">
                <a:lumMod val="85000"/>
                <a:lumOff val="15000"/>
              </a:schemeClr>
            </a:solidFill>
            <a:latin typeface="Lato" panose="020F0502020204030203" pitchFamily="34" charset="0"/>
          </a:endParaRPr>
        </a:p>
      </dsp:txBody>
      <dsp:txXfrm>
        <a:off x="9772649" y="602699"/>
        <a:ext cx="1047070" cy="6980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9C0C96-BA98-4639-8DAC-0A1DEDCFBF40}">
      <dsp:nvSpPr>
        <dsp:cNvPr id="0" name=""/>
        <dsp:cNvSpPr/>
      </dsp:nvSpPr>
      <dsp:spPr>
        <a:xfrm>
          <a:off x="0" y="373494"/>
          <a:ext cx="1745116" cy="69804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latin typeface="Lato" panose="020F0502020204030203" pitchFamily="34" charset="0"/>
            </a:rPr>
            <a:t>Planear</a:t>
          </a:r>
          <a:endParaRPr lang="es-CO" sz="1700" kern="1200" dirty="0">
            <a:latin typeface="Lato" panose="020F0502020204030203" pitchFamily="34" charset="0"/>
          </a:endParaRPr>
        </a:p>
      </dsp:txBody>
      <dsp:txXfrm>
        <a:off x="349023" y="373494"/>
        <a:ext cx="1047070" cy="698046"/>
      </dsp:txXfrm>
    </dsp:sp>
    <dsp:sp modelId="{6803FF19-25B6-428B-9BE9-B5AB3FCE74A9}">
      <dsp:nvSpPr>
        <dsp:cNvPr id="0" name=""/>
        <dsp:cNvSpPr/>
      </dsp:nvSpPr>
      <dsp:spPr>
        <a:xfrm>
          <a:off x="1570604" y="373494"/>
          <a:ext cx="1745116" cy="69804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latin typeface="Lato" panose="020F0502020204030203" pitchFamily="34" charset="0"/>
            </a:rPr>
            <a:t>Analizar</a:t>
          </a:r>
          <a:endParaRPr lang="es-CO" sz="1700" kern="1200" dirty="0">
            <a:latin typeface="Lato" panose="020F0502020204030203" pitchFamily="34" charset="0"/>
          </a:endParaRPr>
        </a:p>
      </dsp:txBody>
      <dsp:txXfrm>
        <a:off x="1919627" y="373494"/>
        <a:ext cx="1047070" cy="698046"/>
      </dsp:txXfrm>
    </dsp:sp>
    <dsp:sp modelId="{15B0303E-4BFC-47A5-9367-28522CB046EE}">
      <dsp:nvSpPr>
        <dsp:cNvPr id="0" name=""/>
        <dsp:cNvSpPr/>
      </dsp:nvSpPr>
      <dsp:spPr>
        <a:xfrm>
          <a:off x="3141208" y="373494"/>
          <a:ext cx="1745116" cy="69804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latin typeface="Lato" panose="020F0502020204030203" pitchFamily="34" charset="0"/>
            </a:rPr>
            <a:t>Diseñar</a:t>
          </a:r>
          <a:endParaRPr lang="es-CO" sz="1700" kern="1200" dirty="0">
            <a:latin typeface="Lato" panose="020F0502020204030203" pitchFamily="34" charset="0"/>
          </a:endParaRPr>
        </a:p>
      </dsp:txBody>
      <dsp:txXfrm>
        <a:off x="3490231" y="373494"/>
        <a:ext cx="1047070" cy="698046"/>
      </dsp:txXfrm>
    </dsp:sp>
    <dsp:sp modelId="{A8E254F2-9104-45D6-87E9-7BA015D3B14E}">
      <dsp:nvSpPr>
        <dsp:cNvPr id="0" name=""/>
        <dsp:cNvSpPr/>
      </dsp:nvSpPr>
      <dsp:spPr>
        <a:xfrm>
          <a:off x="4711813" y="373494"/>
          <a:ext cx="1745116" cy="69804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latin typeface="Lato" panose="020F0502020204030203" pitchFamily="34" charset="0"/>
            </a:rPr>
            <a:t>Construir</a:t>
          </a:r>
          <a:endParaRPr lang="es-CO" sz="1700" kern="1200" dirty="0">
            <a:latin typeface="Lato" panose="020F0502020204030203" pitchFamily="34" charset="0"/>
          </a:endParaRPr>
        </a:p>
      </dsp:txBody>
      <dsp:txXfrm>
        <a:off x="5060836" y="373494"/>
        <a:ext cx="1047070" cy="698046"/>
      </dsp:txXfrm>
    </dsp:sp>
    <dsp:sp modelId="{84B61280-2695-4919-BE61-42BDD93A056B}">
      <dsp:nvSpPr>
        <dsp:cNvPr id="0" name=""/>
        <dsp:cNvSpPr/>
      </dsp:nvSpPr>
      <dsp:spPr>
        <a:xfrm>
          <a:off x="6282417" y="373494"/>
          <a:ext cx="1745116" cy="69804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latin typeface="Lato" panose="020F0502020204030203" pitchFamily="34" charset="0"/>
            </a:rPr>
            <a:t>Probar</a:t>
          </a:r>
          <a:endParaRPr lang="es-CO" sz="1700" kern="1200" dirty="0">
            <a:latin typeface="Lato" panose="020F0502020204030203" pitchFamily="34" charset="0"/>
          </a:endParaRPr>
        </a:p>
      </dsp:txBody>
      <dsp:txXfrm>
        <a:off x="6631440" y="373494"/>
        <a:ext cx="1047070" cy="698046"/>
      </dsp:txXfrm>
    </dsp:sp>
    <dsp:sp modelId="{4FAC49B4-6DF7-4D8E-A5A8-159ED20C3C1F}">
      <dsp:nvSpPr>
        <dsp:cNvPr id="0" name=""/>
        <dsp:cNvSpPr/>
      </dsp:nvSpPr>
      <dsp:spPr>
        <a:xfrm>
          <a:off x="7853022" y="373494"/>
          <a:ext cx="1745116" cy="69804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latin typeface="Lato" panose="020F0502020204030203" pitchFamily="34" charset="0"/>
            </a:rPr>
            <a:t>Desplegar</a:t>
          </a:r>
          <a:endParaRPr lang="es-CO" sz="1700" kern="1200" dirty="0">
            <a:latin typeface="Lato" panose="020F0502020204030203" pitchFamily="34" charset="0"/>
          </a:endParaRPr>
        </a:p>
      </dsp:txBody>
      <dsp:txXfrm>
        <a:off x="8202045" y="373494"/>
        <a:ext cx="1047070" cy="698046"/>
      </dsp:txXfrm>
    </dsp:sp>
    <dsp:sp modelId="{74D78796-4316-47C0-9D9B-AE5D134BD014}">
      <dsp:nvSpPr>
        <dsp:cNvPr id="0" name=""/>
        <dsp:cNvSpPr/>
      </dsp:nvSpPr>
      <dsp:spPr>
        <a:xfrm>
          <a:off x="9423626" y="373494"/>
          <a:ext cx="1745116" cy="69804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latin typeface="Lato" panose="020F0502020204030203" pitchFamily="34" charset="0"/>
            </a:rPr>
            <a:t>Mantener</a:t>
          </a:r>
          <a:endParaRPr lang="es-CO" sz="1700" kern="1200" dirty="0">
            <a:latin typeface="Lato" panose="020F0502020204030203" pitchFamily="34" charset="0"/>
          </a:endParaRPr>
        </a:p>
      </dsp:txBody>
      <dsp:txXfrm>
        <a:off x="9772649" y="373494"/>
        <a:ext cx="1047070" cy="6980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B79AFA-F6CA-4FBC-BF39-D572BB94EF5E}">
      <dsp:nvSpPr>
        <dsp:cNvPr id="0" name=""/>
        <dsp:cNvSpPr/>
      </dsp:nvSpPr>
      <dsp:spPr>
        <a:xfrm>
          <a:off x="1356" y="0"/>
          <a:ext cx="3527849" cy="469087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500" kern="1200" dirty="0"/>
            <a:t>Centralizado</a:t>
          </a:r>
        </a:p>
      </dsp:txBody>
      <dsp:txXfrm>
        <a:off x="1356" y="0"/>
        <a:ext cx="3527849" cy="1407261"/>
      </dsp:txXfrm>
    </dsp:sp>
    <dsp:sp modelId="{037B5C3F-69B8-4CC2-9A19-5BECC2A76068}">
      <dsp:nvSpPr>
        <dsp:cNvPr id="0" name=""/>
        <dsp:cNvSpPr/>
      </dsp:nvSpPr>
      <dsp:spPr>
        <a:xfrm>
          <a:off x="354141" y="1407662"/>
          <a:ext cx="2822279" cy="921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dirty="0"/>
            <a:t>Una estructura jerárquica centralizada controla la gestión de datos en toda la organización.</a:t>
          </a:r>
        </a:p>
      </dsp:txBody>
      <dsp:txXfrm>
        <a:off x="381133" y="1434654"/>
        <a:ext cx="2768295" cy="867584"/>
      </dsp:txXfrm>
    </dsp:sp>
    <dsp:sp modelId="{5022BBB4-3634-471D-AF86-1EC532FEF47E}">
      <dsp:nvSpPr>
        <dsp:cNvPr id="0" name=""/>
        <dsp:cNvSpPr/>
      </dsp:nvSpPr>
      <dsp:spPr>
        <a:xfrm>
          <a:off x="354141" y="2471010"/>
          <a:ext cx="2822279" cy="921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 dirty="0"/>
            <a:t>Características: </a:t>
          </a:r>
          <a:r>
            <a:rPr lang="es-CO" sz="1100" b="0" kern="1200" dirty="0"/>
            <a:t>Autoridad única en el control de decisiones, mayor transparencia en las prácticas y procedimientos y facilidad en la gestión.</a:t>
          </a:r>
          <a:endParaRPr lang="es-CO" sz="1100" b="1" kern="1200" dirty="0"/>
        </a:p>
      </dsp:txBody>
      <dsp:txXfrm>
        <a:off x="381133" y="2498002"/>
        <a:ext cx="2768295" cy="867584"/>
      </dsp:txXfrm>
    </dsp:sp>
    <dsp:sp modelId="{1E5AA53D-C77E-4980-B68F-F23754906BD6}">
      <dsp:nvSpPr>
        <dsp:cNvPr id="0" name=""/>
        <dsp:cNvSpPr/>
      </dsp:nvSpPr>
      <dsp:spPr>
        <a:xfrm>
          <a:off x="354141" y="3534359"/>
          <a:ext cx="2822279" cy="921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 dirty="0"/>
            <a:t>Inconvenientes: </a:t>
          </a:r>
          <a:r>
            <a:rPr lang="es-CO" sz="1100" b="0" kern="1200" dirty="0"/>
            <a:t>Falta de autonomía de las áreas de negocio, dificultad de adoptar cambios y dificultad en la integración de datos externos.</a:t>
          </a:r>
          <a:endParaRPr lang="es-CO" sz="1100" b="1" kern="1200" dirty="0"/>
        </a:p>
      </dsp:txBody>
      <dsp:txXfrm>
        <a:off x="381133" y="3561351"/>
        <a:ext cx="2768295" cy="867584"/>
      </dsp:txXfrm>
    </dsp:sp>
    <dsp:sp modelId="{32ECBF3D-634B-4022-9117-EDB7154BEDF2}">
      <dsp:nvSpPr>
        <dsp:cNvPr id="0" name=""/>
        <dsp:cNvSpPr/>
      </dsp:nvSpPr>
      <dsp:spPr>
        <a:xfrm>
          <a:off x="3793794" y="0"/>
          <a:ext cx="3527849" cy="469087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500" kern="1200" dirty="0"/>
            <a:t>Federado</a:t>
          </a:r>
        </a:p>
      </dsp:txBody>
      <dsp:txXfrm>
        <a:off x="3793794" y="0"/>
        <a:ext cx="3527849" cy="1407261"/>
      </dsp:txXfrm>
    </dsp:sp>
    <dsp:sp modelId="{1EA84F22-5567-483A-968E-A2CA79E3A541}">
      <dsp:nvSpPr>
        <dsp:cNvPr id="0" name=""/>
        <dsp:cNvSpPr/>
      </dsp:nvSpPr>
      <dsp:spPr>
        <a:xfrm>
          <a:off x="4146579" y="1407662"/>
          <a:ext cx="2822279" cy="921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dirty="0"/>
            <a:t>Es un esquema entre la centralización y la descentralización, donde la estrategia es central pero la ejecución es particular.</a:t>
          </a:r>
        </a:p>
      </dsp:txBody>
      <dsp:txXfrm>
        <a:off x="4173571" y="1434654"/>
        <a:ext cx="2768295" cy="867584"/>
      </dsp:txXfrm>
    </dsp:sp>
    <dsp:sp modelId="{41EBE598-6F5C-4E27-97C8-7C620B0FA7E2}">
      <dsp:nvSpPr>
        <dsp:cNvPr id="0" name=""/>
        <dsp:cNvSpPr/>
      </dsp:nvSpPr>
      <dsp:spPr>
        <a:xfrm>
          <a:off x="4146579" y="2471010"/>
          <a:ext cx="2822279" cy="921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 dirty="0"/>
            <a:t>Características: </a:t>
          </a:r>
          <a:r>
            <a:rPr lang="es-CO" sz="1100" b="0" kern="1200" dirty="0"/>
            <a:t>Mayor autonomía y colaboración, alta flexibilidad y particularización.</a:t>
          </a:r>
          <a:endParaRPr lang="es-CO" sz="1100" b="1" kern="1200" dirty="0"/>
        </a:p>
      </dsp:txBody>
      <dsp:txXfrm>
        <a:off x="4173571" y="2498002"/>
        <a:ext cx="2768295" cy="867584"/>
      </dsp:txXfrm>
    </dsp:sp>
    <dsp:sp modelId="{7DD230C9-7E0A-46F8-9418-05E6CEDD09A6}">
      <dsp:nvSpPr>
        <dsp:cNvPr id="0" name=""/>
        <dsp:cNvSpPr/>
      </dsp:nvSpPr>
      <dsp:spPr>
        <a:xfrm>
          <a:off x="4146579" y="3534359"/>
          <a:ext cx="2822279" cy="921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 dirty="0"/>
            <a:t>Inconvenientes: </a:t>
          </a:r>
          <a:r>
            <a:rPr lang="es-CO" sz="1100" b="0" kern="1200" dirty="0"/>
            <a:t>Complejidad en el momento de definir políticas y procedimientos, dificultad en la gestión de los datos y riesgo de eficiencia por mala implementación de la colaboración.</a:t>
          </a:r>
          <a:endParaRPr lang="es-CO" sz="1100" b="1" kern="1200" dirty="0"/>
        </a:p>
      </dsp:txBody>
      <dsp:txXfrm>
        <a:off x="4173571" y="3561351"/>
        <a:ext cx="2768295" cy="867584"/>
      </dsp:txXfrm>
    </dsp:sp>
    <dsp:sp modelId="{6E6FD2CB-A413-4E66-81BF-A9CD4AEBC283}">
      <dsp:nvSpPr>
        <dsp:cNvPr id="0" name=""/>
        <dsp:cNvSpPr/>
      </dsp:nvSpPr>
      <dsp:spPr>
        <a:xfrm>
          <a:off x="7586232" y="0"/>
          <a:ext cx="3527849" cy="469087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500" kern="1200" dirty="0"/>
            <a:t>Descentralizado</a:t>
          </a:r>
        </a:p>
      </dsp:txBody>
      <dsp:txXfrm>
        <a:off x="7586232" y="0"/>
        <a:ext cx="3527849" cy="1407261"/>
      </dsp:txXfrm>
    </dsp:sp>
    <dsp:sp modelId="{19BCFA8C-E2FD-4057-A7BB-A23D21CCD2F1}">
      <dsp:nvSpPr>
        <dsp:cNvPr id="0" name=""/>
        <dsp:cNvSpPr/>
      </dsp:nvSpPr>
      <dsp:spPr>
        <a:xfrm>
          <a:off x="7939017" y="1407662"/>
          <a:ext cx="2822279" cy="921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dirty="0"/>
            <a:t>Modelo flexible que no depende de una autoridad, donde las áreas de negocio toman las decisiones de forma autónoma.</a:t>
          </a:r>
        </a:p>
      </dsp:txBody>
      <dsp:txXfrm>
        <a:off x="7966009" y="1434654"/>
        <a:ext cx="2768295" cy="867584"/>
      </dsp:txXfrm>
    </dsp:sp>
    <dsp:sp modelId="{CB6CC613-F3A7-4243-982B-D8E1D23DC6BE}">
      <dsp:nvSpPr>
        <dsp:cNvPr id="0" name=""/>
        <dsp:cNvSpPr/>
      </dsp:nvSpPr>
      <dsp:spPr>
        <a:xfrm>
          <a:off x="7939017" y="2471010"/>
          <a:ext cx="2822279" cy="921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 dirty="0"/>
            <a:t>Características: </a:t>
          </a:r>
          <a:r>
            <a:rPr lang="es-CO" sz="1100" b="0" kern="1200" dirty="0"/>
            <a:t>Cada unidad de negocio decide sobre sus datos, existe una experticia particular en los datos y hay una respuesta rápida ante cambios en el negocio.</a:t>
          </a:r>
          <a:endParaRPr lang="es-CO" sz="1100" b="1" kern="1200" dirty="0"/>
        </a:p>
      </dsp:txBody>
      <dsp:txXfrm>
        <a:off x="7966009" y="2498002"/>
        <a:ext cx="2768295" cy="867584"/>
      </dsp:txXfrm>
    </dsp:sp>
    <dsp:sp modelId="{63EA4152-E6C2-43FD-8B55-24859462A38C}">
      <dsp:nvSpPr>
        <dsp:cNvPr id="0" name=""/>
        <dsp:cNvSpPr/>
      </dsp:nvSpPr>
      <dsp:spPr>
        <a:xfrm>
          <a:off x="7939017" y="3534359"/>
          <a:ext cx="2822279" cy="921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 dirty="0"/>
            <a:t>Inconvenientes: </a:t>
          </a:r>
          <a:r>
            <a:rPr lang="es-CO" sz="1100" b="0" kern="1200" dirty="0"/>
            <a:t>Puede haber duplicidad de esfuerzos, posible pérdida en la visión general del negocio y mayor dificultad para mantener la calidad del dato.</a:t>
          </a:r>
          <a:endParaRPr lang="es-CO" sz="1100" b="1" kern="1200" dirty="0"/>
        </a:p>
      </dsp:txBody>
      <dsp:txXfrm>
        <a:off x="7966009" y="3561351"/>
        <a:ext cx="2768295" cy="86758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3821C1-A240-4400-A298-A5E129E4D17A}">
      <dsp:nvSpPr>
        <dsp:cNvPr id="0" name=""/>
        <dsp:cNvSpPr/>
      </dsp:nvSpPr>
      <dsp:spPr>
        <a:xfrm>
          <a:off x="3196" y="442593"/>
          <a:ext cx="2536000" cy="152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Construir consciencia alrededor del manejo de datos</a:t>
          </a:r>
        </a:p>
      </dsp:txBody>
      <dsp:txXfrm>
        <a:off x="3196" y="442593"/>
        <a:ext cx="2536000" cy="1521600"/>
      </dsp:txXfrm>
    </dsp:sp>
    <dsp:sp modelId="{D946945B-CBFB-4DE7-B319-54C624942DFC}">
      <dsp:nvSpPr>
        <dsp:cNvPr id="0" name=""/>
        <dsp:cNvSpPr/>
      </dsp:nvSpPr>
      <dsp:spPr>
        <a:xfrm>
          <a:off x="2792796" y="442593"/>
          <a:ext cx="2536000" cy="152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Proveer definiciones estándar de roles, entregables y terminología</a:t>
          </a:r>
        </a:p>
      </dsp:txBody>
      <dsp:txXfrm>
        <a:off x="2792796" y="442593"/>
        <a:ext cx="2536000" cy="1521600"/>
      </dsp:txXfrm>
    </dsp:sp>
    <dsp:sp modelId="{D40CDCE9-5754-45DC-9E1C-7B4E2A5BAFD9}">
      <dsp:nvSpPr>
        <dsp:cNvPr id="0" name=""/>
        <dsp:cNvSpPr/>
      </dsp:nvSpPr>
      <dsp:spPr>
        <a:xfrm>
          <a:off x="5582397" y="442593"/>
          <a:ext cx="2536000" cy="152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Identificar principios guía para la administración de datos</a:t>
          </a:r>
        </a:p>
      </dsp:txBody>
      <dsp:txXfrm>
        <a:off x="5582397" y="442593"/>
        <a:ext cx="2536000" cy="1521600"/>
      </dsp:txXfrm>
    </dsp:sp>
    <dsp:sp modelId="{B7E3E243-E142-4E64-88DA-F1E001014677}">
      <dsp:nvSpPr>
        <dsp:cNvPr id="0" name=""/>
        <dsp:cNvSpPr/>
      </dsp:nvSpPr>
      <dsp:spPr>
        <a:xfrm>
          <a:off x="8371997" y="442593"/>
          <a:ext cx="2536000" cy="152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Clarificar el alcance y los límites de las actividades de administración de datos</a:t>
          </a:r>
        </a:p>
      </dsp:txBody>
      <dsp:txXfrm>
        <a:off x="8371997" y="442593"/>
        <a:ext cx="2536000" cy="1521600"/>
      </dsp:txXfrm>
    </dsp:sp>
    <dsp:sp modelId="{74E5A3A6-83A0-4A0B-86EB-3DA8EDEFB80B}">
      <dsp:nvSpPr>
        <dsp:cNvPr id="0" name=""/>
        <dsp:cNvSpPr/>
      </dsp:nvSpPr>
      <dsp:spPr>
        <a:xfrm>
          <a:off x="3196" y="2217793"/>
          <a:ext cx="2536000" cy="152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Proveer una vista de buenas prácticas en administración de datos</a:t>
          </a:r>
        </a:p>
      </dsp:txBody>
      <dsp:txXfrm>
        <a:off x="3196" y="2217793"/>
        <a:ext cx="2536000" cy="1521600"/>
      </dsp:txXfrm>
    </dsp:sp>
    <dsp:sp modelId="{A949F8B0-D4AA-420B-9260-DA3A723674A5}">
      <dsp:nvSpPr>
        <dsp:cNvPr id="0" name=""/>
        <dsp:cNvSpPr/>
      </dsp:nvSpPr>
      <dsp:spPr>
        <a:xfrm>
          <a:off x="2792796" y="2217793"/>
          <a:ext cx="2536000" cy="152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Proveer componentes organizacionales y culturales</a:t>
          </a:r>
        </a:p>
      </dsp:txBody>
      <dsp:txXfrm>
        <a:off x="2792796" y="2217793"/>
        <a:ext cx="2536000" cy="1521600"/>
      </dsp:txXfrm>
    </dsp:sp>
    <dsp:sp modelId="{DED3CC16-8C38-41F4-B16F-E0C6A2FE2CDD}">
      <dsp:nvSpPr>
        <dsp:cNvPr id="0" name=""/>
        <dsp:cNvSpPr/>
      </dsp:nvSpPr>
      <dsp:spPr>
        <a:xfrm>
          <a:off x="5582397" y="2217793"/>
          <a:ext cx="2536000" cy="152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Identificar estrategias para la madurez en gestión de datos</a:t>
          </a:r>
        </a:p>
      </dsp:txBody>
      <dsp:txXfrm>
        <a:off x="5582397" y="2217793"/>
        <a:ext cx="2536000" cy="1521600"/>
      </dsp:txXfrm>
    </dsp:sp>
    <dsp:sp modelId="{82D8B891-A687-4BB2-AB04-D22AC9B3C287}">
      <dsp:nvSpPr>
        <dsp:cNvPr id="0" name=""/>
        <dsp:cNvSpPr/>
      </dsp:nvSpPr>
      <dsp:spPr>
        <a:xfrm>
          <a:off x="8371997" y="2217793"/>
          <a:ext cx="2536000" cy="152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Proveer recursos adicionales y material para el entendimiento de la administración de datos</a:t>
          </a:r>
        </a:p>
      </dsp:txBody>
      <dsp:txXfrm>
        <a:off x="8371997" y="2217793"/>
        <a:ext cx="2536000" cy="15216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00BCE1-1B5D-4DEC-899A-D096EFA01425}">
      <dsp:nvSpPr>
        <dsp:cNvPr id="0" name=""/>
        <dsp:cNvSpPr/>
      </dsp:nvSpPr>
      <dsp:spPr>
        <a:xfrm>
          <a:off x="0" y="4405"/>
          <a:ext cx="6052239" cy="56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Capa estratégica</a:t>
          </a:r>
        </a:p>
      </dsp:txBody>
      <dsp:txXfrm>
        <a:off x="27415" y="31820"/>
        <a:ext cx="5997409" cy="506770"/>
      </dsp:txXfrm>
    </dsp:sp>
    <dsp:sp modelId="{0D5283E2-A23F-41E5-BC55-AF2EF544E9D0}">
      <dsp:nvSpPr>
        <dsp:cNvPr id="0" name=""/>
        <dsp:cNvSpPr/>
      </dsp:nvSpPr>
      <dsp:spPr>
        <a:xfrm>
          <a:off x="0" y="566005"/>
          <a:ext cx="6052239" cy="683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59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400" kern="1200" dirty="0"/>
            <a:t>Gobierno de datos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400" kern="1200" dirty="0"/>
            <a:t>Arquitectura de datos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400" kern="1200" dirty="0"/>
            <a:t>Analítica y Big Data</a:t>
          </a:r>
        </a:p>
      </dsp:txBody>
      <dsp:txXfrm>
        <a:off x="0" y="566005"/>
        <a:ext cx="6052239" cy="683100"/>
      </dsp:txXfrm>
    </dsp:sp>
    <dsp:sp modelId="{10C8B6F7-F745-476F-BDA8-00D3DA539EB6}">
      <dsp:nvSpPr>
        <dsp:cNvPr id="0" name=""/>
        <dsp:cNvSpPr/>
      </dsp:nvSpPr>
      <dsp:spPr>
        <a:xfrm>
          <a:off x="0" y="1249105"/>
          <a:ext cx="6052239" cy="56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Capa táctica</a:t>
          </a:r>
        </a:p>
      </dsp:txBody>
      <dsp:txXfrm>
        <a:off x="27415" y="1276520"/>
        <a:ext cx="5997409" cy="506770"/>
      </dsp:txXfrm>
    </dsp:sp>
    <dsp:sp modelId="{A5A3BE01-EE1F-49EB-A0AB-0939D75B3438}">
      <dsp:nvSpPr>
        <dsp:cNvPr id="0" name=""/>
        <dsp:cNvSpPr/>
      </dsp:nvSpPr>
      <dsp:spPr>
        <a:xfrm>
          <a:off x="0" y="1810705"/>
          <a:ext cx="6052239" cy="915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59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400" kern="1200" dirty="0"/>
            <a:t>Diseño y modelado de datos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400" kern="1200" dirty="0"/>
            <a:t>Integración e interoperabilidad de datos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400" kern="1200" dirty="0"/>
            <a:t>Seguridad de datos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400" kern="1200" dirty="0"/>
            <a:t>Almacenamiento y operación de datos</a:t>
          </a:r>
        </a:p>
      </dsp:txBody>
      <dsp:txXfrm>
        <a:off x="0" y="1810705"/>
        <a:ext cx="6052239" cy="915975"/>
      </dsp:txXfrm>
    </dsp:sp>
    <dsp:sp modelId="{EFA9638A-30AE-4E14-8AB0-865585751B47}">
      <dsp:nvSpPr>
        <dsp:cNvPr id="0" name=""/>
        <dsp:cNvSpPr/>
      </dsp:nvSpPr>
      <dsp:spPr>
        <a:xfrm>
          <a:off x="0" y="2726680"/>
          <a:ext cx="6052239" cy="56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Capa operativa</a:t>
          </a:r>
        </a:p>
      </dsp:txBody>
      <dsp:txXfrm>
        <a:off x="27415" y="2754095"/>
        <a:ext cx="5997409" cy="506770"/>
      </dsp:txXfrm>
    </dsp:sp>
    <dsp:sp modelId="{0FD277B0-47D7-4774-B3B6-BB6108E19245}">
      <dsp:nvSpPr>
        <dsp:cNvPr id="0" name=""/>
        <dsp:cNvSpPr/>
      </dsp:nvSpPr>
      <dsp:spPr>
        <a:xfrm>
          <a:off x="0" y="3288280"/>
          <a:ext cx="6052239" cy="915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59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400" kern="1200" dirty="0"/>
            <a:t>Bodegas de datos e inteligencia de negocios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400" kern="1200" dirty="0"/>
            <a:t>Administración de documentos y contenidos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400" kern="1200" dirty="0"/>
            <a:t>Datos maestros y de referencia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400" kern="1200" dirty="0"/>
            <a:t>Calidad de datos</a:t>
          </a:r>
        </a:p>
      </dsp:txBody>
      <dsp:txXfrm>
        <a:off x="0" y="3288280"/>
        <a:ext cx="6052239" cy="91597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047B7E-107A-4E43-B15C-9062F5B850F3}">
      <dsp:nvSpPr>
        <dsp:cNvPr id="0" name=""/>
        <dsp:cNvSpPr/>
      </dsp:nvSpPr>
      <dsp:spPr>
        <a:xfrm>
          <a:off x="5030" y="1570"/>
          <a:ext cx="10743817" cy="13392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1" kern="1200" dirty="0"/>
            <a:t>Definición: </a:t>
          </a:r>
          <a:r>
            <a:rPr lang="es-CO" sz="2600" b="0" kern="1200" dirty="0"/>
            <a:t>Definir, planear, desarrollar y ejecutar las políticas y procedimientos de seguridad para proveer la correcta autenticación, autorización y acceso de los activos de información.</a:t>
          </a:r>
          <a:endParaRPr lang="es-CO" sz="2600" b="1" kern="1200" dirty="0"/>
        </a:p>
      </dsp:txBody>
      <dsp:txXfrm>
        <a:off x="44255" y="40795"/>
        <a:ext cx="10665367" cy="1260803"/>
      </dsp:txXfrm>
    </dsp:sp>
    <dsp:sp modelId="{C6653791-2FEB-4465-9DF2-F5BD2AD542D0}">
      <dsp:nvSpPr>
        <dsp:cNvPr id="0" name=""/>
        <dsp:cNvSpPr/>
      </dsp:nvSpPr>
      <dsp:spPr>
        <a:xfrm>
          <a:off x="5030" y="1524605"/>
          <a:ext cx="10743817" cy="1339253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b="1" kern="1200" dirty="0"/>
            <a:t>Metas: </a:t>
          </a:r>
          <a:endParaRPr lang="es-CO" sz="1500" b="0" kern="120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b="0" kern="1200" dirty="0"/>
            <a:t>1. Habilitar el acceso apropiado a los activos de datos de la organización y evitar el no apropiado.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b="0" kern="1200" dirty="0"/>
            <a:t>2. Entender y cumplir con las regulaciones relevantes para privacidad, protección y seguridad de los activos de datos.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b="0" kern="1200" dirty="0"/>
            <a:t>3. Asegurar que la privacidad y seguridad sean de manejo desde los interesados de la organización.</a:t>
          </a:r>
          <a:endParaRPr lang="es-CO" sz="1500" b="1" kern="1200" dirty="0"/>
        </a:p>
      </dsp:txBody>
      <dsp:txXfrm>
        <a:off x="44255" y="1563830"/>
        <a:ext cx="10665367" cy="1260803"/>
      </dsp:txXfrm>
    </dsp:sp>
    <dsp:sp modelId="{FE24E332-D626-4F19-B20E-4B5F2AF96EAB}">
      <dsp:nvSpPr>
        <dsp:cNvPr id="0" name=""/>
        <dsp:cNvSpPr/>
      </dsp:nvSpPr>
      <dsp:spPr>
        <a:xfrm>
          <a:off x="5030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/>
            <a:t>Actividades: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Identificar requerimientos de seguridad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Definir políticas y estándares de seguridad de los datos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Manejar riesgos de seguridad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Implementar controles y procedimientos</a:t>
          </a:r>
        </a:p>
      </dsp:txBody>
      <dsp:txXfrm>
        <a:off x="44255" y="3086866"/>
        <a:ext cx="5182968" cy="1260803"/>
      </dsp:txXfrm>
    </dsp:sp>
    <dsp:sp modelId="{D351E2DE-4489-4425-8B5B-6170E0809E97}">
      <dsp:nvSpPr>
        <dsp:cNvPr id="0" name=""/>
        <dsp:cNvSpPr/>
      </dsp:nvSpPr>
      <dsp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/>
            <a:t>Entregables: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Arquitectura de seguridad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Políticas y estándares de privacidad, seguridad y confidencialidad</a:t>
          </a:r>
        </a:p>
      </dsp:txBody>
      <dsp:txXfrm>
        <a:off x="5526653" y="3086866"/>
        <a:ext cx="5182968" cy="126080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047B7E-107A-4E43-B15C-9062F5B850F3}">
      <dsp:nvSpPr>
        <dsp:cNvPr id="0" name=""/>
        <dsp:cNvSpPr/>
      </dsp:nvSpPr>
      <dsp:spPr>
        <a:xfrm>
          <a:off x="5030" y="1570"/>
          <a:ext cx="10743817" cy="13392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600" b="1" kern="1200" dirty="0"/>
            <a:t>Definición: </a:t>
          </a:r>
          <a:r>
            <a:rPr lang="es-CO" sz="3600" b="0" kern="1200" dirty="0"/>
            <a:t>Diseño implementación y soporte de los datos almacenados para maximizar su valor.</a:t>
          </a:r>
          <a:endParaRPr lang="es-CO" sz="3600" b="1" kern="1200" dirty="0"/>
        </a:p>
      </dsp:txBody>
      <dsp:txXfrm>
        <a:off x="44255" y="40795"/>
        <a:ext cx="10665367" cy="1260803"/>
      </dsp:txXfrm>
    </dsp:sp>
    <dsp:sp modelId="{C6653791-2FEB-4465-9DF2-F5BD2AD542D0}">
      <dsp:nvSpPr>
        <dsp:cNvPr id="0" name=""/>
        <dsp:cNvSpPr/>
      </dsp:nvSpPr>
      <dsp:spPr>
        <a:xfrm>
          <a:off x="5030" y="1524605"/>
          <a:ext cx="10743817" cy="1339253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1" kern="1200" dirty="0"/>
            <a:t>Metas: </a:t>
          </a:r>
          <a:endParaRPr lang="es-CO" sz="1600" b="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0" kern="1200" dirty="0"/>
            <a:t>1. Administrar la disponibilidad de los datos por medio del ciclo de vida de los datos.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0" kern="1200" dirty="0"/>
            <a:t>2. Asegurar la integridad de los activos de datos.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0" kern="1200" dirty="0"/>
            <a:t>3. Administrar el desempeño de las transacciones de datos.</a:t>
          </a:r>
          <a:endParaRPr lang="es-CO" sz="1600" b="1" kern="1200" dirty="0"/>
        </a:p>
      </dsp:txBody>
      <dsp:txXfrm>
        <a:off x="44255" y="1563830"/>
        <a:ext cx="10665367" cy="1260803"/>
      </dsp:txXfrm>
    </dsp:sp>
    <dsp:sp modelId="{FE24E332-D626-4F19-B20E-4B5F2AF96EAB}">
      <dsp:nvSpPr>
        <dsp:cNvPr id="0" name=""/>
        <dsp:cNvSpPr/>
      </dsp:nvSpPr>
      <dsp:spPr>
        <a:xfrm>
          <a:off x="5030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/>
            <a:t>Actividades: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Administrar la tecnología de bases de datos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Administrar las operaciones de bases de datos</a:t>
          </a:r>
        </a:p>
      </dsp:txBody>
      <dsp:txXfrm>
        <a:off x="44255" y="3086866"/>
        <a:ext cx="5182968" cy="1260803"/>
      </dsp:txXfrm>
    </dsp:sp>
    <dsp:sp modelId="{D351E2DE-4489-4425-8B5B-6170E0809E97}">
      <dsp:nvSpPr>
        <dsp:cNvPr id="0" name=""/>
        <dsp:cNvSpPr/>
      </dsp:nvSpPr>
      <dsp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/>
            <a:t>Entregables: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Criterios de evaluación tecnológica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Ambientes de bases de datos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 err="1"/>
            <a:t>Versionamiento</a:t>
          </a:r>
          <a:r>
            <a:rPr lang="es-CO" sz="1300" b="0" kern="1200" dirty="0"/>
            <a:t> de datos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Desempeño de bases de datos</a:t>
          </a:r>
        </a:p>
      </dsp:txBody>
      <dsp:txXfrm>
        <a:off x="5526653" y="3086866"/>
        <a:ext cx="5182968" cy="126080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047B7E-107A-4E43-B15C-9062F5B850F3}">
      <dsp:nvSpPr>
        <dsp:cNvPr id="0" name=""/>
        <dsp:cNvSpPr/>
      </dsp:nvSpPr>
      <dsp:spPr>
        <a:xfrm>
          <a:off x="5030" y="1570"/>
          <a:ext cx="10743817" cy="13392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b="1" kern="1200" dirty="0"/>
            <a:t>Definición: </a:t>
          </a:r>
          <a:r>
            <a:rPr lang="es-CO" sz="2200" b="0" kern="1200" dirty="0"/>
            <a:t>Proceso de descubrimiento, análisis y definición de alcance de los requerimientos de datos y comunicar dichos requerimientos en el modelo de datos. Es un proceso iterativo y puede incluir un modelo conceptual, lógico y físico.</a:t>
          </a:r>
          <a:endParaRPr lang="es-CO" sz="2200" b="1" kern="1200" dirty="0"/>
        </a:p>
      </dsp:txBody>
      <dsp:txXfrm>
        <a:off x="44255" y="40795"/>
        <a:ext cx="10665367" cy="1260803"/>
      </dsp:txXfrm>
    </dsp:sp>
    <dsp:sp modelId="{C6653791-2FEB-4465-9DF2-F5BD2AD542D0}">
      <dsp:nvSpPr>
        <dsp:cNvPr id="0" name=""/>
        <dsp:cNvSpPr/>
      </dsp:nvSpPr>
      <dsp:spPr>
        <a:xfrm>
          <a:off x="5030" y="1524605"/>
          <a:ext cx="10743817" cy="1339253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b="1" kern="1200" dirty="0"/>
            <a:t>Metas: </a:t>
          </a:r>
          <a:endParaRPr lang="es-CO" sz="1900" b="0" kern="1200" dirty="0"/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0" kern="1200" dirty="0"/>
            <a:t>Confirmar y documentar un entendimiento de las diferentes perspectivas, lo que llevará a la aplicación que pueda alinear las necesidades actuales y futuras del negocio, y crear los cimientos para completar las iniciativas de administración y gobierno de datos.</a:t>
          </a:r>
          <a:endParaRPr lang="es-CO" sz="1900" b="1" kern="1200" dirty="0"/>
        </a:p>
      </dsp:txBody>
      <dsp:txXfrm>
        <a:off x="44255" y="1563830"/>
        <a:ext cx="10665367" cy="1260803"/>
      </dsp:txXfrm>
    </dsp:sp>
    <dsp:sp modelId="{FE24E332-D626-4F19-B20E-4B5F2AF96EAB}">
      <dsp:nvSpPr>
        <dsp:cNvPr id="0" name=""/>
        <dsp:cNvSpPr/>
      </dsp:nvSpPr>
      <dsp:spPr>
        <a:xfrm>
          <a:off x="5030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/>
            <a:t>Actividades: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b="0" kern="1200" dirty="0"/>
            <a:t>Planear el modelo de datos</a:t>
          </a:r>
          <a:endParaRPr lang="es-CO" sz="1300" b="0" kern="1200" dirty="0"/>
        </a:p>
        <a:p>
          <a:pPr marL="0" lvl="0" indent="0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b="0" kern="1200" dirty="0"/>
            <a:t>Construir el modelo de datos</a:t>
          </a:r>
          <a:endParaRPr lang="es-CO" sz="1300" b="0" kern="1200" dirty="0"/>
        </a:p>
        <a:p>
          <a:pPr marL="0" lvl="0" indent="0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b="0" kern="1200" dirty="0"/>
            <a:t>Revisar el modelo de datos</a:t>
          </a:r>
          <a:endParaRPr lang="es-CO" sz="1300" b="0" kern="1200" dirty="0"/>
        </a:p>
        <a:p>
          <a:pPr marL="0" lvl="0" indent="0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b="0" kern="1200" dirty="0"/>
            <a:t>Administrar el modelo de datos</a:t>
          </a:r>
          <a:endParaRPr lang="es-CO" sz="1300" b="0" kern="1200" dirty="0"/>
        </a:p>
      </dsp:txBody>
      <dsp:txXfrm>
        <a:off x="44255" y="3086866"/>
        <a:ext cx="5182968" cy="1260803"/>
      </dsp:txXfrm>
    </dsp:sp>
    <dsp:sp modelId="{D351E2DE-4489-4425-8B5B-6170E0809E97}">
      <dsp:nvSpPr>
        <dsp:cNvPr id="0" name=""/>
        <dsp:cNvSpPr/>
      </dsp:nvSpPr>
      <dsp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/>
            <a:t>Entregables: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Modelo conceptual de datos</a:t>
          </a:r>
        </a:p>
        <a:p>
          <a:pPr marL="0" lvl="0" indent="0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Modelo lógico de datos</a:t>
          </a:r>
        </a:p>
        <a:p>
          <a:pPr marL="0" lvl="0" indent="0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Modelo físico de datos</a:t>
          </a:r>
        </a:p>
      </dsp:txBody>
      <dsp:txXfrm>
        <a:off x="5526653" y="3086866"/>
        <a:ext cx="5182968" cy="126080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047B7E-107A-4E43-B15C-9062F5B850F3}">
      <dsp:nvSpPr>
        <dsp:cNvPr id="0" name=""/>
        <dsp:cNvSpPr/>
      </dsp:nvSpPr>
      <dsp:spPr>
        <a:xfrm>
          <a:off x="5030" y="1570"/>
          <a:ext cx="10743817" cy="13392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200" b="1" kern="1200" dirty="0"/>
            <a:t>Definición: </a:t>
          </a:r>
          <a:r>
            <a:rPr lang="es-CO" sz="3200" b="0" kern="1200" dirty="0"/>
            <a:t>Administrar el movimiento y consolidación de datos dentro y entre aplicaciones de la organización.</a:t>
          </a:r>
          <a:endParaRPr lang="es-CO" sz="3200" b="1" kern="1200" dirty="0"/>
        </a:p>
      </dsp:txBody>
      <dsp:txXfrm>
        <a:off x="44255" y="40795"/>
        <a:ext cx="10665367" cy="1260803"/>
      </dsp:txXfrm>
    </dsp:sp>
    <dsp:sp modelId="{C6653791-2FEB-4465-9DF2-F5BD2AD542D0}">
      <dsp:nvSpPr>
        <dsp:cNvPr id="0" name=""/>
        <dsp:cNvSpPr/>
      </dsp:nvSpPr>
      <dsp:spPr>
        <a:xfrm>
          <a:off x="5030" y="1524605"/>
          <a:ext cx="10743817" cy="1339253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/>
            <a:t>Metas: </a:t>
          </a:r>
          <a:endParaRPr lang="es-CO" sz="1300" b="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1. Proveer los datos de manera segura cumpliendo con las regulaciones de seguridad.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2. Disminuir los costos y la complejidad por medio de la administración de modelos compartidos.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3. Identificar eventos importantes y activarlos de manera automatizada.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4. Soportar los esfuerzos analíticos de forma eficiente.</a:t>
          </a:r>
          <a:endParaRPr lang="es-CO" sz="1300" b="1" kern="1200" dirty="0"/>
        </a:p>
      </dsp:txBody>
      <dsp:txXfrm>
        <a:off x="44255" y="1563830"/>
        <a:ext cx="10665367" cy="1260803"/>
      </dsp:txXfrm>
    </dsp:sp>
    <dsp:sp modelId="{FE24E332-D626-4F19-B20E-4B5F2AF96EAB}">
      <dsp:nvSpPr>
        <dsp:cNvPr id="0" name=""/>
        <dsp:cNvSpPr/>
      </dsp:nvSpPr>
      <dsp:spPr>
        <a:xfrm>
          <a:off x="5030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/>
            <a:t>Actividades: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Planear y analizar las transacciones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Diseñar y desarrollar las soluciones de integración e interoperabilidad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Implementar y monitorear</a:t>
          </a:r>
        </a:p>
      </dsp:txBody>
      <dsp:txXfrm>
        <a:off x="44255" y="3086866"/>
        <a:ext cx="5182968" cy="1260803"/>
      </dsp:txXfrm>
    </dsp:sp>
    <dsp:sp modelId="{D351E2DE-4489-4425-8B5B-6170E0809E97}">
      <dsp:nvSpPr>
        <dsp:cNvPr id="0" name=""/>
        <dsp:cNvSpPr/>
      </dsp:nvSpPr>
      <dsp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/>
            <a:t>Entregables: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Arquitectura de integración e interoperabilidad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Especificaciones de intercambio de datos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Servicios de datos</a:t>
          </a:r>
        </a:p>
      </dsp:txBody>
      <dsp:txXfrm>
        <a:off x="5526653" y="3086866"/>
        <a:ext cx="5182968" cy="126080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047B7E-107A-4E43-B15C-9062F5B850F3}">
      <dsp:nvSpPr>
        <dsp:cNvPr id="0" name=""/>
        <dsp:cNvSpPr/>
      </dsp:nvSpPr>
      <dsp:spPr>
        <a:xfrm>
          <a:off x="5030" y="1570"/>
          <a:ext cx="10743817" cy="13392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dirty="0"/>
            <a:t>Definición: </a:t>
          </a:r>
          <a:r>
            <a:rPr lang="es-CO" sz="2000" b="0" kern="1200" dirty="0"/>
            <a:t>Identificación de las necesidades de datos de la organización, sin importar su estructura, y diseñar y mantener los planos maestros para cumplir con dichas necesidades. Uso de planos maestros para guiar la integración de datos, el control de los activos de datos, y alinear las inversiones de datos con la estrategia del negocio.</a:t>
          </a:r>
          <a:endParaRPr lang="es-CO" sz="2000" b="1" kern="1200" dirty="0"/>
        </a:p>
      </dsp:txBody>
      <dsp:txXfrm>
        <a:off x="44255" y="40795"/>
        <a:ext cx="10665367" cy="1260803"/>
      </dsp:txXfrm>
    </dsp:sp>
    <dsp:sp modelId="{C6653791-2FEB-4465-9DF2-F5BD2AD542D0}">
      <dsp:nvSpPr>
        <dsp:cNvPr id="0" name=""/>
        <dsp:cNvSpPr/>
      </dsp:nvSpPr>
      <dsp:spPr>
        <a:xfrm>
          <a:off x="5030" y="1524605"/>
          <a:ext cx="10743817" cy="1339253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1" kern="1200" dirty="0"/>
            <a:t>Metas: </a:t>
          </a:r>
          <a:endParaRPr lang="es-CO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0" kern="1200" dirty="0"/>
            <a:t>1. Identificar los requerimientos de almacenamiento y procesamiento de datos.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0" kern="1200" dirty="0"/>
            <a:t>2. Diseñar estructuras y planos para lograr los requerimientos de corto y largo plazo del negocio.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0" kern="1200" dirty="0"/>
            <a:t>3. Preparar de forma estratégica la organización para aprovechar los avances tecnológicos que permitan evolucionar los productos, servicios y datos.</a:t>
          </a:r>
          <a:endParaRPr lang="es-CO" sz="1400" b="1" kern="1200" dirty="0"/>
        </a:p>
      </dsp:txBody>
      <dsp:txXfrm>
        <a:off x="44255" y="1563830"/>
        <a:ext cx="10665367" cy="1260803"/>
      </dsp:txXfrm>
    </dsp:sp>
    <dsp:sp modelId="{FE24E332-D626-4F19-B20E-4B5F2AF96EAB}">
      <dsp:nvSpPr>
        <dsp:cNvPr id="0" name=""/>
        <dsp:cNvSpPr/>
      </dsp:nvSpPr>
      <dsp:spPr>
        <a:xfrm>
          <a:off x="5030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/>
            <a:t>Actividades: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Establecer la arquitectura de datos organizacional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Integrar con la arquitectura organizacional</a:t>
          </a:r>
        </a:p>
      </dsp:txBody>
      <dsp:txXfrm>
        <a:off x="44255" y="3086866"/>
        <a:ext cx="5182968" cy="1260803"/>
      </dsp:txXfrm>
    </dsp:sp>
    <dsp:sp modelId="{D351E2DE-4489-4425-8B5B-6170E0809E97}">
      <dsp:nvSpPr>
        <dsp:cNvPr id="0" name=""/>
        <dsp:cNvSpPr/>
      </dsp:nvSpPr>
      <dsp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/>
            <a:t>Entregables: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Diseño de la arquitectura de datos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Flujos de datos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Cadena de valor de los datos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Modelo empresarial de datos</a:t>
          </a:r>
        </a:p>
      </dsp:txBody>
      <dsp:txXfrm>
        <a:off x="5526653" y="3086866"/>
        <a:ext cx="5182968" cy="126080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047B7E-107A-4E43-B15C-9062F5B850F3}">
      <dsp:nvSpPr>
        <dsp:cNvPr id="0" name=""/>
        <dsp:cNvSpPr/>
      </dsp:nvSpPr>
      <dsp:spPr>
        <a:xfrm>
          <a:off x="5030" y="1570"/>
          <a:ext cx="10743817" cy="13392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100" b="1" kern="1200" dirty="0"/>
            <a:t>Definición: </a:t>
          </a:r>
          <a:r>
            <a:rPr lang="es-CO" sz="3100" b="0" kern="1200" dirty="0"/>
            <a:t>Planear, implementar y controlar las actividades para acceder a datos maestros de alta calidad.</a:t>
          </a:r>
          <a:endParaRPr lang="es-CO" sz="3100" b="1" kern="1200" dirty="0"/>
        </a:p>
      </dsp:txBody>
      <dsp:txXfrm>
        <a:off x="44255" y="40795"/>
        <a:ext cx="10665367" cy="1260803"/>
      </dsp:txXfrm>
    </dsp:sp>
    <dsp:sp modelId="{C6653791-2FEB-4465-9DF2-F5BD2AD542D0}">
      <dsp:nvSpPr>
        <dsp:cNvPr id="0" name=""/>
        <dsp:cNvSpPr/>
      </dsp:nvSpPr>
      <dsp:spPr>
        <a:xfrm>
          <a:off x="5030" y="1524605"/>
          <a:ext cx="10743817" cy="1339253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/>
            <a:t>Metas: </a:t>
          </a:r>
          <a:endParaRPr lang="es-CO" sz="1300" b="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1. Proveer entendimiento organizacional de términos de negocio y su uso.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2. Recolectar e integrar metadatos de diferentes fuentes.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3. Proveer una forma estandarizada de acceder a metadatos.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4. Asegurar calidad y seguridad de los metadatos</a:t>
          </a:r>
          <a:endParaRPr lang="es-CO" sz="1300" b="1" kern="1200" dirty="0"/>
        </a:p>
      </dsp:txBody>
      <dsp:txXfrm>
        <a:off x="44255" y="1563830"/>
        <a:ext cx="10665367" cy="1260803"/>
      </dsp:txXfrm>
    </dsp:sp>
    <dsp:sp modelId="{FE24E332-D626-4F19-B20E-4B5F2AF96EAB}">
      <dsp:nvSpPr>
        <dsp:cNvPr id="0" name=""/>
        <dsp:cNvSpPr/>
      </dsp:nvSpPr>
      <dsp:spPr>
        <a:xfrm>
          <a:off x="5030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 dirty="0"/>
            <a:t>Actividades: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Definir la estrategia de metadatos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Entender los requerimientos de metadatos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Definir la arquitectura de metadatos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Crear y mantener metadatos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Consultar, reportar y analizar metadatos</a:t>
          </a:r>
        </a:p>
      </dsp:txBody>
      <dsp:txXfrm>
        <a:off x="44255" y="3086866"/>
        <a:ext cx="5182968" cy="1260803"/>
      </dsp:txXfrm>
    </dsp:sp>
    <dsp:sp modelId="{D351E2DE-4489-4425-8B5B-6170E0809E97}">
      <dsp:nvSpPr>
        <dsp:cNvPr id="0" name=""/>
        <dsp:cNvSpPr/>
      </dsp:nvSpPr>
      <dsp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 dirty="0"/>
            <a:t>Entregables: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Estrategia, estándar y arquitectura de metadatos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Modelo de metadatos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Almacenamiento de metadatos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Linage de metadatos</a:t>
          </a:r>
        </a:p>
      </dsp:txBody>
      <dsp:txXfrm>
        <a:off x="5526653" y="3086866"/>
        <a:ext cx="5182968" cy="1260803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047B7E-107A-4E43-B15C-9062F5B850F3}">
      <dsp:nvSpPr>
        <dsp:cNvPr id="0" name=""/>
        <dsp:cNvSpPr/>
      </dsp:nvSpPr>
      <dsp:spPr>
        <a:xfrm>
          <a:off x="5030" y="1570"/>
          <a:ext cx="10743817" cy="13392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100" b="1" kern="1200" dirty="0"/>
            <a:t>Definición: </a:t>
          </a:r>
          <a:r>
            <a:rPr lang="es-CO" sz="3100" b="0" kern="1200" dirty="0"/>
            <a:t>Planear, implementar y controlar las actividades que busquen mantener la calidad de los datos.</a:t>
          </a:r>
          <a:endParaRPr lang="es-CO" sz="3100" b="1" kern="1200" dirty="0"/>
        </a:p>
      </dsp:txBody>
      <dsp:txXfrm>
        <a:off x="44255" y="40795"/>
        <a:ext cx="10665367" cy="1260803"/>
      </dsp:txXfrm>
    </dsp:sp>
    <dsp:sp modelId="{C6653791-2FEB-4465-9DF2-F5BD2AD542D0}">
      <dsp:nvSpPr>
        <dsp:cNvPr id="0" name=""/>
        <dsp:cNvSpPr/>
      </dsp:nvSpPr>
      <dsp:spPr>
        <a:xfrm>
          <a:off x="5030" y="1524605"/>
          <a:ext cx="10743817" cy="1339253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/>
            <a:t>Metas: </a:t>
          </a:r>
          <a:endParaRPr lang="es-CO" sz="1300" b="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1. Desarrollar un acercamiento de gobierno para hacer que los datos se ajusten a las necesidades de los usuarios.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2. Definir estándares, requerimientos y especificaciones para los controles de calidad de los datos como parte del ciclo de vida de los datos.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3. Definir e implementar procesos para medir, monitorear y reportar niveles de calidad de los datos.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4. Identificar y buscar oportunidades para mejorar la calidad de los datos a través de procesos y sistemas de mejora.</a:t>
          </a:r>
          <a:endParaRPr lang="es-CO" sz="1300" b="1" kern="1200" dirty="0"/>
        </a:p>
      </dsp:txBody>
      <dsp:txXfrm>
        <a:off x="44255" y="1563830"/>
        <a:ext cx="10665367" cy="1260803"/>
      </dsp:txXfrm>
    </dsp:sp>
    <dsp:sp modelId="{FE24E332-D626-4F19-B20E-4B5F2AF96EAB}">
      <dsp:nvSpPr>
        <dsp:cNvPr id="0" name=""/>
        <dsp:cNvSpPr/>
      </dsp:nvSpPr>
      <dsp:spPr>
        <a:xfrm>
          <a:off x="5030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 dirty="0"/>
            <a:t>Actividades: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Definir datos de alta calidad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Definir la estrategia de calidad de datos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Definir e implementar el alcance inicial de las definiciones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Identificar y priorizar mejoras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Desarrollar y desplegar operaciones de calidad de datos</a:t>
          </a:r>
        </a:p>
      </dsp:txBody>
      <dsp:txXfrm>
        <a:off x="44255" y="3086866"/>
        <a:ext cx="5182968" cy="1260803"/>
      </dsp:txXfrm>
    </dsp:sp>
    <dsp:sp modelId="{D351E2DE-4489-4425-8B5B-6170E0809E97}">
      <dsp:nvSpPr>
        <dsp:cNvPr id="0" name=""/>
        <dsp:cNvSpPr/>
      </dsp:nvSpPr>
      <dsp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 dirty="0"/>
            <a:t>Entregables: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Estrategia y marco de referencia para el programa de calidad de datos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Análisis desde el perfilamiento de datos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Reportes de calidad</a:t>
          </a:r>
        </a:p>
      </dsp:txBody>
      <dsp:txXfrm>
        <a:off x="5526653" y="3086866"/>
        <a:ext cx="5182968" cy="126080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047B7E-107A-4E43-B15C-9062F5B850F3}">
      <dsp:nvSpPr>
        <dsp:cNvPr id="0" name=""/>
        <dsp:cNvSpPr/>
      </dsp:nvSpPr>
      <dsp:spPr>
        <a:xfrm>
          <a:off x="5030" y="1570"/>
          <a:ext cx="10743817" cy="13392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b="1" kern="1200" dirty="0"/>
            <a:t>Definición: </a:t>
          </a:r>
          <a:r>
            <a:rPr lang="es-CO" sz="2700" b="0" kern="1200" dirty="0"/>
            <a:t>Ejercer la autoridad, el control y la toma de decisiones compartida sobre la administración de los activos de datos.</a:t>
          </a:r>
          <a:endParaRPr lang="es-CO" sz="2700" b="1" kern="1200" dirty="0"/>
        </a:p>
      </dsp:txBody>
      <dsp:txXfrm>
        <a:off x="44255" y="40795"/>
        <a:ext cx="10665367" cy="1260803"/>
      </dsp:txXfrm>
    </dsp:sp>
    <dsp:sp modelId="{C6653791-2FEB-4465-9DF2-F5BD2AD542D0}">
      <dsp:nvSpPr>
        <dsp:cNvPr id="0" name=""/>
        <dsp:cNvSpPr/>
      </dsp:nvSpPr>
      <dsp:spPr>
        <a:xfrm>
          <a:off x="5030" y="1524605"/>
          <a:ext cx="10743817" cy="1339253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1" kern="1200" dirty="0"/>
            <a:t>Metas: </a:t>
          </a:r>
          <a:endParaRPr lang="es-CO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0" kern="1200" dirty="0"/>
            <a:t>1. Habilitar a la organización para que administre sus datos como activos.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0" kern="1200" dirty="0"/>
            <a:t>2. Definir, aprobar, comunicar e implementar los principios, políticas, procedimientos, métricas, herramientas y responsabilidades para la administración de datos.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0" kern="1200" dirty="0"/>
            <a:t>3. Monitorear y guiar las políticas de cumplimiento, el uso de los datos y las actividades de administración.</a:t>
          </a:r>
          <a:endParaRPr lang="es-CO" sz="1400" b="1" kern="1200" dirty="0"/>
        </a:p>
      </dsp:txBody>
      <dsp:txXfrm>
        <a:off x="44255" y="1563830"/>
        <a:ext cx="10665367" cy="1260803"/>
      </dsp:txXfrm>
    </dsp:sp>
    <dsp:sp modelId="{FE24E332-D626-4F19-B20E-4B5F2AF96EAB}">
      <dsp:nvSpPr>
        <dsp:cNvPr id="0" name=""/>
        <dsp:cNvSpPr/>
      </dsp:nvSpPr>
      <dsp:spPr>
        <a:xfrm>
          <a:off x="5030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/>
            <a:t>Actividades: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Definir el gobierno de datos para la organización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Definir la estrategia de gobierno de datos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Implementar el gobierno de datos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Embeber el gobierno de datos</a:t>
          </a:r>
        </a:p>
      </dsp:txBody>
      <dsp:txXfrm>
        <a:off x="44255" y="3086866"/>
        <a:ext cx="5182968" cy="1260803"/>
      </dsp:txXfrm>
    </dsp:sp>
    <dsp:sp modelId="{D351E2DE-4489-4425-8B5B-6170E0809E97}">
      <dsp:nvSpPr>
        <dsp:cNvPr id="0" name=""/>
        <dsp:cNvSpPr/>
      </dsp:nvSpPr>
      <dsp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/>
            <a:t>Entregables: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Estrategia de gobierno de datos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Estrategia de datos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 err="1"/>
            <a:t>Roadmap</a:t>
          </a:r>
          <a:r>
            <a:rPr lang="es-CO" sz="1300" b="0" kern="1200" dirty="0"/>
            <a:t> estratégico del gobierno de datos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Principios, políticas y procesos para el gobierno de datos</a:t>
          </a:r>
        </a:p>
      </dsp:txBody>
      <dsp:txXfrm>
        <a:off x="5526653" y="3086866"/>
        <a:ext cx="5182968" cy="126080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047B7E-107A-4E43-B15C-9062F5B850F3}">
      <dsp:nvSpPr>
        <dsp:cNvPr id="0" name=""/>
        <dsp:cNvSpPr/>
      </dsp:nvSpPr>
      <dsp:spPr>
        <a:xfrm>
          <a:off x="5030" y="1570"/>
          <a:ext cx="10743817" cy="13392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900" b="1" kern="1200" dirty="0"/>
            <a:t>Definición: </a:t>
          </a:r>
          <a:r>
            <a:rPr lang="es-CO" sz="2900" b="0" kern="1200" dirty="0"/>
            <a:t>Planear, implementar y controlar actividades para el ciclo de vida de los datos en diferentes formas y medios.</a:t>
          </a:r>
          <a:endParaRPr lang="es-CO" sz="2900" b="1" kern="1200" dirty="0"/>
        </a:p>
      </dsp:txBody>
      <dsp:txXfrm>
        <a:off x="44255" y="40795"/>
        <a:ext cx="10665367" cy="1260803"/>
      </dsp:txXfrm>
    </dsp:sp>
    <dsp:sp modelId="{C6653791-2FEB-4465-9DF2-F5BD2AD542D0}">
      <dsp:nvSpPr>
        <dsp:cNvPr id="0" name=""/>
        <dsp:cNvSpPr/>
      </dsp:nvSpPr>
      <dsp:spPr>
        <a:xfrm>
          <a:off x="5030" y="1524605"/>
          <a:ext cx="10743817" cy="1339253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1" kern="1200" dirty="0"/>
            <a:t>Metas: </a:t>
          </a:r>
          <a:endParaRPr lang="es-CO" sz="1600" b="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0" kern="1200" dirty="0"/>
            <a:t>1. Cumplir con las expectativas legales y de los clientes sobre el almacenamiento de registros.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0" kern="1200" dirty="0"/>
            <a:t>2. Asegurar administración eficiente de los documentos y contenidos.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0" kern="1200" dirty="0"/>
            <a:t>3. Asegurar la integración de capacidades entre contenido estructurado y no estructurado.</a:t>
          </a:r>
          <a:endParaRPr lang="es-CO" sz="1600" b="1" kern="1200" dirty="0"/>
        </a:p>
      </dsp:txBody>
      <dsp:txXfrm>
        <a:off x="44255" y="1563830"/>
        <a:ext cx="10665367" cy="1260803"/>
      </dsp:txXfrm>
    </dsp:sp>
    <dsp:sp modelId="{FE24E332-D626-4F19-B20E-4B5F2AF96EAB}">
      <dsp:nvSpPr>
        <dsp:cNvPr id="0" name=""/>
        <dsp:cNvSpPr/>
      </dsp:nvSpPr>
      <dsp:spPr>
        <a:xfrm>
          <a:off x="5030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/>
            <a:t>Actividades: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Planear y administrar el ciclo de vida de los contenidos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Crear políticas de administración de contenidos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Definir la arquitectura de la información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Publicar y entregar contenidos</a:t>
          </a:r>
        </a:p>
      </dsp:txBody>
      <dsp:txXfrm>
        <a:off x="44255" y="3086866"/>
        <a:ext cx="5182968" cy="1260803"/>
      </dsp:txXfrm>
    </dsp:sp>
    <dsp:sp modelId="{D351E2DE-4489-4425-8B5B-6170E0809E97}">
      <dsp:nvSpPr>
        <dsp:cNvPr id="0" name=""/>
        <dsp:cNvSpPr/>
      </dsp:nvSpPr>
      <dsp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/>
            <a:t>Entregables: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Estrategia de administración de contenidos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Políticas y procedimientos</a:t>
          </a:r>
        </a:p>
      </dsp:txBody>
      <dsp:txXfrm>
        <a:off x="5526653" y="3086866"/>
        <a:ext cx="5182968" cy="1260803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047B7E-107A-4E43-B15C-9062F5B850F3}">
      <dsp:nvSpPr>
        <dsp:cNvPr id="0" name=""/>
        <dsp:cNvSpPr/>
      </dsp:nvSpPr>
      <dsp:spPr>
        <a:xfrm>
          <a:off x="5030" y="1570"/>
          <a:ext cx="10743817" cy="13392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b="1" kern="1200" dirty="0"/>
            <a:t>Definición: </a:t>
          </a:r>
          <a:r>
            <a:rPr lang="es-CO" sz="2500" b="0" kern="1200" dirty="0"/>
            <a:t>Administrar los datos compartidos para cumplir con las metas del negocio, reducir los riesgos por datos redundantes, asegurar la mayor calidad y reducir los costos de integración de datos.</a:t>
          </a:r>
          <a:endParaRPr lang="es-CO" sz="2500" b="1" kern="1200" dirty="0"/>
        </a:p>
      </dsp:txBody>
      <dsp:txXfrm>
        <a:off x="44255" y="40795"/>
        <a:ext cx="10665367" cy="1260803"/>
      </dsp:txXfrm>
    </dsp:sp>
    <dsp:sp modelId="{C6653791-2FEB-4465-9DF2-F5BD2AD542D0}">
      <dsp:nvSpPr>
        <dsp:cNvPr id="0" name=""/>
        <dsp:cNvSpPr/>
      </dsp:nvSpPr>
      <dsp:spPr>
        <a:xfrm>
          <a:off x="5030" y="1524605"/>
          <a:ext cx="10743817" cy="1339253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1" kern="1200" dirty="0"/>
            <a:t>Metas: </a:t>
          </a:r>
          <a:endParaRPr lang="es-CO" sz="1600" b="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0" kern="1200" dirty="0"/>
            <a:t>1. Habilitar el poder compartir activos de información entre los actores del negocio.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0" kern="1200" dirty="0"/>
            <a:t>2. Proveer una fuente de datos de autoridad con alta calidad.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0" kern="1200" dirty="0"/>
            <a:t>3. Disminuir el costo y complejidad de la integración de datos.</a:t>
          </a:r>
          <a:endParaRPr lang="es-CO" sz="1600" b="1" kern="1200" dirty="0"/>
        </a:p>
      </dsp:txBody>
      <dsp:txXfrm>
        <a:off x="44255" y="1563830"/>
        <a:ext cx="10665367" cy="1260803"/>
      </dsp:txXfrm>
    </dsp:sp>
    <dsp:sp modelId="{FE24E332-D626-4F19-B20E-4B5F2AF96EAB}">
      <dsp:nvSpPr>
        <dsp:cNvPr id="0" name=""/>
        <dsp:cNvSpPr/>
      </dsp:nvSpPr>
      <dsp:spPr>
        <a:xfrm>
          <a:off x="5030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/>
            <a:t>Actividades: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Identificar elementos y requerimientos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Evaluar las fuentes y activos de datos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Definir acercamientos de arquitectura y modelos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Definir administración y mantenimiento de los datos maestros</a:t>
          </a:r>
        </a:p>
      </dsp:txBody>
      <dsp:txXfrm>
        <a:off x="44255" y="3086866"/>
        <a:ext cx="5182968" cy="1260803"/>
      </dsp:txXfrm>
    </dsp:sp>
    <dsp:sp modelId="{D351E2DE-4489-4425-8B5B-6170E0809E97}">
      <dsp:nvSpPr>
        <dsp:cNvPr id="0" name=""/>
        <dsp:cNvSpPr/>
      </dsp:nvSpPr>
      <dsp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/>
            <a:t>Entregables: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Requerimientos de datos maestros y de referencia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Patrones de integración de datos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Datos de calidad reutilizables</a:t>
          </a:r>
        </a:p>
      </dsp:txBody>
      <dsp:txXfrm>
        <a:off x="5526653" y="3086866"/>
        <a:ext cx="5182968" cy="1260803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047B7E-107A-4E43-B15C-9062F5B850F3}">
      <dsp:nvSpPr>
        <dsp:cNvPr id="0" name=""/>
        <dsp:cNvSpPr/>
      </dsp:nvSpPr>
      <dsp:spPr>
        <a:xfrm>
          <a:off x="5030" y="1570"/>
          <a:ext cx="10743817" cy="13392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100" b="1" kern="1200" dirty="0"/>
            <a:t>Definición: </a:t>
          </a:r>
          <a:r>
            <a:rPr lang="es-CO" sz="3100" b="0" kern="1200" dirty="0"/>
            <a:t>Planear, implementar y controlar los procesos que ayudan a proveer soporte a los modelos de decisión.</a:t>
          </a:r>
          <a:endParaRPr lang="es-CO" sz="3100" b="1" kern="1200" dirty="0"/>
        </a:p>
      </dsp:txBody>
      <dsp:txXfrm>
        <a:off x="44255" y="40795"/>
        <a:ext cx="10665367" cy="1260803"/>
      </dsp:txXfrm>
    </dsp:sp>
    <dsp:sp modelId="{C6653791-2FEB-4465-9DF2-F5BD2AD542D0}">
      <dsp:nvSpPr>
        <dsp:cNvPr id="0" name=""/>
        <dsp:cNvSpPr/>
      </dsp:nvSpPr>
      <dsp:spPr>
        <a:xfrm>
          <a:off x="5030" y="1524605"/>
          <a:ext cx="10743817" cy="1339253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1" kern="1200" dirty="0"/>
            <a:t>Metas: </a:t>
          </a:r>
          <a:endParaRPr lang="es-CO" sz="1600" b="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0" kern="1200" dirty="0"/>
            <a:t>1. Construir y mantener el ambiente técnico y los procesos de negocio necesarios para entregar datos y soportar las necesidades organizacionales de inteligencia de negocios.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0" kern="1200" dirty="0"/>
            <a:t>2. Soportar y habilitar análisis de negocios efectivos y la toma de decisiones por colaboradores con conocimiento.</a:t>
          </a:r>
          <a:endParaRPr lang="es-CO" sz="1600" b="1" kern="1200" dirty="0"/>
        </a:p>
      </dsp:txBody>
      <dsp:txXfrm>
        <a:off x="44255" y="1563830"/>
        <a:ext cx="10665367" cy="1260803"/>
      </dsp:txXfrm>
    </dsp:sp>
    <dsp:sp modelId="{FE24E332-D626-4F19-B20E-4B5F2AF96EAB}">
      <dsp:nvSpPr>
        <dsp:cNvPr id="0" name=""/>
        <dsp:cNvSpPr/>
      </dsp:nvSpPr>
      <dsp:spPr>
        <a:xfrm>
          <a:off x="5030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 dirty="0"/>
            <a:t>Actividades: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Entender requerimientos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Definir y mantener la arquitectura BI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Desarrollar las bodegas de datos y los almacenes de datos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Poblar las bodegas de datos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Implementar el portafolio BI y mantener los productos de datos</a:t>
          </a:r>
        </a:p>
      </dsp:txBody>
      <dsp:txXfrm>
        <a:off x="44255" y="3086866"/>
        <a:ext cx="5182968" cy="1260803"/>
      </dsp:txXfrm>
    </dsp:sp>
    <dsp:sp modelId="{D351E2DE-4489-4425-8B5B-6170E0809E97}">
      <dsp:nvSpPr>
        <dsp:cNvPr id="0" name=""/>
        <dsp:cNvSpPr/>
      </dsp:nvSpPr>
      <dsp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1" kern="1200" dirty="0"/>
            <a:t>Entregables: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Arquitectura de bodegas y BI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Productos de datos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b="0" kern="1200" dirty="0"/>
            <a:t>Procesos de poblado</a:t>
          </a:r>
        </a:p>
      </dsp:txBody>
      <dsp:txXfrm>
        <a:off x="5526653" y="3086866"/>
        <a:ext cx="5182968" cy="1260803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047B7E-107A-4E43-B15C-9062F5B850F3}">
      <dsp:nvSpPr>
        <dsp:cNvPr id="0" name=""/>
        <dsp:cNvSpPr/>
      </dsp:nvSpPr>
      <dsp:spPr>
        <a:xfrm>
          <a:off x="5030" y="1570"/>
          <a:ext cx="10743817" cy="13392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1" kern="1200" dirty="0"/>
            <a:t>Definición: </a:t>
          </a:r>
          <a:r>
            <a:rPr lang="es-CO" sz="2600" b="0" kern="1200" dirty="0"/>
            <a:t>Recolección y análisis de muchos y diferentes tipos de datos para encontrar respuestas y definiciones para preguntas que no se conocen al inicio del análisis.</a:t>
          </a:r>
          <a:endParaRPr lang="es-CO" sz="2600" b="1" kern="1200" dirty="0"/>
        </a:p>
      </dsp:txBody>
      <dsp:txXfrm>
        <a:off x="44255" y="40795"/>
        <a:ext cx="10665367" cy="1260803"/>
      </dsp:txXfrm>
    </dsp:sp>
    <dsp:sp modelId="{C6653791-2FEB-4465-9DF2-F5BD2AD542D0}">
      <dsp:nvSpPr>
        <dsp:cNvPr id="0" name=""/>
        <dsp:cNvSpPr/>
      </dsp:nvSpPr>
      <dsp:spPr>
        <a:xfrm>
          <a:off x="5030" y="1524605"/>
          <a:ext cx="10743817" cy="1339253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/>
            <a:t>Metas: </a:t>
          </a:r>
          <a:endParaRPr lang="es-CO" sz="1300" b="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1. Descubrir relaciones entre datos y el negocio.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2. Soportar la integración iterativa de fuentes de datos dentro de la organización.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3. Descubrir y analizar nuevos factores que podrían afectar el negocio.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0" kern="1200" dirty="0"/>
            <a:t>4. Publicar datos usando técnicas de visualización de formas apropiadas, confiables y éticas.</a:t>
          </a:r>
          <a:endParaRPr lang="es-CO" sz="1300" b="1" kern="1200" dirty="0"/>
        </a:p>
      </dsp:txBody>
      <dsp:txXfrm>
        <a:off x="44255" y="1563830"/>
        <a:ext cx="10665367" cy="1260803"/>
      </dsp:txXfrm>
    </dsp:sp>
    <dsp:sp modelId="{FE24E332-D626-4F19-B20E-4B5F2AF96EAB}">
      <dsp:nvSpPr>
        <dsp:cNvPr id="0" name=""/>
        <dsp:cNvSpPr/>
      </dsp:nvSpPr>
      <dsp:spPr>
        <a:xfrm>
          <a:off x="5030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1" kern="1200" dirty="0"/>
            <a:t>Actividades: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0" kern="1200" dirty="0"/>
            <a:t>Definir la estrategia de </a:t>
          </a:r>
          <a:r>
            <a:rPr lang="es-CO" sz="800" b="0" kern="1200" dirty="0" err="1"/>
            <a:t>big</a:t>
          </a:r>
          <a:r>
            <a:rPr lang="es-CO" sz="800" b="0" kern="1200" dirty="0"/>
            <a:t> data y las necesidades del negocio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0" kern="1200" dirty="0"/>
            <a:t>Elegir fuentes de datos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0" kern="1200" dirty="0"/>
            <a:t>Adquirir e </a:t>
          </a:r>
          <a:r>
            <a:rPr lang="es-CO" sz="800" b="0" kern="1200" dirty="0" err="1"/>
            <a:t>ingestar</a:t>
          </a:r>
          <a:r>
            <a:rPr lang="es-CO" sz="800" b="0" kern="1200" dirty="0"/>
            <a:t> fuentes de datos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0" kern="1200" dirty="0"/>
            <a:t>Desarrollar métodos e hipótesis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0" kern="1200" dirty="0"/>
            <a:t>Integrar datos para su análisis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0" kern="1200" dirty="0"/>
            <a:t>Explorar datos usando modelos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0" kern="1200" dirty="0"/>
            <a:t>Desplegar y monitorear</a:t>
          </a:r>
        </a:p>
      </dsp:txBody>
      <dsp:txXfrm>
        <a:off x="44255" y="3086866"/>
        <a:ext cx="5182968" cy="1260803"/>
      </dsp:txXfrm>
    </dsp:sp>
    <dsp:sp modelId="{D351E2DE-4489-4425-8B5B-6170E0809E97}">
      <dsp:nvSpPr>
        <dsp:cNvPr id="0" name=""/>
        <dsp:cNvSpPr/>
      </dsp:nvSpPr>
      <dsp:spPr>
        <a:xfrm>
          <a:off x="5487428" y="3047641"/>
          <a:ext cx="5261418" cy="133925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1" kern="1200" dirty="0"/>
            <a:t>Entregables: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0" kern="1200" dirty="0"/>
            <a:t>Estrategia y estándares de Big Data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0" kern="1200" dirty="0"/>
            <a:t>Plan de fuentes de datos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0" kern="1200" dirty="0"/>
            <a:t>Identificaciones y hallazgos en los datos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0" kern="1200" dirty="0"/>
            <a:t>Hipótesis y análisis inicial de datos</a:t>
          </a:r>
        </a:p>
      </dsp:txBody>
      <dsp:txXfrm>
        <a:off x="5526653" y="3086866"/>
        <a:ext cx="5182968" cy="1260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CCF308-01F6-4C9C-8AF0-549868FF84CC}" type="datetimeFigureOut">
              <a:rPr lang="es-CO" smtClean="0"/>
              <a:t>5/01/26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51BC3-A5E8-4BB0-B94F-68AE1C0823D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1163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DF2A1-A957-40BA-B525-DCD79A08BA4A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4522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Los usuarios de toda la organización reciben los datos que necesitan para sus procesos internos buscando mejorar los ingresos.</a:t>
            </a:r>
          </a:p>
          <a:p>
            <a:r>
              <a:rPr lang="es-CO" dirty="0"/>
              <a:t>Los datos sirven para gestionar los recursos de forma eficiente, como software y hardware.</a:t>
            </a:r>
          </a:p>
          <a:p>
            <a:r>
              <a:rPr lang="es-CO" dirty="0"/>
              <a:t>Ayuda a cumplir con los marcos normativos vigentes, acceso, seguridad, protección y datos personales.</a:t>
            </a:r>
          </a:p>
          <a:p>
            <a:r>
              <a:rPr lang="es-CO" dirty="0"/>
              <a:t>Apoya a proteger información sensible.</a:t>
            </a:r>
          </a:p>
          <a:p>
            <a:r>
              <a:rPr lang="es-CO" dirty="0"/>
              <a:t>Ayuda a que los posibles riesgos operacionales se mitiguen por una mejor gestión.</a:t>
            </a:r>
          </a:p>
          <a:p>
            <a:r>
              <a:rPr lang="es-CO" dirty="0"/>
              <a:t>El acceso a los datos se democratiza manteniendo regulaciones importantes.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51BC3-A5E8-4BB0-B94F-68AE1C0823D4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3495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Asociar responsabilidades determinadas a personas que custodian los datos.</a:t>
            </a:r>
          </a:p>
          <a:p>
            <a:r>
              <a:rPr lang="es-CO" dirty="0"/>
              <a:t>Asegurar la calidad de los datos bajo seis dimensiones: precisión, integridad, coherencia, oportunidad, validez y exclusividad.</a:t>
            </a:r>
          </a:p>
          <a:p>
            <a:r>
              <a:rPr lang="es-CO" dirty="0"/>
              <a:t>Darle uso a los datos desde la recolección, pasando por el almacenamiento y el uso.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51BC3-A5E8-4BB0-B94F-68AE1C0823D4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7728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O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O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BB84-7B78-4D5B-B973-9E0CA68A73EF}" type="datetimeFigureOut">
              <a:rPr lang="es-CO" smtClean="0"/>
              <a:t>5/01/26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295BC2C2-8EBB-4C95-8ABF-632A9C1355B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0979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O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BB84-7B78-4D5B-B973-9E0CA68A73EF}" type="datetimeFigureOut">
              <a:rPr lang="es-CO" smtClean="0"/>
              <a:t>5/01/26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BC2C2-8EBB-4C95-8ABF-632A9C1355B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0789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O"/>
          </a:p>
        </p:txBody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BB84-7B78-4D5B-B973-9E0CA68A73EF}" type="datetimeFigureOut">
              <a:rPr lang="es-CO" smtClean="0"/>
              <a:t>5/01/26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295BC2C2-8EBB-4C95-8ABF-632A9C1355B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4626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BB84-7B78-4D5B-B973-9E0CA68A73EF}" type="datetimeFigureOut">
              <a:rPr lang="es-CO" smtClean="0"/>
              <a:t>5/01/26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BC2C2-8EBB-4C95-8ABF-632A9C1355B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6087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BB84-7B78-4D5B-B973-9E0CA68A73EF}" type="datetimeFigureOut">
              <a:rPr lang="es-CO" smtClean="0"/>
              <a:t>5/01/26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BC2C2-8EBB-4C95-8ABF-632A9C1355B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6500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O"/>
          </a:p>
        </p:txBody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BB84-7B78-4D5B-B973-9E0CA68A73EF}" type="datetimeFigureOut">
              <a:rPr lang="es-CO" smtClean="0"/>
              <a:t>5/01/26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BC2C2-8EBB-4C95-8ABF-632A9C1355B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08145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BB84-7B78-4D5B-B973-9E0CA68A73EF}" type="datetimeFigureOut">
              <a:rPr lang="es-CO" smtClean="0"/>
              <a:t>5/01/26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BC2C2-8EBB-4C95-8ABF-632A9C1355B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8772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BB84-7B78-4D5B-B973-9E0CA68A73EF}" type="datetimeFigureOut">
              <a:rPr lang="es-CO" smtClean="0"/>
              <a:t>5/01/26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BC2C2-8EBB-4C95-8ABF-632A9C1355B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0918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BB84-7B78-4D5B-B973-9E0CA68A73EF}" type="datetimeFigureOut">
              <a:rPr lang="es-CO" smtClean="0"/>
              <a:t>5/01/26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BC2C2-8EBB-4C95-8ABF-632A9C1355B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9470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BB84-7B78-4D5B-B973-9E0CA68A73EF}" type="datetimeFigureOut">
              <a:rPr lang="es-CO" smtClean="0"/>
              <a:t>5/01/26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295BC2C2-8EBB-4C95-8ABF-632A9C1355B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1629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O"/>
          </a:p>
        </p:txBody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BB84-7B78-4D5B-B973-9E0CA68A73EF}" type="datetimeFigureOut">
              <a:rPr lang="es-CO" smtClean="0"/>
              <a:t>5/01/26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295BC2C2-8EBB-4C95-8ABF-632A9C1355B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38867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BB84-7B78-4D5B-B973-9E0CA68A73EF}" type="datetimeFigureOut">
              <a:rPr lang="es-CO" smtClean="0"/>
              <a:t>5/01/26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95BC2C2-8EBB-4C95-8ABF-632A9C1355BF}" type="slidenum">
              <a:rPr lang="es-CO" smtClean="0"/>
              <a:t>‹#›</a:t>
            </a:fld>
            <a:endParaRPr lang="es-CO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3800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BB84-7B78-4D5B-B973-9E0CA68A73EF}" type="datetimeFigureOut">
              <a:rPr lang="es-CO" smtClean="0"/>
              <a:t>5/01/26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95BC2C2-8EBB-4C95-8ABF-632A9C1355B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43141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BB84-7B78-4D5B-B973-9E0CA68A73EF}" type="datetimeFigureOut">
              <a:rPr lang="es-CO" smtClean="0"/>
              <a:t>5/01/26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BC2C2-8EBB-4C95-8ABF-632A9C1355B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0765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BB84-7B78-4D5B-B973-9E0CA68A73EF}" type="datetimeFigureOut">
              <a:rPr lang="es-CO" smtClean="0"/>
              <a:t>5/01/26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BC2C2-8EBB-4C95-8ABF-632A9C1355B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240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BB84-7B78-4D5B-B973-9E0CA68A73EF}" type="datetimeFigureOut">
              <a:rPr lang="es-CO" smtClean="0"/>
              <a:t>5/01/26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BC2C2-8EBB-4C95-8ABF-632A9C1355B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16739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4539BB84-7B78-4D5B-B973-9E0CA68A73EF}" type="datetimeFigureOut">
              <a:rPr lang="es-CO" smtClean="0"/>
              <a:t>5/01/26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295BC2C2-8EBB-4C95-8ABF-632A9C1355B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298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9BB84-7B78-4D5B-B973-9E0CA68A73EF}" type="datetimeFigureOut">
              <a:rPr lang="es-CO" smtClean="0"/>
              <a:t>5/01/26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BC2C2-8EBB-4C95-8ABF-632A9C1355B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1224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8.png"/><Relationship Id="rId9" Type="http://schemas.microsoft.com/office/2007/relationships/diagramDrawing" Target="../diagrams/drawing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8.png"/><Relationship Id="rId9" Type="http://schemas.microsoft.com/office/2007/relationships/diagramDrawing" Target="../diagrams/drawing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31.jpe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E5A60-FAFC-BC99-880B-5FD7D85FC0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INGENIERÍA DE DATOS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59E0AD-2D19-7657-6A0B-A213AE1A8E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INGENIERÍA DE SISTEMAS Y COMPUTACIÓN</a:t>
            </a:r>
          </a:p>
        </p:txBody>
      </p:sp>
    </p:spTree>
    <p:extLst>
      <p:ext uri="{BB962C8B-B14F-4D97-AF65-F5344CB8AC3E}">
        <p14:creationId xmlns:p14="http://schemas.microsoft.com/office/powerpoint/2010/main" val="4201731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97529DD-0019-4F2B-AAE6-A82A2FADB6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476453-89B8-4D0E-BDE0-0446B97F5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B7E5A1-5C08-4455-A219-804981D6B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B19486B-DD4C-4473-9FF8-3E3FB1542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CE1431-75FA-49CE-A7AC-42816EFBC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7E11A8B-D353-4867-842B-40B7BABC9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22" name="Rectangle 21">
              <a:extLst>
                <a:ext uri="{FF2B5EF4-FFF2-40B4-BE49-F238E27FC236}">
                  <a16:creationId xmlns:a16="http://schemas.microsoft.com/office/drawing/2014/main" id="{F0C50D17-020B-418B-BE67-DC7DEA17D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E9D5520-887C-4E25-9F91-49EBA2FB3F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7" name="Picture 6" descr="Gráfico económico digital">
            <a:extLst>
              <a:ext uri="{FF2B5EF4-FFF2-40B4-BE49-F238E27FC236}">
                <a16:creationId xmlns:a16="http://schemas.microsoft.com/office/drawing/2014/main" id="{5AF069E4-242F-D8ED-7E02-F0CACD8885C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2651" r="17362" b="-2"/>
          <a:stretch/>
        </p:blipFill>
        <p:spPr>
          <a:xfrm>
            <a:off x="6096000" y="10"/>
            <a:ext cx="6092823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2E52CAC-158C-4DC7-AA1C-F582FFF73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6499753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8A5F9B1-0C98-D188-FBB4-B311F3AC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041629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GESTIÓN DE DATOS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3211ECD-2CC2-43D9-A32B-E8669250E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6492240" cy="26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16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2ACDF43-4D5A-4FD1-8E75-7DCB2EA8B752}"/>
              </a:ext>
            </a:extLst>
          </p:cNvPr>
          <p:cNvSpPr/>
          <p:nvPr/>
        </p:nvSpPr>
        <p:spPr>
          <a:xfrm>
            <a:off x="339074" y="2874762"/>
            <a:ext cx="4982547" cy="36576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>
                <a:solidFill>
                  <a:schemeClr val="bg1"/>
                </a:solidFill>
                <a:latin typeface="Lato" panose="020F0502020204030203" pitchFamily="34" charset="0"/>
              </a:rPr>
              <a:t>Planear, controlar y entregar activos de información por medio de las disciplinas de desarrollo, ejecución y supervisión de planes, políticas, programas, proyectos, procesos y procedimientos que controlen, protejan, entreguen y mejoren el valor de los datos y los activos de información</a:t>
            </a:r>
            <a:endParaRPr lang="es-CO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pic>
        <p:nvPicPr>
          <p:cNvPr id="15362" name="Picture 2" descr="https://valuekeep.com/wp-content/uploads/2023/01/gestion-de-activos.png">
            <a:extLst>
              <a:ext uri="{FF2B5EF4-FFF2-40B4-BE49-F238E27FC236}">
                <a16:creationId xmlns:a16="http://schemas.microsoft.com/office/drawing/2014/main" id="{1685A722-FDDC-4879-8923-0A2784497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352" y="1731762"/>
            <a:ext cx="64008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7FE48636-B4E8-EA7F-DB37-1410F421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Función de la gestión de datos</a:t>
            </a:r>
          </a:p>
        </p:txBody>
      </p:sp>
    </p:spTree>
    <p:extLst>
      <p:ext uri="{BB962C8B-B14F-4D97-AF65-F5344CB8AC3E}">
        <p14:creationId xmlns:p14="http://schemas.microsoft.com/office/powerpoint/2010/main" val="120937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7F32DDC-3069-4AF4-99D2-34B1F7FCA432}"/>
              </a:ext>
            </a:extLst>
          </p:cNvPr>
          <p:cNvSpPr/>
          <p:nvPr/>
        </p:nvSpPr>
        <p:spPr>
          <a:xfrm>
            <a:off x="867747" y="2280028"/>
            <a:ext cx="2192694" cy="3881535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600" dirty="0">
                <a:solidFill>
                  <a:schemeClr val="bg1"/>
                </a:solidFill>
                <a:latin typeface="Lato" panose="020F0502020204030203" pitchFamily="34" charset="0"/>
              </a:rPr>
              <a:t>La gestión de datos efectiva requiere del compromiso de los líderes</a:t>
            </a:r>
            <a:endParaRPr lang="es-CO" sz="1600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8B3284B-DDAC-43D4-A44D-D5CBDF4F41F3}"/>
              </a:ext>
            </a:extLst>
          </p:cNvPr>
          <p:cNvSpPr/>
          <p:nvPr/>
        </p:nvSpPr>
        <p:spPr>
          <a:xfrm>
            <a:off x="3212841" y="2280027"/>
            <a:ext cx="2192694" cy="1894115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400" b="1" dirty="0">
                <a:solidFill>
                  <a:schemeClr val="bg1"/>
                </a:solidFill>
                <a:latin typeface="Lato" panose="020F0502020204030203" pitchFamily="34" charset="0"/>
              </a:rPr>
              <a:t>Los datos son valiosos, </a:t>
            </a:r>
            <a:r>
              <a:rPr lang="es-MX" sz="1400" dirty="0">
                <a:solidFill>
                  <a:schemeClr val="bg1"/>
                </a:solidFill>
                <a:latin typeface="Lato" panose="020F0502020204030203" pitchFamily="34" charset="0"/>
              </a:rPr>
              <a:t>son activos con propiedades únicas y su valor debe ser expresado en términos económicos</a:t>
            </a:r>
            <a:endParaRPr lang="es-CO" sz="1400" b="1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4EAEDB2-3E39-452D-807C-99B81E92C955}"/>
              </a:ext>
            </a:extLst>
          </p:cNvPr>
          <p:cNvSpPr/>
          <p:nvPr/>
        </p:nvSpPr>
        <p:spPr>
          <a:xfrm>
            <a:off x="3212841" y="4267448"/>
            <a:ext cx="2192694" cy="1894115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  <a:latin typeface="Lato" panose="020F0502020204030203" pitchFamily="34" charset="0"/>
              </a:rPr>
              <a:t>Los requerimientos de datos son requerimientos del negocio</a:t>
            </a:r>
            <a:endParaRPr lang="es-CO" sz="1600" b="1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97EB221-405E-4A7C-9671-5AC9618E5E0D}"/>
              </a:ext>
            </a:extLst>
          </p:cNvPr>
          <p:cNvSpPr/>
          <p:nvPr/>
        </p:nvSpPr>
        <p:spPr>
          <a:xfrm>
            <a:off x="5557934" y="4267448"/>
            <a:ext cx="6151983" cy="37322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600" dirty="0">
                <a:solidFill>
                  <a:schemeClr val="bg1"/>
                </a:solidFill>
                <a:latin typeface="Lato" panose="020F0502020204030203" pitchFamily="34" charset="0"/>
              </a:rPr>
              <a:t>Gestionar los datos significa gestionar su calidad</a:t>
            </a:r>
            <a:endParaRPr lang="es-CO" sz="1600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D62E1F22-455C-4A46-A828-199D19E71926}"/>
              </a:ext>
            </a:extLst>
          </p:cNvPr>
          <p:cNvSpPr/>
          <p:nvPr/>
        </p:nvSpPr>
        <p:spPr>
          <a:xfrm>
            <a:off x="5557933" y="4733974"/>
            <a:ext cx="6151983" cy="37322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600" dirty="0">
                <a:solidFill>
                  <a:schemeClr val="bg1"/>
                </a:solidFill>
                <a:latin typeface="Lato" panose="020F0502020204030203" pitchFamily="34" charset="0"/>
              </a:rPr>
              <a:t>Se requieren metadatos para gestionar datos</a:t>
            </a:r>
            <a:endParaRPr lang="es-CO" sz="1600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985DDD9-07AA-4F3C-91B3-4A7AAEB8D05E}"/>
              </a:ext>
            </a:extLst>
          </p:cNvPr>
          <p:cNvSpPr/>
          <p:nvPr/>
        </p:nvSpPr>
        <p:spPr>
          <a:xfrm>
            <a:off x="5557935" y="5222268"/>
            <a:ext cx="6151983" cy="37322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600" dirty="0">
                <a:solidFill>
                  <a:schemeClr val="bg1"/>
                </a:solidFill>
                <a:latin typeface="Lato" panose="020F0502020204030203" pitchFamily="34" charset="0"/>
              </a:rPr>
              <a:t>Se requiere planificación para gestionar los datos</a:t>
            </a:r>
            <a:endParaRPr lang="es-CO" sz="1600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CD04755-10E9-420E-A753-84E6C59DFC36}"/>
              </a:ext>
            </a:extLst>
          </p:cNvPr>
          <p:cNvSpPr/>
          <p:nvPr/>
        </p:nvSpPr>
        <p:spPr>
          <a:xfrm>
            <a:off x="5557934" y="5688794"/>
            <a:ext cx="6151983" cy="37322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600" dirty="0">
                <a:solidFill>
                  <a:schemeClr val="bg1"/>
                </a:solidFill>
                <a:latin typeface="Lato" panose="020F0502020204030203" pitchFamily="34" charset="0"/>
              </a:rPr>
              <a:t>Los requerimientos de datos deben guiar las decisiones de TI</a:t>
            </a:r>
            <a:endParaRPr lang="es-CO" sz="1600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EDBCA93F-C682-46AF-A9A6-2BE55A8AE31D}"/>
              </a:ext>
            </a:extLst>
          </p:cNvPr>
          <p:cNvSpPr/>
          <p:nvPr/>
        </p:nvSpPr>
        <p:spPr>
          <a:xfrm>
            <a:off x="5604587" y="2280026"/>
            <a:ext cx="2192694" cy="9360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400" b="1" dirty="0">
                <a:solidFill>
                  <a:schemeClr val="bg1"/>
                </a:solidFill>
                <a:latin typeface="Lato" panose="020F0502020204030203" pitchFamily="34" charset="0"/>
              </a:rPr>
              <a:t>La gestión de datos depende de diversas habilidades</a:t>
            </a:r>
            <a:endParaRPr lang="es-CO" sz="1400" b="1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79DC5499-05EC-4B6E-A60F-BF2AF0875E39}"/>
              </a:ext>
            </a:extLst>
          </p:cNvPr>
          <p:cNvSpPr/>
          <p:nvPr/>
        </p:nvSpPr>
        <p:spPr>
          <a:xfrm>
            <a:off x="5604587" y="3238142"/>
            <a:ext cx="2192694" cy="9360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400" b="1" dirty="0">
                <a:solidFill>
                  <a:schemeClr val="bg1"/>
                </a:solidFill>
                <a:latin typeface="Lato" panose="020F0502020204030203" pitchFamily="34" charset="0"/>
              </a:rPr>
              <a:t>La gestión de datos es la gestión del ciclo de vida</a:t>
            </a:r>
            <a:endParaRPr lang="es-CO" sz="1400" b="1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CC752EF4-34F3-45A0-86A5-751503F8CB11}"/>
              </a:ext>
            </a:extLst>
          </p:cNvPr>
          <p:cNvSpPr/>
          <p:nvPr/>
        </p:nvSpPr>
        <p:spPr>
          <a:xfrm>
            <a:off x="7893700" y="2285658"/>
            <a:ext cx="3816217" cy="4320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400" dirty="0">
                <a:solidFill>
                  <a:schemeClr val="bg1"/>
                </a:solidFill>
                <a:latin typeface="Lato" panose="020F0502020204030203" pitchFamily="34" charset="0"/>
              </a:rPr>
              <a:t>La gestión de datos es multifuncional</a:t>
            </a:r>
            <a:endParaRPr lang="es-CO" sz="1400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6FE9D70D-7B3F-4E45-8F9D-E138B4664DE3}"/>
              </a:ext>
            </a:extLst>
          </p:cNvPr>
          <p:cNvSpPr/>
          <p:nvPr/>
        </p:nvSpPr>
        <p:spPr>
          <a:xfrm>
            <a:off x="7893699" y="2782683"/>
            <a:ext cx="3816217" cy="4320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400" dirty="0">
                <a:solidFill>
                  <a:schemeClr val="bg1"/>
                </a:solidFill>
                <a:latin typeface="Lato" panose="020F0502020204030203" pitchFamily="34" charset="0"/>
              </a:rPr>
              <a:t>Requiere una perspectiva empresarial</a:t>
            </a:r>
            <a:endParaRPr lang="es-CO" sz="1400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51690B4D-FD5A-44DA-A2AA-9776B8359DD3}"/>
              </a:ext>
            </a:extLst>
          </p:cNvPr>
          <p:cNvSpPr/>
          <p:nvPr/>
        </p:nvSpPr>
        <p:spPr>
          <a:xfrm>
            <a:off x="7893699" y="3248377"/>
            <a:ext cx="3816217" cy="4320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200" dirty="0">
                <a:solidFill>
                  <a:schemeClr val="bg1"/>
                </a:solidFill>
                <a:latin typeface="Lato" panose="020F0502020204030203" pitchFamily="34" charset="0"/>
              </a:rPr>
              <a:t>Diferentes tipos de datos tienen diferentes características de ciclo de vida</a:t>
            </a:r>
            <a:endParaRPr lang="es-CO" sz="1200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12526CB8-A437-4F88-883A-FABD67AEDD9B}"/>
              </a:ext>
            </a:extLst>
          </p:cNvPr>
          <p:cNvSpPr/>
          <p:nvPr/>
        </p:nvSpPr>
        <p:spPr>
          <a:xfrm>
            <a:off x="7893698" y="3745402"/>
            <a:ext cx="3816217" cy="4320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200" dirty="0">
                <a:solidFill>
                  <a:schemeClr val="bg1"/>
                </a:solidFill>
                <a:latin typeface="Lato" panose="020F0502020204030203" pitchFamily="34" charset="0"/>
              </a:rPr>
              <a:t>Incluye la gestión de los riesgos asociados con los datos</a:t>
            </a:r>
            <a:endParaRPr lang="es-CO" sz="1200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0B0A7B7-8312-EF1B-AEBB-D5A71BDE1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Principios de la gestión de datos</a:t>
            </a:r>
          </a:p>
        </p:txBody>
      </p:sp>
    </p:spTree>
    <p:extLst>
      <p:ext uri="{BB962C8B-B14F-4D97-AF65-F5344CB8AC3E}">
        <p14:creationId xmlns:p14="http://schemas.microsoft.com/office/powerpoint/2010/main" val="1057714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6C60EB3-476B-1C47-80ED-5ACF673ABB9C}"/>
              </a:ext>
            </a:extLst>
          </p:cNvPr>
          <p:cNvSpPr txBox="1"/>
          <p:nvPr/>
        </p:nvSpPr>
        <p:spPr>
          <a:xfrm>
            <a:off x="493161" y="2012618"/>
            <a:ext cx="10255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“Las organizaciones que no entienden la importancia abrumadora de la administración de los datos e información como activos tangibles en la nueva economía no sobrevivirá” </a:t>
            </a:r>
            <a:r>
              <a:rPr lang="es-MX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Tom Peters, 2021</a:t>
            </a:r>
            <a:endParaRPr lang="es-CO" b="1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C24B448-D569-4C12-B4F7-5062917E5320}"/>
              </a:ext>
            </a:extLst>
          </p:cNvPr>
          <p:cNvSpPr/>
          <p:nvPr/>
        </p:nvSpPr>
        <p:spPr>
          <a:xfrm>
            <a:off x="3153747" y="5720173"/>
            <a:ext cx="2286000" cy="106369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68580" tIns="34290" rIns="68580" bIns="34290" numCol="1" spcCol="1270" anchor="ctr" anchorCtr="0">
            <a:noAutofit/>
          </a:bodyPr>
          <a:lstStyle/>
          <a:p>
            <a:pPr algn="ctr"/>
            <a:r>
              <a:rPr lang="es-MX" dirty="0">
                <a:solidFill>
                  <a:schemeClr val="bg1"/>
                </a:solidFill>
                <a:latin typeface="Lato" panose="020F0502020204030203" pitchFamily="34" charset="0"/>
              </a:rPr>
              <a:t>Datos</a:t>
            </a:r>
            <a:endParaRPr lang="es-CO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20FD753-C864-44A8-A2B1-99C843958315}"/>
              </a:ext>
            </a:extLst>
          </p:cNvPr>
          <p:cNvSpPr/>
          <p:nvPr/>
        </p:nvSpPr>
        <p:spPr>
          <a:xfrm>
            <a:off x="4901682" y="4502582"/>
            <a:ext cx="2286000" cy="106369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68580" tIns="34290" rIns="68580" bIns="34290" numCol="1" spcCol="1270" anchor="ctr" anchorCtr="0">
            <a:noAutofit/>
          </a:bodyPr>
          <a:lstStyle/>
          <a:p>
            <a:pPr algn="ctr"/>
            <a:r>
              <a:rPr lang="es-MX" dirty="0">
                <a:solidFill>
                  <a:schemeClr val="bg1"/>
                </a:solidFill>
                <a:latin typeface="Lato" panose="020F0502020204030203" pitchFamily="34" charset="0"/>
              </a:rPr>
              <a:t>Información</a:t>
            </a:r>
            <a:endParaRPr lang="es-CO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1DC5C35-E72E-4D47-BFD6-9FB0DCBC1720}"/>
              </a:ext>
            </a:extLst>
          </p:cNvPr>
          <p:cNvSpPr/>
          <p:nvPr/>
        </p:nvSpPr>
        <p:spPr>
          <a:xfrm>
            <a:off x="6660434" y="3324406"/>
            <a:ext cx="2286000" cy="106369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68580" tIns="34290" rIns="68580" bIns="34290" numCol="1" spcCol="1270" anchor="ctr" anchorCtr="0">
            <a:noAutofit/>
          </a:bodyPr>
          <a:lstStyle/>
          <a:p>
            <a:pPr algn="ctr"/>
            <a:r>
              <a:rPr lang="es-MX" dirty="0">
                <a:solidFill>
                  <a:schemeClr val="bg1"/>
                </a:solidFill>
                <a:latin typeface="Lato" panose="020F0502020204030203" pitchFamily="34" charset="0"/>
              </a:rPr>
              <a:t>Conocimiento</a:t>
            </a:r>
            <a:endParaRPr lang="es-CO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6" name="Flecha: doblada 5">
            <a:extLst>
              <a:ext uri="{FF2B5EF4-FFF2-40B4-BE49-F238E27FC236}">
                <a16:creationId xmlns:a16="http://schemas.microsoft.com/office/drawing/2014/main" id="{645B6B34-4B4D-48FD-8854-51DA08B6E4E7}"/>
              </a:ext>
            </a:extLst>
          </p:cNvPr>
          <p:cNvSpPr/>
          <p:nvPr/>
        </p:nvSpPr>
        <p:spPr>
          <a:xfrm>
            <a:off x="3834881" y="4675113"/>
            <a:ext cx="923731" cy="937820"/>
          </a:xfrm>
          <a:prstGeom prst="bentArrow">
            <a:avLst/>
          </a:prstGeom>
          <a:solidFill>
            <a:srgbClr val="44546A"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E7E6E6"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O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10" name="Flecha: doblada 9">
            <a:extLst>
              <a:ext uri="{FF2B5EF4-FFF2-40B4-BE49-F238E27FC236}">
                <a16:creationId xmlns:a16="http://schemas.microsoft.com/office/drawing/2014/main" id="{FF7C9824-FC4F-41C7-B67F-CC040FE0D675}"/>
              </a:ext>
            </a:extLst>
          </p:cNvPr>
          <p:cNvSpPr/>
          <p:nvPr/>
        </p:nvSpPr>
        <p:spPr>
          <a:xfrm>
            <a:off x="5573555" y="3507519"/>
            <a:ext cx="923731" cy="937820"/>
          </a:xfrm>
          <a:prstGeom prst="bentArrow">
            <a:avLst/>
          </a:prstGeom>
          <a:solidFill>
            <a:srgbClr val="44546A">
              <a:hueOff val="0"/>
              <a:satOff val="0"/>
              <a:lumOff val="0"/>
              <a:alphaOff val="0"/>
            </a:srgbClr>
          </a:solidFill>
          <a:ln w="12700" cap="flat" cmpd="sng" algn="ctr">
            <a:solidFill>
              <a:srgbClr val="E7E6E6"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O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C894992-273A-412B-A850-3D56A6024ED8}"/>
              </a:ext>
            </a:extLst>
          </p:cNvPr>
          <p:cNvSpPr txBox="1"/>
          <p:nvPr/>
        </p:nvSpPr>
        <p:spPr>
          <a:xfrm>
            <a:off x="2133115" y="4308299"/>
            <a:ext cx="1558696" cy="1200329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latin typeface="Lato" panose="020F0502020204030203" pitchFamily="34" charset="0"/>
              </a:rPr>
              <a:t>Definición</a:t>
            </a:r>
          </a:p>
          <a:p>
            <a:r>
              <a:rPr lang="es-MX" dirty="0">
                <a:latin typeface="Lato" panose="020F0502020204030203" pitchFamily="34" charset="0"/>
              </a:rPr>
              <a:t>Formato</a:t>
            </a:r>
          </a:p>
          <a:p>
            <a:r>
              <a:rPr lang="es-MX" dirty="0">
                <a:latin typeface="Lato" panose="020F0502020204030203" pitchFamily="34" charset="0"/>
              </a:rPr>
              <a:t>Temporalidad</a:t>
            </a:r>
          </a:p>
          <a:p>
            <a:r>
              <a:rPr lang="es-MX" dirty="0">
                <a:latin typeface="Lato" panose="020F0502020204030203" pitchFamily="34" charset="0"/>
              </a:rPr>
              <a:t>Relevancia</a:t>
            </a:r>
            <a:endParaRPr lang="es-CO" dirty="0">
              <a:latin typeface="Lato" panose="020F0502020204030203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9D967AB-EDCF-4CA4-8AB7-FCF754C94129}"/>
              </a:ext>
            </a:extLst>
          </p:cNvPr>
          <p:cNvSpPr txBox="1"/>
          <p:nvPr/>
        </p:nvSpPr>
        <p:spPr>
          <a:xfrm>
            <a:off x="3096132" y="3128685"/>
            <a:ext cx="2395849" cy="92333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s-MX" dirty="0">
                <a:latin typeface="Lato" panose="020F0502020204030203" pitchFamily="34" charset="0"/>
              </a:rPr>
              <a:t>Patrones y tendencias</a:t>
            </a:r>
          </a:p>
          <a:p>
            <a:r>
              <a:rPr lang="es-MX" dirty="0">
                <a:latin typeface="Lato" panose="020F0502020204030203" pitchFamily="34" charset="0"/>
              </a:rPr>
              <a:t>Relaciones</a:t>
            </a:r>
          </a:p>
          <a:p>
            <a:r>
              <a:rPr lang="es-MX" dirty="0">
                <a:latin typeface="Lato" panose="020F0502020204030203" pitchFamily="34" charset="0"/>
              </a:rPr>
              <a:t>Hipótesis</a:t>
            </a:r>
            <a:endParaRPr lang="es-CO" dirty="0">
              <a:latin typeface="Lato" panose="020F0502020204030203" pitchFamily="34" charset="0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05F5B1C-65A1-51E0-0B5C-0DA4C1591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Datos como un activo empresarial</a:t>
            </a:r>
          </a:p>
        </p:txBody>
      </p:sp>
    </p:spTree>
    <p:extLst>
      <p:ext uri="{BB962C8B-B14F-4D97-AF65-F5344CB8AC3E}">
        <p14:creationId xmlns:p14="http://schemas.microsoft.com/office/powerpoint/2010/main" val="1153959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6C60EB3-476B-1C47-80ED-5ACF673ABB9C}"/>
              </a:ext>
            </a:extLst>
          </p:cNvPr>
          <p:cNvSpPr txBox="1"/>
          <p:nvPr/>
        </p:nvSpPr>
        <p:spPr>
          <a:xfrm>
            <a:off x="5401075" y="828012"/>
            <a:ext cx="38997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Valor: </a:t>
            </a:r>
            <a:r>
              <a:rPr lang="es-MX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Diferencia entre el costo de una cosa y el beneficio obtenido de esa cosa.</a:t>
            </a:r>
            <a:endParaRPr lang="es-CO" b="1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0A45BAC4-540E-443F-AAC1-161FC08B7325}"/>
              </a:ext>
            </a:extLst>
          </p:cNvPr>
          <p:cNvSpPr/>
          <p:nvPr/>
        </p:nvSpPr>
        <p:spPr>
          <a:xfrm>
            <a:off x="684245" y="2112106"/>
            <a:ext cx="2509935" cy="46800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>
                <a:solidFill>
                  <a:schemeClr val="bg1"/>
                </a:solidFill>
                <a:latin typeface="Lato" panose="020F0502020204030203" pitchFamily="34" charset="0"/>
              </a:rPr>
              <a:t>Enfoque de cálculo del valor del dato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6E3D115B-8209-499A-BA65-1E872E2EE629}"/>
              </a:ext>
            </a:extLst>
          </p:cNvPr>
          <p:cNvSpPr/>
          <p:nvPr/>
        </p:nvSpPr>
        <p:spPr>
          <a:xfrm>
            <a:off x="3390123" y="2112106"/>
            <a:ext cx="2509935" cy="1440000"/>
          </a:xfrm>
          <a:prstGeom prst="roundRect">
            <a:avLst/>
          </a:prstGeom>
          <a:noFill/>
          <a:ln w="381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</a:rPr>
              <a:t>Costo de obtener y almacenar los datos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1ADE4FC4-B91A-4F9F-86DE-01B0351E4B05}"/>
              </a:ext>
            </a:extLst>
          </p:cNvPr>
          <p:cNvSpPr/>
          <p:nvPr/>
        </p:nvSpPr>
        <p:spPr>
          <a:xfrm>
            <a:off x="3390122" y="5352106"/>
            <a:ext cx="2509935" cy="1440000"/>
          </a:xfrm>
          <a:prstGeom prst="roundRect">
            <a:avLst/>
          </a:prstGeom>
          <a:noFill/>
          <a:ln w="381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</a:rPr>
              <a:t>¿Qué competidores pagarían por los datos?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81982C1A-C888-4C84-84F4-1B7B57E407C5}"/>
              </a:ext>
            </a:extLst>
          </p:cNvPr>
          <p:cNvSpPr/>
          <p:nvPr/>
        </p:nvSpPr>
        <p:spPr>
          <a:xfrm>
            <a:off x="3390123" y="3732106"/>
            <a:ext cx="2509935" cy="1440000"/>
          </a:xfrm>
          <a:prstGeom prst="roundRect">
            <a:avLst/>
          </a:prstGeom>
          <a:noFill/>
          <a:ln w="381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</a:rPr>
              <a:t>Costo de la mitigación del riesgo y costo potencial de los riesgos asociados con los datos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E6C8360-0A9B-4AFD-9F92-607062659A83}"/>
              </a:ext>
            </a:extLst>
          </p:cNvPr>
          <p:cNvSpPr/>
          <p:nvPr/>
        </p:nvSpPr>
        <p:spPr>
          <a:xfrm>
            <a:off x="6095998" y="2112106"/>
            <a:ext cx="2509935" cy="1440000"/>
          </a:xfrm>
          <a:prstGeom prst="roundRect">
            <a:avLst/>
          </a:prstGeom>
          <a:noFill/>
          <a:ln w="381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</a:rPr>
              <a:t>Costo de reemplazar los datos si se pierden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DAC6CE34-7190-411E-B938-4F380FD41B01}"/>
              </a:ext>
            </a:extLst>
          </p:cNvPr>
          <p:cNvSpPr/>
          <p:nvPr/>
        </p:nvSpPr>
        <p:spPr>
          <a:xfrm>
            <a:off x="6095999" y="5352106"/>
            <a:ext cx="2509935" cy="1440000"/>
          </a:xfrm>
          <a:prstGeom prst="roundRect">
            <a:avLst/>
          </a:prstGeom>
          <a:noFill/>
          <a:ln w="381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</a:rPr>
              <a:t>¿Qué se podría obtener por la venta de los datos?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0F08B3D4-FD94-4BBD-9C44-DBE656D83F76}"/>
              </a:ext>
            </a:extLst>
          </p:cNvPr>
          <p:cNvSpPr/>
          <p:nvPr/>
        </p:nvSpPr>
        <p:spPr>
          <a:xfrm>
            <a:off x="6096000" y="3732106"/>
            <a:ext cx="2509935" cy="1440000"/>
          </a:xfrm>
          <a:prstGeom prst="roundRect">
            <a:avLst/>
          </a:prstGeom>
          <a:noFill/>
          <a:ln w="381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</a:rPr>
              <a:t>Costo de mejorar los datos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40B91DA1-F144-4B86-99F7-B47DF58538ED}"/>
              </a:ext>
            </a:extLst>
          </p:cNvPr>
          <p:cNvSpPr/>
          <p:nvPr/>
        </p:nvSpPr>
        <p:spPr>
          <a:xfrm>
            <a:off x="8801873" y="2112106"/>
            <a:ext cx="2509935" cy="1440000"/>
          </a:xfrm>
          <a:prstGeom prst="roundRect">
            <a:avLst/>
          </a:prstGeom>
          <a:noFill/>
          <a:ln w="381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</a:rPr>
              <a:t>Impacto en la organización si faltaran los datos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FCB77B1E-5E38-46BF-97BC-5EE0C809A21B}"/>
              </a:ext>
            </a:extLst>
          </p:cNvPr>
          <p:cNvSpPr/>
          <p:nvPr/>
        </p:nvSpPr>
        <p:spPr>
          <a:xfrm>
            <a:off x="8801875" y="5352106"/>
            <a:ext cx="2509935" cy="1440000"/>
          </a:xfrm>
          <a:prstGeom prst="roundRect">
            <a:avLst/>
          </a:prstGeom>
          <a:noFill/>
          <a:ln w="381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</a:rPr>
              <a:t>Ingresos esperados por uso innovador de los datos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68F0DF18-00B4-41BE-B794-3606E0B86483}"/>
              </a:ext>
            </a:extLst>
          </p:cNvPr>
          <p:cNvSpPr/>
          <p:nvPr/>
        </p:nvSpPr>
        <p:spPr>
          <a:xfrm>
            <a:off x="8801876" y="3732106"/>
            <a:ext cx="2509935" cy="1440000"/>
          </a:xfrm>
          <a:prstGeom prst="roundRect">
            <a:avLst/>
          </a:prstGeom>
          <a:noFill/>
          <a:ln w="381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</a:rPr>
              <a:t>Beneficio de datos de mayor calidad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8278139-C5D9-9DC9-83BE-F7BC8D66F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553" y="749208"/>
            <a:ext cx="9613861" cy="1080938"/>
          </a:xfrm>
        </p:spPr>
        <p:txBody>
          <a:bodyPr/>
          <a:lstStyle/>
          <a:p>
            <a:r>
              <a:rPr lang="es-CO" dirty="0"/>
              <a:t>Valor de los datos</a:t>
            </a:r>
          </a:p>
        </p:txBody>
      </p:sp>
    </p:spTree>
    <p:extLst>
      <p:ext uri="{BB962C8B-B14F-4D97-AF65-F5344CB8AC3E}">
        <p14:creationId xmlns:p14="http://schemas.microsoft.com/office/powerpoint/2010/main" val="84283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áfico económico digital">
            <a:extLst>
              <a:ext uri="{FF2B5EF4-FFF2-40B4-BE49-F238E27FC236}">
                <a16:creationId xmlns:a16="http://schemas.microsoft.com/office/drawing/2014/main" id="{5AF069E4-242F-D8ED-7E02-F0CACD8885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651" r="17362" b="-2"/>
          <a:stretch/>
        </p:blipFill>
        <p:spPr>
          <a:xfrm>
            <a:off x="6096000" y="10"/>
            <a:ext cx="6092823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58A5F9B1-0C98-D188-FBB4-B311F3AC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041629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GOBIERNO DE DATOS</a:t>
            </a:r>
          </a:p>
        </p:txBody>
      </p:sp>
    </p:spTree>
    <p:extLst>
      <p:ext uri="{BB962C8B-B14F-4D97-AF65-F5344CB8AC3E}">
        <p14:creationId xmlns:p14="http://schemas.microsoft.com/office/powerpoint/2010/main" val="3794792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2562150-DA0D-0146-4D2A-8DDDD29CB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752475"/>
            <a:ext cx="9613900" cy="1081088"/>
          </a:xfrm>
        </p:spPr>
        <p:txBody>
          <a:bodyPr>
            <a:normAutofit/>
          </a:bodyPr>
          <a:lstStyle/>
          <a:p>
            <a:r>
              <a:rPr lang="es-CO"/>
              <a:t>¿Qué es el gobierno de datos?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D78790-C468-785D-CEB8-8BBA6ECCB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7672" y="2336873"/>
            <a:ext cx="6516509" cy="3599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200" dirty="0"/>
              <a:t>El gobierno de datos significa fijar estándares internos (es decir, políticas de datos) que regulen cómo se recopilan, almacenan, procesan y eliminan los datos. Rige quiénes pueden acceder a qué tipos de datos y cuáles de estos están sometidos al gobierno. También implica cumplir los estándares externos que fijan las asociaciones del sector, los organismos públicos y otras partes interesadas. </a:t>
            </a:r>
          </a:p>
          <a:p>
            <a:pPr marL="0" indent="0">
              <a:buNone/>
            </a:pPr>
            <a:r>
              <a:rPr lang="es-ES" sz="2200" b="1" i="1" dirty="0"/>
              <a:t>Tomado de Google Cloud</a:t>
            </a:r>
            <a:endParaRPr lang="es-CO" sz="2200" b="1" i="1" dirty="0"/>
          </a:p>
        </p:txBody>
      </p:sp>
      <p:pic>
        <p:nvPicPr>
          <p:cNvPr id="6" name="Gráfico 5" descr="Contrato con relleno sólido">
            <a:extLst>
              <a:ext uri="{FF2B5EF4-FFF2-40B4-BE49-F238E27FC236}">
                <a16:creationId xmlns:a16="http://schemas.microsoft.com/office/drawing/2014/main" id="{58DBC6EF-EDA1-78FE-0A34-41AF8C6EF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325" y="2789813"/>
            <a:ext cx="2692907" cy="2692907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88854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F3528C-72D5-86CB-5D6C-66E44F7BB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s-CO" dirty="0"/>
              <a:t>¿Qué es el gobierno de datos?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D20DA4B-0D73-7D32-3E0C-C5C8060E6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8645112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3680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85FFDC-0CAD-450C-A1F1-75E392CC8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672BDB-4ABD-40E5-A8B8-F7340E3BD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1FA2BC7-3F19-4E1C-B3D1-19995D9F6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FF40B5-1E36-4442-8D28-D1AA571AD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3C09592-2DB2-47C0-A5CB-BD39288D1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E8FA92-5B7E-1955-AC8A-356C31F6B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s-CO" sz="4400"/>
              <a:t>Ventajas del gobierno de datos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A4440B81-B867-29A2-D8B9-36028A0BB8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3957169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764647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877078-267E-ADDE-7ED7-64200512E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¿Para qué se usa el gobierno de datos?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10C063-75DB-7BA0-5B1B-F9415A0B7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698695"/>
            <a:ext cx="5592660" cy="35993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dirty="0"/>
              <a:t>El gobierno de datos es imprescindible para que los datos sean seguros, privados y precisos y, además, estén protegidos, se puedan usar y cumplan las políticas tanto internas como externas. El gobierno de datos te permite definir medidas obligatorias de control que amplíen el acceso a los datos, pero con la seguridad y la privacidad que garantizan los propios controles.</a:t>
            </a:r>
            <a:endParaRPr lang="es-CO" dirty="0"/>
          </a:p>
        </p:txBody>
      </p:sp>
      <p:pic>
        <p:nvPicPr>
          <p:cNvPr id="1028" name="Picture 4" descr="Data Governance Consulting Services and Solutions">
            <a:extLst>
              <a:ext uri="{FF2B5EF4-FFF2-40B4-BE49-F238E27FC236}">
                <a16:creationId xmlns:a16="http://schemas.microsoft.com/office/drawing/2014/main" id="{EDDE822A-AA81-1913-2EF1-C5672B681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9064" y="1834166"/>
            <a:ext cx="4463845" cy="4463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539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85FFDC-0CAD-450C-A1F1-75E392CC8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672BDB-4ABD-40E5-A8B8-F7340E3BD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1FA2BC7-3F19-4E1C-B3D1-19995D9F6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FF40B5-1E36-4442-8D28-D1AA571AD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3C09592-2DB2-47C0-A5CB-BD39288D1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B67083-5CB6-3F52-1CFF-53E91C519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s-CO" sz="4400"/>
              <a:t>Usos habituales del gobierno de datos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31353AE-02B3-7892-D8E3-FED9C4C21A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5095138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638463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97529DD-0019-4F2B-AAE6-A82A2FADB6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B5AAB9-9C0B-4191-9D8C-E92806CC2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7B0D32C-9323-4E07-8AE3-7AFF93348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E97D32F-1315-4522-AF1E-BCA3A653F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5DADF0-4577-4642-B07A-3E27915F3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2BF570B-E60D-4481-9DA2-BE09A90D1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Flechas de varios colores que apuntan a diferentes direcciones">
            <a:extLst>
              <a:ext uri="{FF2B5EF4-FFF2-40B4-BE49-F238E27FC236}">
                <a16:creationId xmlns:a16="http://schemas.microsoft.com/office/drawing/2014/main" id="{28B02722-19F8-66F5-377A-6E4D05F948B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41000"/>
          </a:blip>
          <a:srcRect t="15730"/>
          <a:stretch/>
        </p:blipFill>
        <p:spPr>
          <a:xfrm>
            <a:off x="-3176" y="10"/>
            <a:ext cx="12192000" cy="685799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321F7C-3441-47D4-89EC-F6C7FF3B2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249541"/>
            <a:ext cx="8968085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F10366C-AF2D-A9E9-5887-F321CF891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610" y="4633705"/>
            <a:ext cx="8133478" cy="94024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dirty="0"/>
              <a:t>CICLO DE VIDA Y MODELO DE OPERACIÓN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FE5F6F-BF7C-44AD-9CEB-0A16A7DAE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4249541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614AF8-278F-429C-8560-C4C711BEE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02314"/>
            <a:ext cx="8968085" cy="275942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75A3A9-46B2-434A-8D1C-E01B8B9DD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5902314"/>
            <a:ext cx="3080285" cy="275942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42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E59EC349-B4B6-458F-B9FD-F1A14BA73E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1225578"/>
              </p:ext>
            </p:extLst>
          </p:nvPr>
        </p:nvGraphicFramePr>
        <p:xfrm>
          <a:off x="569167" y="1950560"/>
          <a:ext cx="11168743" cy="19034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Diagrama 10">
            <a:extLst>
              <a:ext uri="{FF2B5EF4-FFF2-40B4-BE49-F238E27FC236}">
                <a16:creationId xmlns:a16="http://schemas.microsoft.com/office/drawing/2014/main" id="{C357A33E-4FEB-4431-976D-BF9DF6BDF9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6149946"/>
              </p:ext>
            </p:extLst>
          </p:nvPr>
        </p:nvGraphicFramePr>
        <p:xfrm>
          <a:off x="569167" y="4960078"/>
          <a:ext cx="11168743" cy="1445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3" name="Cerrar llave 12">
            <a:extLst>
              <a:ext uri="{FF2B5EF4-FFF2-40B4-BE49-F238E27FC236}">
                <a16:creationId xmlns:a16="http://schemas.microsoft.com/office/drawing/2014/main" id="{FC912C73-190B-4F27-804D-40124AC79502}"/>
              </a:ext>
            </a:extLst>
          </p:cNvPr>
          <p:cNvSpPr/>
          <p:nvPr/>
        </p:nvSpPr>
        <p:spPr>
          <a:xfrm rot="16200000">
            <a:off x="5900056" y="-288440"/>
            <a:ext cx="391886" cy="10291669"/>
          </a:xfrm>
          <a:prstGeom prst="rightBrace">
            <a:avLst>
              <a:gd name="adj1" fmla="val 8333"/>
              <a:gd name="adj2" fmla="val 21079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354DBAA-1CD6-48B8-802D-0E42706DB94E}"/>
              </a:ext>
            </a:extLst>
          </p:cNvPr>
          <p:cNvSpPr txBox="1"/>
          <p:nvPr/>
        </p:nvSpPr>
        <p:spPr>
          <a:xfrm>
            <a:off x="5572465" y="2070054"/>
            <a:ext cx="3458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Lato" panose="020F0502020204030203" pitchFamily="34" charset="0"/>
              </a:rPr>
              <a:t>Ciclo de vida natural de los datos</a:t>
            </a:r>
            <a:endParaRPr lang="es-CO" dirty="0">
              <a:latin typeface="Lato" panose="020F0502020204030203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1A359B1-8F70-46FB-96CC-324727196E52}"/>
              </a:ext>
            </a:extLst>
          </p:cNvPr>
          <p:cNvSpPr txBox="1"/>
          <p:nvPr/>
        </p:nvSpPr>
        <p:spPr>
          <a:xfrm>
            <a:off x="5467738" y="6402416"/>
            <a:ext cx="4801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Lato" panose="020F0502020204030203" pitchFamily="34" charset="0"/>
              </a:rPr>
              <a:t>Ciclo de vida natural de sistemas de desarrollo</a:t>
            </a:r>
            <a:endParaRPr lang="es-CO" dirty="0">
              <a:latin typeface="Lato" panose="020F0502020204030203" pitchFamily="34" charset="0"/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E086E835-7C40-414B-989D-E8986A01CE38}"/>
              </a:ext>
            </a:extLst>
          </p:cNvPr>
          <p:cNvGrpSpPr/>
          <p:nvPr/>
        </p:nvGrpSpPr>
        <p:grpSpPr>
          <a:xfrm flipH="1">
            <a:off x="5223442" y="3930369"/>
            <a:ext cx="1745116" cy="698046"/>
            <a:chOff x="7853022" y="602699"/>
            <a:chExt cx="1745116" cy="698046"/>
          </a:xfrm>
        </p:grpSpPr>
        <p:sp>
          <p:nvSpPr>
            <p:cNvPr id="20" name="Flecha: cheurón 19">
              <a:extLst>
                <a:ext uri="{FF2B5EF4-FFF2-40B4-BE49-F238E27FC236}">
                  <a16:creationId xmlns:a16="http://schemas.microsoft.com/office/drawing/2014/main" id="{BF05F365-D74C-47B8-86EF-772D9BA408C5}"/>
                </a:ext>
              </a:extLst>
            </p:cNvPr>
            <p:cNvSpPr/>
            <p:nvPr/>
          </p:nvSpPr>
          <p:spPr>
            <a:xfrm>
              <a:off x="7853022" y="602699"/>
              <a:ext cx="1745116" cy="698046"/>
            </a:xfrm>
            <a:prstGeom prst="chevron">
              <a:avLst/>
            </a:prstGeom>
            <a:solidFill>
              <a:schemeClr val="bg1"/>
            </a:solidFill>
            <a:ln w="28575"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1" name="Flecha: cheurón 4">
              <a:extLst>
                <a:ext uri="{FF2B5EF4-FFF2-40B4-BE49-F238E27FC236}">
                  <a16:creationId xmlns:a16="http://schemas.microsoft.com/office/drawing/2014/main" id="{740CA825-A81F-4731-8E04-D8B42F5C061D}"/>
                </a:ext>
              </a:extLst>
            </p:cNvPr>
            <p:cNvSpPr txBox="1"/>
            <p:nvPr/>
          </p:nvSpPr>
          <p:spPr>
            <a:xfrm>
              <a:off x="8202045" y="602699"/>
              <a:ext cx="1047070" cy="6980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008" tIns="21336" rIns="21336" bIns="21336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600" kern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Lato" panose="020F0502020204030203" pitchFamily="34" charset="0"/>
                </a:rPr>
                <a:t>Mejorar</a:t>
              </a:r>
              <a:endParaRPr lang="es-CO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</a:endParaRPr>
            </a:p>
          </p:txBody>
        </p:sp>
      </p:grp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F0EB4194-4006-40CF-B8AA-D054B8B71D67}"/>
              </a:ext>
            </a:extLst>
          </p:cNvPr>
          <p:cNvCxnSpPr>
            <a:cxnSpLocks/>
          </p:cNvCxnSpPr>
          <p:nvPr/>
        </p:nvCxnSpPr>
        <p:spPr>
          <a:xfrm rot="5400000">
            <a:off x="6769609" y="3447307"/>
            <a:ext cx="1061782" cy="663884"/>
          </a:xfrm>
          <a:prstGeom prst="bentConnector3">
            <a:avLst>
              <a:gd name="adj1" fmla="val 99211"/>
            </a:avLst>
          </a:prstGeom>
          <a:ln>
            <a:solidFill>
              <a:srgbClr val="4454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C427E188-03C5-46F0-AFFA-B14D7C90868B}"/>
              </a:ext>
            </a:extLst>
          </p:cNvPr>
          <p:cNvCxnSpPr>
            <a:cxnSpLocks/>
            <a:endCxn id="4" idx="1"/>
          </p:cNvCxnSpPr>
          <p:nvPr/>
        </p:nvCxnSpPr>
        <p:spPr>
          <a:xfrm rot="10800000">
            <a:off x="569168" y="2902284"/>
            <a:ext cx="4654275" cy="1377109"/>
          </a:xfrm>
          <a:prstGeom prst="bentConnector3">
            <a:avLst>
              <a:gd name="adj1" fmla="val 104912"/>
            </a:avLst>
          </a:prstGeom>
          <a:ln>
            <a:solidFill>
              <a:srgbClr val="4454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ítulo 2">
            <a:extLst>
              <a:ext uri="{FF2B5EF4-FFF2-40B4-BE49-F238E27FC236}">
                <a16:creationId xmlns:a16="http://schemas.microsoft.com/office/drawing/2014/main" id="{B327EBE8-9E47-926F-0D27-4C4E3475C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Ciclo de vida de los datos</a:t>
            </a:r>
          </a:p>
        </p:txBody>
      </p:sp>
    </p:spTree>
    <p:extLst>
      <p:ext uri="{BB962C8B-B14F-4D97-AF65-F5344CB8AC3E}">
        <p14:creationId xmlns:p14="http://schemas.microsoft.com/office/powerpoint/2010/main" val="4133869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327EBE8-9E47-926F-0D27-4C4E3475C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Modelos de operación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22AF29EA-5FFD-9A0F-BBF2-CA9C5C7826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8054174"/>
              </p:ext>
            </p:extLst>
          </p:nvPr>
        </p:nvGraphicFramePr>
        <p:xfrm>
          <a:off x="680321" y="2029968"/>
          <a:ext cx="11115439" cy="4690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2517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97529DD-0019-4F2B-AAE6-A82A2FADB6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B5AAB9-9C0B-4191-9D8C-E92806CC2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7B0D32C-9323-4E07-8AE3-7AFF93348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E97D32F-1315-4522-AF1E-BCA3A653F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5DADF0-4577-4642-B07A-3E27915F3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pic>
        <p:nvPicPr>
          <p:cNvPr id="6" name="Picture 5" descr="Un gráfico digital del mercado de la bolsa">
            <a:extLst>
              <a:ext uri="{FF2B5EF4-FFF2-40B4-BE49-F238E27FC236}">
                <a16:creationId xmlns:a16="http://schemas.microsoft.com/office/drawing/2014/main" id="{EB79A251-3F8B-5099-E068-CBB899B7286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7280"/>
          <a:stretch/>
        </p:blipFill>
        <p:spPr>
          <a:xfrm>
            <a:off x="-3176" y="10"/>
            <a:ext cx="12192000" cy="685799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C8D824E-2FE2-436D-BA86-C0386D8FA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249541"/>
            <a:ext cx="8968085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F10366C-AF2D-A9E9-5887-F321CF891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4402667"/>
            <a:ext cx="8133478" cy="94024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700" dirty="0"/>
              <a:t>MARCO DE REFERENCIA DAMA - DMBOK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E62E99-E55A-4404-B79D-9C8CC8523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4249541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2B71E6-6516-4BB6-B895-35E8F2892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02314"/>
            <a:ext cx="8968085" cy="275942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B39608-D59B-4A40-BD24-A3B510F02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5902314"/>
            <a:ext cx="3080285" cy="275942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96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F3E505E4-96B7-1388-CC5E-D82492E88E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3329700"/>
              </p:ext>
            </p:extLst>
          </p:nvPr>
        </p:nvGraphicFramePr>
        <p:xfrm>
          <a:off x="278324" y="2163097"/>
          <a:ext cx="6880468" cy="4106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D5118EB2-BA87-B971-0A31-1F6D9E207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Metodología DAMA - DMBOK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DBE53B4-AA45-BB47-AAD2-777F48369E90}"/>
              </a:ext>
            </a:extLst>
          </p:cNvPr>
          <p:cNvSpPr/>
          <p:nvPr/>
        </p:nvSpPr>
        <p:spPr>
          <a:xfrm>
            <a:off x="3110482" y="3882540"/>
            <a:ext cx="1216152" cy="667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Gobierno de datos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C53A9F5F-3F60-6A91-F651-266944D73E11}"/>
              </a:ext>
            </a:extLst>
          </p:cNvPr>
          <p:cNvSpPr/>
          <p:nvPr/>
        </p:nvSpPr>
        <p:spPr>
          <a:xfrm>
            <a:off x="2045207" y="1914976"/>
            <a:ext cx="1216152" cy="667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Calidad de datos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182D5186-8986-9D6B-75F5-01A7393BFAEE}"/>
              </a:ext>
            </a:extLst>
          </p:cNvPr>
          <p:cNvSpPr/>
          <p:nvPr/>
        </p:nvSpPr>
        <p:spPr>
          <a:xfrm>
            <a:off x="4175763" y="1922766"/>
            <a:ext cx="1216152" cy="667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Arquitectura de datos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749C1D5-448D-7EF8-FF7A-02837F88DDA4}"/>
              </a:ext>
            </a:extLst>
          </p:cNvPr>
          <p:cNvSpPr/>
          <p:nvPr/>
        </p:nvSpPr>
        <p:spPr>
          <a:xfrm>
            <a:off x="5231154" y="2761488"/>
            <a:ext cx="1216152" cy="667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Diseño y modelado de datos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E52E9E12-F777-312C-7C1D-92CE2D11B143}"/>
              </a:ext>
            </a:extLst>
          </p:cNvPr>
          <p:cNvSpPr/>
          <p:nvPr/>
        </p:nvSpPr>
        <p:spPr>
          <a:xfrm>
            <a:off x="5391915" y="3882540"/>
            <a:ext cx="1431672" cy="667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Almacenamiento y operaciones de datos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3109A87B-930D-E101-7497-2B9FED6A035E}"/>
              </a:ext>
            </a:extLst>
          </p:cNvPr>
          <p:cNvSpPr/>
          <p:nvPr/>
        </p:nvSpPr>
        <p:spPr>
          <a:xfrm>
            <a:off x="5231154" y="5076017"/>
            <a:ext cx="1216152" cy="667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Seguridad de los datos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7E814241-11D7-CCCE-7E06-96E6B9176B6D}"/>
              </a:ext>
            </a:extLst>
          </p:cNvPr>
          <p:cNvSpPr/>
          <p:nvPr/>
        </p:nvSpPr>
        <p:spPr>
          <a:xfrm>
            <a:off x="860173" y="2712054"/>
            <a:ext cx="1216152" cy="667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Metadatos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02D1416-340F-1DEF-D710-9814E0403C95}"/>
              </a:ext>
            </a:extLst>
          </p:cNvPr>
          <p:cNvSpPr/>
          <p:nvPr/>
        </p:nvSpPr>
        <p:spPr>
          <a:xfrm>
            <a:off x="278324" y="3879826"/>
            <a:ext cx="1627571" cy="667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Almacenamiento de datos e inteligencia de negocios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308DB025-D5C8-CAC3-C837-7F21553FD112}"/>
              </a:ext>
            </a:extLst>
          </p:cNvPr>
          <p:cNvSpPr/>
          <p:nvPr/>
        </p:nvSpPr>
        <p:spPr>
          <a:xfrm>
            <a:off x="2045207" y="5850104"/>
            <a:ext cx="1216152" cy="667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Documentos y contenidos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180B6B0-D9EE-1EA6-DF84-F71721D0D2E7}"/>
              </a:ext>
            </a:extLst>
          </p:cNvPr>
          <p:cNvSpPr/>
          <p:nvPr/>
        </p:nvSpPr>
        <p:spPr>
          <a:xfrm>
            <a:off x="4271098" y="5880582"/>
            <a:ext cx="1520101" cy="667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Integración e interoperabilidad de los datos</a:t>
            </a: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BE7002B5-1B28-0483-6271-3166C294FF3A}"/>
              </a:ext>
            </a:extLst>
          </p:cNvPr>
          <p:cNvSpPr txBox="1">
            <a:spLocks/>
          </p:cNvSpPr>
          <p:nvPr/>
        </p:nvSpPr>
        <p:spPr>
          <a:xfrm>
            <a:off x="7716867" y="3554238"/>
            <a:ext cx="4154594" cy="15705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Marco de referencia que busca unificar conceptos y buenas prácticas sobre la gestión de datos en organizaciones.</a:t>
            </a:r>
            <a:endParaRPr lang="es-CO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1490688-83B2-B3DB-F528-5CA92138CA77}"/>
              </a:ext>
            </a:extLst>
          </p:cNvPr>
          <p:cNvSpPr/>
          <p:nvPr/>
        </p:nvSpPr>
        <p:spPr>
          <a:xfrm>
            <a:off x="930511" y="5076017"/>
            <a:ext cx="1216152" cy="667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Datos maestros y de referencia</a:t>
            </a:r>
          </a:p>
        </p:txBody>
      </p:sp>
    </p:spTree>
    <p:extLst>
      <p:ext uri="{BB962C8B-B14F-4D97-AF65-F5344CB8AC3E}">
        <p14:creationId xmlns:p14="http://schemas.microsoft.com/office/powerpoint/2010/main" val="3581251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857324-13BD-800F-C897-723554B18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Metas de DAMA – DMBOK</a:t>
            </a:r>
            <a:endParaRPr lang="es-CO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929F578-2D42-8644-C08C-8B7E21755E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1260939"/>
              </p:ext>
            </p:extLst>
          </p:nvPr>
        </p:nvGraphicFramePr>
        <p:xfrm>
          <a:off x="681038" y="2336800"/>
          <a:ext cx="10911194" cy="4181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4900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Gráfico que muestra el Gobierno del dato en el centro y alrededor el resto de actividades: Modelado y Diseño de Datos, Almacenamiento y Operación de Datos, Seguridad de Datos, Integración e Interoperabilidad de Datos, Gestión de Documentos y Contenido, Datos Maestros y de Referencia, Data Warehousing &amp; Business Intelligence, Metadatos, Calidad de Datos y Arquitectura de Datos.">
            <a:extLst>
              <a:ext uri="{FF2B5EF4-FFF2-40B4-BE49-F238E27FC236}">
                <a16:creationId xmlns:a16="http://schemas.microsoft.com/office/drawing/2014/main" id="{0319B7CA-4BB1-4A30-B401-032D4B714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666" y="2284414"/>
            <a:ext cx="3404896" cy="3404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682FD5F-7E4B-49CB-89A2-23C80639C99A}"/>
              </a:ext>
            </a:extLst>
          </p:cNvPr>
          <p:cNvSpPr txBox="1"/>
          <p:nvPr/>
        </p:nvSpPr>
        <p:spPr>
          <a:xfrm>
            <a:off x="713063" y="5726632"/>
            <a:ext cx="28401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b="1" i="1" dirty="0">
                <a:latin typeface="Lato" panose="020F0502020204030203" pitchFamily="34" charset="0"/>
              </a:rPr>
              <a:t>Rueda DAMA:</a:t>
            </a:r>
            <a:r>
              <a:rPr lang="es-MX" sz="1400" dirty="0">
                <a:latin typeface="Lato" panose="020F0502020204030203" pitchFamily="34" charset="0"/>
              </a:rPr>
              <a:t> Define las áreas de conocimiento de la gestión de datos, ubicando en el centro la actividad de gobierno.</a:t>
            </a:r>
            <a:endParaRPr lang="es-CO" sz="1400" dirty="0">
              <a:latin typeface="Lato" panose="020F050202020403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E2C96F5-6965-4295-BA8C-1984F74B2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449" y="2572202"/>
            <a:ext cx="3400900" cy="282932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4CBB9AB-2EA4-43FE-B2DA-54CEDE904500}"/>
              </a:ext>
            </a:extLst>
          </p:cNvPr>
          <p:cNvSpPr txBox="1"/>
          <p:nvPr/>
        </p:nvSpPr>
        <p:spPr>
          <a:xfrm>
            <a:off x="4247400" y="5834353"/>
            <a:ext cx="32509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b="1" i="1" dirty="0">
                <a:latin typeface="Lato" panose="020F0502020204030203" pitchFamily="34" charset="0"/>
              </a:rPr>
              <a:t>Hexágono de factores ambientales:</a:t>
            </a:r>
            <a:r>
              <a:rPr lang="es-MX" sz="1400" dirty="0">
                <a:latin typeface="Lato" panose="020F0502020204030203" pitchFamily="34" charset="0"/>
              </a:rPr>
              <a:t> Muestra la relación entre las personas, el proceso y la tecnología.</a:t>
            </a:r>
            <a:endParaRPr lang="es-CO" sz="1400" dirty="0">
              <a:latin typeface="Lato" panose="020F0502020204030203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81CD5E9-53A6-4FC4-BC5C-D536FDBD0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236" y="1864192"/>
            <a:ext cx="3332266" cy="382511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00C9B94-6ADC-49B5-BA7C-4E36D0985DAE}"/>
              </a:ext>
            </a:extLst>
          </p:cNvPr>
          <p:cNvSpPr txBox="1"/>
          <p:nvPr/>
        </p:nvSpPr>
        <p:spPr>
          <a:xfrm>
            <a:off x="7950870" y="5833207"/>
            <a:ext cx="32509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b="1" i="1" dirty="0">
                <a:latin typeface="Lato" panose="020F0502020204030203" pitchFamily="34" charset="0"/>
              </a:rPr>
              <a:t>Diagrama de contexto:</a:t>
            </a:r>
            <a:r>
              <a:rPr lang="es-MX" sz="1400" dirty="0">
                <a:latin typeface="Lato" panose="020F0502020204030203" pitchFamily="34" charset="0"/>
              </a:rPr>
              <a:t> Describen en detalle las áreas de conocimiento, incluyendo la interacción de procesos, personas y tecnología.</a:t>
            </a:r>
            <a:endParaRPr lang="es-CO" sz="1400" dirty="0">
              <a:latin typeface="Lato" panose="020F0502020204030203" pitchFamily="34" charset="0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D76ADCD-D69B-55CD-2B3A-A99731E46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Marco de referencia DMBOK</a:t>
            </a:r>
          </a:p>
        </p:txBody>
      </p:sp>
    </p:spTree>
    <p:extLst>
      <p:ext uri="{BB962C8B-B14F-4D97-AF65-F5344CB8AC3E}">
        <p14:creationId xmlns:p14="http://schemas.microsoft.com/office/powerpoint/2010/main" val="3612455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F1655-A2AD-CDDC-0BEB-FC178D344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Fases de implementación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0BE914B-912C-F56B-57BD-CDA26149E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776" y="2382909"/>
            <a:ext cx="4943475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E595EFE1-0B5B-BCC4-C975-63248651F8F3}"/>
              </a:ext>
            </a:extLst>
          </p:cNvPr>
          <p:cNvGraphicFramePr/>
          <p:nvPr/>
        </p:nvGraphicFramePr>
        <p:xfrm>
          <a:off x="5898969" y="2212848"/>
          <a:ext cx="6052239" cy="4208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13343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F1655-A2AD-CDDC-0BEB-FC178D344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Fases de implementación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0BE914B-912C-F56B-57BD-CDA26149E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21" y="2314864"/>
            <a:ext cx="4943475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7501397-0E9E-41EF-14E8-D1C90448A09F}"/>
              </a:ext>
            </a:extLst>
          </p:cNvPr>
          <p:cNvSpPr txBox="1"/>
          <p:nvPr/>
        </p:nvSpPr>
        <p:spPr>
          <a:xfrm>
            <a:off x="6662476" y="2428016"/>
            <a:ext cx="54605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Fase 1: </a:t>
            </a:r>
            <a:r>
              <a:rPr lang="es-CO" dirty="0"/>
              <a:t>Se inicia el proceso de gestión mediante la adquisición de herramientas que permitan mantener y soportar las capacidades de bases de datos.</a:t>
            </a:r>
            <a:r>
              <a:rPr lang="es-CO" b="1" dirty="0"/>
              <a:t> </a:t>
            </a: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3999C561-9B18-7C8C-DBAB-AD32E0AE286B}"/>
              </a:ext>
            </a:extLst>
          </p:cNvPr>
          <p:cNvSpPr/>
          <p:nvPr/>
        </p:nvSpPr>
        <p:spPr>
          <a:xfrm>
            <a:off x="5718065" y="2433253"/>
            <a:ext cx="987552" cy="3384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D0ACB43C-B124-E763-6335-A39F89F26997}"/>
              </a:ext>
            </a:extLst>
          </p:cNvPr>
          <p:cNvSpPr/>
          <p:nvPr/>
        </p:nvSpPr>
        <p:spPr>
          <a:xfrm>
            <a:off x="5718065" y="3628345"/>
            <a:ext cx="987552" cy="33842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EE43958-CFC9-53F4-34CE-C60FA77A811D}"/>
              </a:ext>
            </a:extLst>
          </p:cNvPr>
          <p:cNvSpPr txBox="1"/>
          <p:nvPr/>
        </p:nvSpPr>
        <p:spPr>
          <a:xfrm>
            <a:off x="6662476" y="3628345"/>
            <a:ext cx="54605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Fase 2: </a:t>
            </a:r>
            <a:r>
              <a:rPr lang="es-CO" dirty="0"/>
              <a:t>Una vez se construyen los componentes de almacenamiento y operación transaccional, se generan capacidades para mantener y manejar la calidad de los datos.</a:t>
            </a:r>
            <a:r>
              <a:rPr lang="es-CO" b="1" dirty="0"/>
              <a:t> </a:t>
            </a: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0E5C7689-894F-C511-9588-9E234D21F47D}"/>
              </a:ext>
            </a:extLst>
          </p:cNvPr>
          <p:cNvSpPr/>
          <p:nvPr/>
        </p:nvSpPr>
        <p:spPr>
          <a:xfrm>
            <a:off x="5718065" y="4823437"/>
            <a:ext cx="987552" cy="33751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66F975A-0B98-AC86-DECA-2BF6BED3BDFB}"/>
              </a:ext>
            </a:extLst>
          </p:cNvPr>
          <p:cNvSpPr txBox="1"/>
          <p:nvPr/>
        </p:nvSpPr>
        <p:spPr>
          <a:xfrm>
            <a:off x="6684047" y="4823437"/>
            <a:ext cx="54605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Fase 3: </a:t>
            </a:r>
            <a:r>
              <a:rPr lang="es-CO" dirty="0"/>
              <a:t>Luego se empieza a diseñar el proceso de gobierno y se ejecutan las acciones externas para iniciativas de BI y documentación.</a:t>
            </a:r>
            <a:endParaRPr lang="es-CO" b="1" dirty="0"/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4FAFCE0B-280F-1B93-D52F-5E51FEA36217}"/>
              </a:ext>
            </a:extLst>
          </p:cNvPr>
          <p:cNvSpPr/>
          <p:nvPr/>
        </p:nvSpPr>
        <p:spPr>
          <a:xfrm>
            <a:off x="5696494" y="5746767"/>
            <a:ext cx="987552" cy="33751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B9BFA06-26C2-2128-42B0-DB82C8BCD2D7}"/>
              </a:ext>
            </a:extLst>
          </p:cNvPr>
          <p:cNvSpPr txBox="1"/>
          <p:nvPr/>
        </p:nvSpPr>
        <p:spPr>
          <a:xfrm>
            <a:off x="6662476" y="5746767"/>
            <a:ext cx="5460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Fase 4: </a:t>
            </a:r>
            <a:r>
              <a:rPr lang="es-CO" dirty="0"/>
              <a:t>Una correcta administración, habilita procesos avanzados analíticos.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3693156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7244F-5114-E950-E972-C7FFDC7E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Seguridad de datos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392A165-834A-901D-4705-469E081D05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7418578"/>
              </p:ext>
            </p:extLst>
          </p:nvPr>
        </p:nvGraphicFramePr>
        <p:xfrm>
          <a:off x="681038" y="2336800"/>
          <a:ext cx="10753878" cy="4388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3657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7244F-5114-E950-E972-C7FFDC7E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Almacenamiento y operación de datos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392A165-834A-901D-4705-469E081D05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0998503"/>
              </p:ext>
            </p:extLst>
          </p:nvPr>
        </p:nvGraphicFramePr>
        <p:xfrm>
          <a:off x="681038" y="2336800"/>
          <a:ext cx="10753878" cy="4388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0754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7244F-5114-E950-E972-C7FFDC7E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Diseño y modelado de datos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392A165-834A-901D-4705-469E081D05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0255062"/>
              </p:ext>
            </p:extLst>
          </p:nvPr>
        </p:nvGraphicFramePr>
        <p:xfrm>
          <a:off x="681038" y="2336800"/>
          <a:ext cx="10753878" cy="4388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49703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7244F-5114-E950-E972-C7FFDC7E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Integración e interoperabilidad de datos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392A165-834A-901D-4705-469E081D05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6489036"/>
              </p:ext>
            </p:extLst>
          </p:nvPr>
        </p:nvGraphicFramePr>
        <p:xfrm>
          <a:off x="681038" y="2336800"/>
          <a:ext cx="10753878" cy="4388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16627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7244F-5114-E950-E972-C7FFDC7E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Arquitectura de datos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392A165-834A-901D-4705-469E081D05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5251443"/>
              </p:ext>
            </p:extLst>
          </p:nvPr>
        </p:nvGraphicFramePr>
        <p:xfrm>
          <a:off x="681038" y="2336800"/>
          <a:ext cx="10753878" cy="4388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80318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7244F-5114-E950-E972-C7FFDC7E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Administración de metadatos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392A165-834A-901D-4705-469E081D05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4854275"/>
              </p:ext>
            </p:extLst>
          </p:nvPr>
        </p:nvGraphicFramePr>
        <p:xfrm>
          <a:off x="681038" y="2336800"/>
          <a:ext cx="10753878" cy="4388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56949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7244F-5114-E950-E972-C7FFDC7E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Administración de la calidad de los datos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392A165-834A-901D-4705-469E081D05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3269266"/>
              </p:ext>
            </p:extLst>
          </p:nvPr>
        </p:nvGraphicFramePr>
        <p:xfrm>
          <a:off x="681038" y="2336800"/>
          <a:ext cx="10753878" cy="4388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38606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7244F-5114-E950-E972-C7FFDC7E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Gobierno de datos y administración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392A165-834A-901D-4705-469E081D05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1948628"/>
              </p:ext>
            </p:extLst>
          </p:nvPr>
        </p:nvGraphicFramePr>
        <p:xfrm>
          <a:off x="681038" y="2336800"/>
          <a:ext cx="10753878" cy="4388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18281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7244F-5114-E950-E972-C7FFDC7E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Administración de documentos y contenidos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392A165-834A-901D-4705-469E081D05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637289"/>
              </p:ext>
            </p:extLst>
          </p:nvPr>
        </p:nvGraphicFramePr>
        <p:xfrm>
          <a:off x="681038" y="2336800"/>
          <a:ext cx="10753878" cy="4388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10521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7244F-5114-E950-E972-C7FFDC7E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Datos maestros y de referencia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392A165-834A-901D-4705-469E081D05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265628"/>
              </p:ext>
            </p:extLst>
          </p:nvPr>
        </p:nvGraphicFramePr>
        <p:xfrm>
          <a:off x="681038" y="2336800"/>
          <a:ext cx="10753878" cy="4388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06770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7244F-5114-E950-E972-C7FFDC7E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Bodegas de datos e inteligencia de negocios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392A165-834A-901D-4705-469E081D05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2193448"/>
              </p:ext>
            </p:extLst>
          </p:nvPr>
        </p:nvGraphicFramePr>
        <p:xfrm>
          <a:off x="681038" y="2336800"/>
          <a:ext cx="10753878" cy="4388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19282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7244F-5114-E950-E972-C7FFDC7E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Big data y ciencia de datos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392A165-834A-901D-4705-469E081D05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5109580"/>
              </p:ext>
            </p:extLst>
          </p:nvPr>
        </p:nvGraphicFramePr>
        <p:xfrm>
          <a:off x="681038" y="2336800"/>
          <a:ext cx="10753878" cy="4388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8218157"/>
      </p:ext>
    </p:extLst>
  </p:cSld>
  <p:clrMapOvr>
    <a:masterClrMapping/>
  </p:clrMapOvr>
</p:sld>
</file>

<file path=ppt/theme/theme1.xml><?xml version="1.0" encoding="utf-8"?>
<a:theme xmlns:a="http://schemas.openxmlformats.org/drawingml/2006/main" name="Berlín">
  <a:themeElements>
    <a:clrScheme name="Berlí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í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í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Berlín</Template>
  <TotalTime>3701</TotalTime>
  <Words>2922</Words>
  <Application>Microsoft Macintosh PowerPoint</Application>
  <PresentationFormat>Widescreen</PresentationFormat>
  <Paragraphs>340</Paragraphs>
  <Slides>33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Lato</vt:lpstr>
      <vt:lpstr>Trebuchet MS</vt:lpstr>
      <vt:lpstr>Berlín</vt:lpstr>
      <vt:lpstr>INGENIERÍA DE DATOS</vt:lpstr>
      <vt:lpstr>GESTIÓN DE DATOS</vt:lpstr>
      <vt:lpstr>Función de la gestión de datos</vt:lpstr>
      <vt:lpstr>Principios de la gestión de datos</vt:lpstr>
      <vt:lpstr>Datos como un activo empresarial</vt:lpstr>
      <vt:lpstr>Valor de los datos</vt:lpstr>
      <vt:lpstr>GOBIERNO DE DATOS</vt:lpstr>
      <vt:lpstr>¿Qué es el gobierno de datos?</vt:lpstr>
      <vt:lpstr>¿Qué es el gobierno de datos?</vt:lpstr>
      <vt:lpstr>Ventajas del gobierno de datos</vt:lpstr>
      <vt:lpstr>¿Para qué se usa el gobierno de datos?</vt:lpstr>
      <vt:lpstr>Usos habituales del gobierno de datos</vt:lpstr>
      <vt:lpstr>CICLO DE VIDA Y MODELO DE OPERACIÓN</vt:lpstr>
      <vt:lpstr>Ciclo de vida de los datos</vt:lpstr>
      <vt:lpstr>Modelos de operación</vt:lpstr>
      <vt:lpstr>MARCO DE REFERENCIA DAMA - DMBOK</vt:lpstr>
      <vt:lpstr>Metodología DAMA - DMBOK</vt:lpstr>
      <vt:lpstr>Metas de DAMA – DMBOK</vt:lpstr>
      <vt:lpstr>Marco de referencia DMBOK</vt:lpstr>
      <vt:lpstr>Fases de implementación</vt:lpstr>
      <vt:lpstr>Fases de implementación</vt:lpstr>
      <vt:lpstr>Seguridad de datos</vt:lpstr>
      <vt:lpstr>Almacenamiento y operación de datos</vt:lpstr>
      <vt:lpstr>Diseño y modelado de datos</vt:lpstr>
      <vt:lpstr>Integración e interoperabilidad de datos</vt:lpstr>
      <vt:lpstr>Arquitectura de datos</vt:lpstr>
      <vt:lpstr>Administración de metadatos</vt:lpstr>
      <vt:lpstr>Administración de la calidad de los datos</vt:lpstr>
      <vt:lpstr>Gobierno de datos y administración</vt:lpstr>
      <vt:lpstr>Administración de documentos y contenidos</vt:lpstr>
      <vt:lpstr>Datos maestros y de referencia</vt:lpstr>
      <vt:lpstr>Bodegas de datos e inteligencia de negocios</vt:lpstr>
      <vt:lpstr>Big data y ciencia de datos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INGENIERÍA DE DATOS</dc:title>
  <dc:creator>Juan Sebastián Valencia Villa</dc:creator>
  <cp:lastModifiedBy>Simón Jaramillo Vélez</cp:lastModifiedBy>
  <cp:revision>2</cp:revision>
  <dcterms:created xsi:type="dcterms:W3CDTF">2023-07-12T02:57:22Z</dcterms:created>
  <dcterms:modified xsi:type="dcterms:W3CDTF">2026-01-07T14:52:35Z</dcterms:modified>
</cp:coreProperties>
</file>