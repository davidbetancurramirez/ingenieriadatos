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256" r:id="rId2"/>
    <p:sldId id="263" r:id="rId3"/>
    <p:sldId id="282" r:id="rId4"/>
    <p:sldId id="283" r:id="rId5"/>
    <p:sldId id="284" r:id="rId6"/>
    <p:sldId id="285" r:id="rId7"/>
    <p:sldId id="286" r:id="rId8"/>
    <p:sldId id="287" r:id="rId9"/>
    <p:sldId id="288" r:id="rId10"/>
    <p:sldId id="289" r:id="rId11"/>
    <p:sldId id="293" r:id="rId12"/>
    <p:sldId id="298" r:id="rId13"/>
    <p:sldId id="296" r:id="rId14"/>
    <p:sldId id="297" r:id="rId15"/>
    <p:sldId id="295" r:id="rId16"/>
    <p:sldId id="299" r:id="rId17"/>
    <p:sldId id="300" r:id="rId18"/>
    <p:sldId id="301" r:id="rId19"/>
    <p:sldId id="302" r:id="rId20"/>
    <p:sldId id="303" r:id="rId21"/>
    <p:sldId id="304" r:id="rId22"/>
    <p:sldId id="305" r:id="rId23"/>
    <p:sldId id="306" r:id="rId24"/>
    <p:sldId id="30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9FD634-4F96-47F3-837D-5735844E5ED9}" v="3" dt="2024-07-16T02:57:29.51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88" autoAdjust="0"/>
    <p:restoredTop sz="94548"/>
  </p:normalViewPr>
  <p:slideViewPr>
    <p:cSldViewPr snapToGrid="0">
      <p:cViewPr varScale="1">
        <p:scale>
          <a:sx n="114" d="100"/>
          <a:sy n="114" d="100"/>
        </p:scale>
        <p:origin x="6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Sebastián Valencia Villa" userId="966b8279-bbc0-47de-952e-5a6bd2adc0bd" providerId="ADAL" clId="{2D9FD634-4F96-47F3-837D-5735844E5ED9}"/>
    <pc:docChg chg="modSld">
      <pc:chgData name="Juan Sebastián Valencia Villa" userId="966b8279-bbc0-47de-952e-5a6bd2adc0bd" providerId="ADAL" clId="{2D9FD634-4F96-47F3-837D-5735844E5ED9}" dt="2024-07-16T02:57:29.510" v="3" actId="1076"/>
      <pc:docMkLst>
        <pc:docMk/>
      </pc:docMkLst>
      <pc:sldChg chg="modSp mod">
        <pc:chgData name="Juan Sebastián Valencia Villa" userId="966b8279-bbc0-47de-952e-5a6bd2adc0bd" providerId="ADAL" clId="{2D9FD634-4F96-47F3-837D-5735844E5ED9}" dt="2024-07-16T02:57:13.568" v="0" actId="6549"/>
        <pc:sldMkLst>
          <pc:docMk/>
          <pc:sldMk cId="4201731961" sldId="256"/>
        </pc:sldMkLst>
        <pc:spChg chg="mod">
          <ac:chgData name="Juan Sebastián Valencia Villa" userId="966b8279-bbc0-47de-952e-5a6bd2adc0bd" providerId="ADAL" clId="{2D9FD634-4F96-47F3-837D-5735844E5ED9}" dt="2024-07-16T02:57:13.568" v="0" actId="6549"/>
          <ac:spMkLst>
            <pc:docMk/>
            <pc:sldMk cId="4201731961" sldId="256"/>
            <ac:spMk id="3" creationId="{5A59E0AD-2D19-7657-6A0B-A213AE1A8E29}"/>
          </ac:spMkLst>
        </pc:spChg>
      </pc:sldChg>
      <pc:sldChg chg="modSp">
        <pc:chgData name="Juan Sebastián Valencia Villa" userId="966b8279-bbc0-47de-952e-5a6bd2adc0bd" providerId="ADAL" clId="{2D9FD634-4F96-47F3-837D-5735844E5ED9}" dt="2024-07-16T02:57:29.510" v="3" actId="1076"/>
        <pc:sldMkLst>
          <pc:docMk/>
          <pc:sldMk cId="2358775790" sldId="297"/>
        </pc:sldMkLst>
        <pc:picChg chg="mod">
          <ac:chgData name="Juan Sebastián Valencia Villa" userId="966b8279-bbc0-47de-952e-5a6bd2adc0bd" providerId="ADAL" clId="{2D9FD634-4F96-47F3-837D-5735844E5ED9}" dt="2024-07-16T02:57:29.510" v="3" actId="1076"/>
          <ac:picMkLst>
            <pc:docMk/>
            <pc:sldMk cId="2358775790" sldId="297"/>
            <ac:picMk id="2050" creationId="{32DE2DBB-32EB-AD9A-C9A1-9D6CD3D38521}"/>
          </ac:picMkLst>
        </pc:picChg>
      </pc:sldChg>
    </pc:docChg>
  </pc:docChgLst>
  <pc:docChgLst>
    <pc:chgData name="Juan Sebastián Valencia Villa" userId="90334d115fd4767d" providerId="LiveId" clId="{C2CD167A-D904-4945-AE43-A5FF1004AE6D}"/>
    <pc:docChg chg="delSld modSld">
      <pc:chgData name="Juan Sebastián Valencia Villa" userId="90334d115fd4767d" providerId="LiveId" clId="{C2CD167A-D904-4945-AE43-A5FF1004AE6D}" dt="2023-07-17T04:29:14.423" v="24"/>
      <pc:docMkLst>
        <pc:docMk/>
      </pc:docMkLst>
      <pc:sldChg chg="modSp">
        <pc:chgData name="Juan Sebastián Valencia Villa" userId="90334d115fd4767d" providerId="LiveId" clId="{C2CD167A-D904-4945-AE43-A5FF1004AE6D}" dt="2023-07-17T04:29:14.423" v="24"/>
        <pc:sldMkLst>
          <pc:docMk/>
          <pc:sldMk cId="4201731961" sldId="256"/>
        </pc:sldMkLst>
        <pc:spChg chg="mod">
          <ac:chgData name="Juan Sebastián Valencia Villa" userId="90334d115fd4767d" providerId="LiveId" clId="{C2CD167A-D904-4945-AE43-A5FF1004AE6D}" dt="2023-07-17T04:29:14.423" v="24"/>
          <ac:spMkLst>
            <pc:docMk/>
            <pc:sldMk cId="4201731961" sldId="256"/>
            <ac:spMk id="2" creationId="{34BE5A60-FAFC-BC99-880B-5FD7D85FC024}"/>
          </ac:spMkLst>
        </pc:spChg>
        <pc:spChg chg="mod">
          <ac:chgData name="Juan Sebastián Valencia Villa" userId="90334d115fd4767d" providerId="LiveId" clId="{C2CD167A-D904-4945-AE43-A5FF1004AE6D}" dt="2023-07-17T04:29:14.423" v="24"/>
          <ac:spMkLst>
            <pc:docMk/>
            <pc:sldMk cId="4201731961" sldId="256"/>
            <ac:spMk id="3" creationId="{5A59E0AD-2D19-7657-6A0B-A213AE1A8E29}"/>
          </ac:spMkLst>
        </pc:spChg>
      </pc:sldChg>
      <pc:sldChg chg="del">
        <pc:chgData name="Juan Sebastián Valencia Villa" userId="90334d115fd4767d" providerId="LiveId" clId="{C2CD167A-D904-4945-AE43-A5FF1004AE6D}" dt="2023-07-17T04:29:01.256" v="0" actId="47"/>
        <pc:sldMkLst>
          <pc:docMk/>
          <pc:sldMk cId="1643680149" sldId="257"/>
        </pc:sldMkLst>
      </pc:sldChg>
      <pc:sldChg chg="del">
        <pc:chgData name="Juan Sebastián Valencia Villa" userId="90334d115fd4767d" providerId="LiveId" clId="{C2CD167A-D904-4945-AE43-A5FF1004AE6D}" dt="2023-07-17T04:29:01.525" v="1" actId="47"/>
        <pc:sldMkLst>
          <pc:docMk/>
          <pc:sldMk cId="3288854966" sldId="258"/>
        </pc:sldMkLst>
      </pc:sldChg>
      <pc:sldChg chg="del">
        <pc:chgData name="Juan Sebastián Valencia Villa" userId="90334d115fd4767d" providerId="LiveId" clId="{C2CD167A-D904-4945-AE43-A5FF1004AE6D}" dt="2023-07-17T04:29:01.736" v="2" actId="47"/>
        <pc:sldMkLst>
          <pc:docMk/>
          <pc:sldMk cId="764647698" sldId="259"/>
        </pc:sldMkLst>
      </pc:sldChg>
      <pc:sldChg chg="del">
        <pc:chgData name="Juan Sebastián Valencia Villa" userId="90334d115fd4767d" providerId="LiveId" clId="{C2CD167A-D904-4945-AE43-A5FF1004AE6D}" dt="2023-07-17T04:29:01.907" v="3" actId="47"/>
        <pc:sldMkLst>
          <pc:docMk/>
          <pc:sldMk cId="2957539581" sldId="260"/>
        </pc:sldMkLst>
      </pc:sldChg>
      <pc:sldChg chg="del">
        <pc:chgData name="Juan Sebastián Valencia Villa" userId="90334d115fd4767d" providerId="LiveId" clId="{C2CD167A-D904-4945-AE43-A5FF1004AE6D}" dt="2023-07-17T04:29:02.081" v="4" actId="47"/>
        <pc:sldMkLst>
          <pc:docMk/>
          <pc:sldMk cId="2638463192" sldId="261"/>
        </pc:sldMkLst>
      </pc:sldChg>
      <pc:sldChg chg="del">
        <pc:chgData name="Juan Sebastián Valencia Villa" userId="90334d115fd4767d" providerId="LiveId" clId="{C2CD167A-D904-4945-AE43-A5FF1004AE6D}" dt="2023-07-17T04:29:02.752" v="8" actId="47"/>
        <pc:sldMkLst>
          <pc:docMk/>
          <pc:sldMk cId="3581251795" sldId="262"/>
        </pc:sldMkLst>
      </pc:sldChg>
      <pc:sldChg chg="modSp">
        <pc:chgData name="Juan Sebastián Valencia Villa" userId="90334d115fd4767d" providerId="LiveId" clId="{C2CD167A-D904-4945-AE43-A5FF1004AE6D}" dt="2023-07-17T04:29:14.423" v="24"/>
        <pc:sldMkLst>
          <pc:docMk/>
          <pc:sldMk cId="1050896332" sldId="263"/>
        </pc:sldMkLst>
        <pc:spChg chg="mod">
          <ac:chgData name="Juan Sebastián Valencia Villa" userId="90334d115fd4767d" providerId="LiveId" clId="{C2CD167A-D904-4945-AE43-A5FF1004AE6D}" dt="2023-07-17T04:29:14.423" v="24"/>
          <ac:spMkLst>
            <pc:docMk/>
            <pc:sldMk cId="1050896332" sldId="263"/>
            <ac:spMk id="2" creationId="{53824097-2355-5264-A70C-BD3940593E0F}"/>
          </ac:spMkLst>
        </pc:spChg>
      </pc:sldChg>
      <pc:sldChg chg="del">
        <pc:chgData name="Juan Sebastián Valencia Villa" userId="90334d115fd4767d" providerId="LiveId" clId="{C2CD167A-D904-4945-AE43-A5FF1004AE6D}" dt="2023-07-17T04:29:02.590" v="7" actId="47"/>
        <pc:sldMkLst>
          <pc:docMk/>
          <pc:sldMk cId="1215696459" sldId="264"/>
        </pc:sldMkLst>
      </pc:sldChg>
      <pc:sldChg chg="del">
        <pc:chgData name="Juan Sebastián Valencia Villa" userId="90334d115fd4767d" providerId="LiveId" clId="{C2CD167A-D904-4945-AE43-A5FF1004AE6D}" dt="2023-07-17T04:29:07.991" v="23" actId="47"/>
        <pc:sldMkLst>
          <pc:docMk/>
          <pc:sldMk cId="277365392" sldId="265"/>
        </pc:sldMkLst>
      </pc:sldChg>
      <pc:sldChg chg="del">
        <pc:chgData name="Juan Sebastián Valencia Villa" userId="90334d115fd4767d" providerId="LiveId" clId="{C2CD167A-D904-4945-AE43-A5FF1004AE6D}" dt="2023-07-17T04:29:02.924" v="9" actId="47"/>
        <pc:sldMkLst>
          <pc:docMk/>
          <pc:sldMk cId="3654900013" sldId="266"/>
        </pc:sldMkLst>
      </pc:sldChg>
      <pc:sldChg chg="del">
        <pc:chgData name="Juan Sebastián Valencia Villa" userId="90334d115fd4767d" providerId="LiveId" clId="{C2CD167A-D904-4945-AE43-A5FF1004AE6D}" dt="2023-07-17T04:29:03.133" v="10" actId="47"/>
        <pc:sldMkLst>
          <pc:docMk/>
          <pc:sldMk cId="2721828146" sldId="267"/>
        </pc:sldMkLst>
      </pc:sldChg>
      <pc:sldChg chg="del">
        <pc:chgData name="Juan Sebastián Valencia Villa" userId="90334d115fd4767d" providerId="LiveId" clId="{C2CD167A-D904-4945-AE43-A5FF1004AE6D}" dt="2023-07-17T04:29:03.486" v="11" actId="47"/>
        <pc:sldMkLst>
          <pc:docMk/>
          <pc:sldMk cId="1628031894" sldId="268"/>
        </pc:sldMkLst>
      </pc:sldChg>
      <pc:sldChg chg="del">
        <pc:chgData name="Juan Sebastián Valencia Villa" userId="90334d115fd4767d" providerId="LiveId" clId="{C2CD167A-D904-4945-AE43-A5FF1004AE6D}" dt="2023-07-17T04:29:03.702" v="12" actId="47"/>
        <pc:sldMkLst>
          <pc:docMk/>
          <pc:sldMk cId="2864970329" sldId="269"/>
        </pc:sldMkLst>
      </pc:sldChg>
      <pc:sldChg chg="del">
        <pc:chgData name="Juan Sebastián Valencia Villa" userId="90334d115fd4767d" providerId="LiveId" clId="{C2CD167A-D904-4945-AE43-A5FF1004AE6D}" dt="2023-07-17T04:29:03.860" v="13" actId="47"/>
        <pc:sldMkLst>
          <pc:docMk/>
          <pc:sldMk cId="980754264" sldId="270"/>
        </pc:sldMkLst>
      </pc:sldChg>
      <pc:sldChg chg="del">
        <pc:chgData name="Juan Sebastián Valencia Villa" userId="90334d115fd4767d" providerId="LiveId" clId="{C2CD167A-D904-4945-AE43-A5FF1004AE6D}" dt="2023-07-17T04:29:04.024" v="14" actId="47"/>
        <pc:sldMkLst>
          <pc:docMk/>
          <pc:sldMk cId="3813657678" sldId="271"/>
        </pc:sldMkLst>
      </pc:sldChg>
      <pc:sldChg chg="del">
        <pc:chgData name="Juan Sebastián Valencia Villa" userId="90334d115fd4767d" providerId="LiveId" clId="{C2CD167A-D904-4945-AE43-A5FF1004AE6D}" dt="2023-07-17T04:29:04.242" v="15" actId="47"/>
        <pc:sldMkLst>
          <pc:docMk/>
          <pc:sldMk cId="1811662770" sldId="272"/>
        </pc:sldMkLst>
      </pc:sldChg>
      <pc:sldChg chg="del">
        <pc:chgData name="Juan Sebastián Valencia Villa" userId="90334d115fd4767d" providerId="LiveId" clId="{C2CD167A-D904-4945-AE43-A5FF1004AE6D}" dt="2023-07-17T04:29:04.573" v="16" actId="47"/>
        <pc:sldMkLst>
          <pc:docMk/>
          <pc:sldMk cId="3711052103" sldId="273"/>
        </pc:sldMkLst>
      </pc:sldChg>
      <pc:sldChg chg="del">
        <pc:chgData name="Juan Sebastián Valencia Villa" userId="90334d115fd4767d" providerId="LiveId" clId="{C2CD167A-D904-4945-AE43-A5FF1004AE6D}" dt="2023-07-17T04:29:04.961" v="17" actId="47"/>
        <pc:sldMkLst>
          <pc:docMk/>
          <pc:sldMk cId="2320677045" sldId="274"/>
        </pc:sldMkLst>
      </pc:sldChg>
      <pc:sldChg chg="del">
        <pc:chgData name="Juan Sebastián Valencia Villa" userId="90334d115fd4767d" providerId="LiveId" clId="{C2CD167A-D904-4945-AE43-A5FF1004AE6D}" dt="2023-07-17T04:29:05.215" v="18" actId="47"/>
        <pc:sldMkLst>
          <pc:docMk/>
          <pc:sldMk cId="3251928271" sldId="278"/>
        </pc:sldMkLst>
      </pc:sldChg>
      <pc:sldChg chg="del">
        <pc:chgData name="Juan Sebastián Valencia Villa" userId="90334d115fd4767d" providerId="LiveId" clId="{C2CD167A-D904-4945-AE43-A5FF1004AE6D}" dt="2023-07-17T04:29:05.486" v="19" actId="47"/>
        <pc:sldMkLst>
          <pc:docMk/>
          <pc:sldMk cId="3775694951" sldId="279"/>
        </pc:sldMkLst>
      </pc:sldChg>
      <pc:sldChg chg="del">
        <pc:chgData name="Juan Sebastián Valencia Villa" userId="90334d115fd4767d" providerId="LiveId" clId="{C2CD167A-D904-4945-AE43-A5FF1004AE6D}" dt="2023-07-17T04:29:05.749" v="20" actId="47"/>
        <pc:sldMkLst>
          <pc:docMk/>
          <pc:sldMk cId="3223860602" sldId="280"/>
        </pc:sldMkLst>
      </pc:sldChg>
      <pc:sldChg chg="del">
        <pc:chgData name="Juan Sebastián Valencia Villa" userId="90334d115fd4767d" providerId="LiveId" clId="{C2CD167A-D904-4945-AE43-A5FF1004AE6D}" dt="2023-07-17T04:29:06.138" v="21" actId="47"/>
        <pc:sldMkLst>
          <pc:docMk/>
          <pc:sldMk cId="3108218157" sldId="281"/>
        </pc:sldMkLst>
      </pc:sldChg>
      <pc:sldChg chg="modSp">
        <pc:chgData name="Juan Sebastián Valencia Villa" userId="90334d115fd4767d" providerId="LiveId" clId="{C2CD167A-D904-4945-AE43-A5FF1004AE6D}" dt="2023-07-17T04:29:14.423" v="24"/>
        <pc:sldMkLst>
          <pc:docMk/>
          <pc:sldMk cId="3886226395" sldId="282"/>
        </pc:sldMkLst>
        <pc:spChg chg="mod">
          <ac:chgData name="Juan Sebastián Valencia Villa" userId="90334d115fd4767d" providerId="LiveId" clId="{C2CD167A-D904-4945-AE43-A5FF1004AE6D}" dt="2023-07-17T04:29:14.423" v="24"/>
          <ac:spMkLst>
            <pc:docMk/>
            <pc:sldMk cId="3886226395" sldId="282"/>
            <ac:spMk id="2" creationId="{19241066-D82A-88FF-B6D5-1DC80288D8DB}"/>
          </ac:spMkLst>
        </pc:spChg>
      </pc:sldChg>
      <pc:sldChg chg="modSp">
        <pc:chgData name="Juan Sebastián Valencia Villa" userId="90334d115fd4767d" providerId="LiveId" clId="{C2CD167A-D904-4945-AE43-A5FF1004AE6D}" dt="2023-07-17T04:29:14.423" v="24"/>
        <pc:sldMkLst>
          <pc:docMk/>
          <pc:sldMk cId="4145870941" sldId="283"/>
        </pc:sldMkLst>
        <pc:spChg chg="mod">
          <ac:chgData name="Juan Sebastián Valencia Villa" userId="90334d115fd4767d" providerId="LiveId" clId="{C2CD167A-D904-4945-AE43-A5FF1004AE6D}" dt="2023-07-17T04:29:14.423" v="24"/>
          <ac:spMkLst>
            <pc:docMk/>
            <pc:sldMk cId="4145870941" sldId="283"/>
            <ac:spMk id="2" creationId="{EC4E92D7-3041-E166-AEF6-79A1F1D3765F}"/>
          </ac:spMkLst>
        </pc:spChg>
      </pc:sldChg>
      <pc:sldChg chg="modSp">
        <pc:chgData name="Juan Sebastián Valencia Villa" userId="90334d115fd4767d" providerId="LiveId" clId="{C2CD167A-D904-4945-AE43-A5FF1004AE6D}" dt="2023-07-17T04:29:14.423" v="24"/>
        <pc:sldMkLst>
          <pc:docMk/>
          <pc:sldMk cId="2152118631" sldId="284"/>
        </pc:sldMkLst>
        <pc:spChg chg="mod">
          <ac:chgData name="Juan Sebastián Valencia Villa" userId="90334d115fd4767d" providerId="LiveId" clId="{C2CD167A-D904-4945-AE43-A5FF1004AE6D}" dt="2023-07-17T04:29:14.423" v="24"/>
          <ac:spMkLst>
            <pc:docMk/>
            <pc:sldMk cId="2152118631" sldId="284"/>
            <ac:spMk id="2" creationId="{56A2CD2B-63D9-48EA-B038-AA9A23A5ED65}"/>
          </ac:spMkLst>
        </pc:spChg>
      </pc:sldChg>
      <pc:sldChg chg="modSp">
        <pc:chgData name="Juan Sebastián Valencia Villa" userId="90334d115fd4767d" providerId="LiveId" clId="{C2CD167A-D904-4945-AE43-A5FF1004AE6D}" dt="2023-07-17T04:29:14.423" v="24"/>
        <pc:sldMkLst>
          <pc:docMk/>
          <pc:sldMk cId="894956642" sldId="285"/>
        </pc:sldMkLst>
        <pc:spChg chg="mod">
          <ac:chgData name="Juan Sebastián Valencia Villa" userId="90334d115fd4767d" providerId="LiveId" clId="{C2CD167A-D904-4945-AE43-A5FF1004AE6D}" dt="2023-07-17T04:29:14.423" v="24"/>
          <ac:spMkLst>
            <pc:docMk/>
            <pc:sldMk cId="894956642" sldId="285"/>
            <ac:spMk id="2" creationId="{AF95DA5B-64DB-F4B7-EC93-64B56CDB6D5D}"/>
          </ac:spMkLst>
        </pc:spChg>
      </pc:sldChg>
      <pc:sldChg chg="modSp">
        <pc:chgData name="Juan Sebastián Valencia Villa" userId="90334d115fd4767d" providerId="LiveId" clId="{C2CD167A-D904-4945-AE43-A5FF1004AE6D}" dt="2023-07-17T04:29:14.423" v="24"/>
        <pc:sldMkLst>
          <pc:docMk/>
          <pc:sldMk cId="3283097891" sldId="286"/>
        </pc:sldMkLst>
        <pc:spChg chg="mod">
          <ac:chgData name="Juan Sebastián Valencia Villa" userId="90334d115fd4767d" providerId="LiveId" clId="{C2CD167A-D904-4945-AE43-A5FF1004AE6D}" dt="2023-07-17T04:29:14.423" v="24"/>
          <ac:spMkLst>
            <pc:docMk/>
            <pc:sldMk cId="3283097891" sldId="286"/>
            <ac:spMk id="2" creationId="{9A5D1D6C-8B30-8461-CCF8-D295BB0AE092}"/>
          </ac:spMkLst>
        </pc:spChg>
      </pc:sldChg>
      <pc:sldChg chg="modSp">
        <pc:chgData name="Juan Sebastián Valencia Villa" userId="90334d115fd4767d" providerId="LiveId" clId="{C2CD167A-D904-4945-AE43-A5FF1004AE6D}" dt="2023-07-17T04:29:14.423" v="24"/>
        <pc:sldMkLst>
          <pc:docMk/>
          <pc:sldMk cId="587548396" sldId="287"/>
        </pc:sldMkLst>
        <pc:spChg chg="mod">
          <ac:chgData name="Juan Sebastián Valencia Villa" userId="90334d115fd4767d" providerId="LiveId" clId="{C2CD167A-D904-4945-AE43-A5FF1004AE6D}" dt="2023-07-17T04:29:14.423" v="24"/>
          <ac:spMkLst>
            <pc:docMk/>
            <pc:sldMk cId="587548396" sldId="287"/>
            <ac:spMk id="2" creationId="{3866E6C8-A863-549D-1D24-5F70BBBD28FD}"/>
          </ac:spMkLst>
        </pc:spChg>
      </pc:sldChg>
      <pc:sldChg chg="modSp">
        <pc:chgData name="Juan Sebastián Valencia Villa" userId="90334d115fd4767d" providerId="LiveId" clId="{C2CD167A-D904-4945-AE43-A5FF1004AE6D}" dt="2023-07-17T04:29:14.423" v="24"/>
        <pc:sldMkLst>
          <pc:docMk/>
          <pc:sldMk cId="1308524573" sldId="288"/>
        </pc:sldMkLst>
        <pc:spChg chg="mod">
          <ac:chgData name="Juan Sebastián Valencia Villa" userId="90334d115fd4767d" providerId="LiveId" clId="{C2CD167A-D904-4945-AE43-A5FF1004AE6D}" dt="2023-07-17T04:29:14.423" v="24"/>
          <ac:spMkLst>
            <pc:docMk/>
            <pc:sldMk cId="1308524573" sldId="288"/>
            <ac:spMk id="2" creationId="{36FC6BE5-0FC9-1179-88CC-95D312340594}"/>
          </ac:spMkLst>
        </pc:spChg>
      </pc:sldChg>
      <pc:sldChg chg="modSp">
        <pc:chgData name="Juan Sebastián Valencia Villa" userId="90334d115fd4767d" providerId="LiveId" clId="{C2CD167A-D904-4945-AE43-A5FF1004AE6D}" dt="2023-07-17T04:29:14.423" v="24"/>
        <pc:sldMkLst>
          <pc:docMk/>
          <pc:sldMk cId="4045204171" sldId="289"/>
        </pc:sldMkLst>
        <pc:spChg chg="mod">
          <ac:chgData name="Juan Sebastián Valencia Villa" userId="90334d115fd4767d" providerId="LiveId" clId="{C2CD167A-D904-4945-AE43-A5FF1004AE6D}" dt="2023-07-17T04:29:14.423" v="24"/>
          <ac:spMkLst>
            <pc:docMk/>
            <pc:sldMk cId="4045204171" sldId="289"/>
            <ac:spMk id="2" creationId="{38665CEB-D7A3-A916-11F4-39E9F7A657C2}"/>
          </ac:spMkLst>
        </pc:spChg>
      </pc:sldChg>
      <pc:sldChg chg="del">
        <pc:chgData name="Juan Sebastián Valencia Villa" userId="90334d115fd4767d" providerId="LiveId" clId="{C2CD167A-D904-4945-AE43-A5FF1004AE6D}" dt="2023-07-17T04:29:02.257" v="5" actId="47"/>
        <pc:sldMkLst>
          <pc:docMk/>
          <pc:sldMk cId="1552642756" sldId="290"/>
        </pc:sldMkLst>
      </pc:sldChg>
      <pc:sldChg chg="del">
        <pc:chgData name="Juan Sebastián Valencia Villa" userId="90334d115fd4767d" providerId="LiveId" clId="{C2CD167A-D904-4945-AE43-A5FF1004AE6D}" dt="2023-07-17T04:29:02.409" v="6" actId="47"/>
        <pc:sldMkLst>
          <pc:docMk/>
          <pc:sldMk cId="953224377" sldId="291"/>
        </pc:sldMkLst>
      </pc:sldChg>
      <pc:sldChg chg="del">
        <pc:chgData name="Juan Sebastián Valencia Villa" userId="90334d115fd4767d" providerId="LiveId" clId="{C2CD167A-D904-4945-AE43-A5FF1004AE6D}" dt="2023-07-17T04:29:06.805" v="22" actId="47"/>
        <pc:sldMkLst>
          <pc:docMk/>
          <pc:sldMk cId="2420217882" sldId="292"/>
        </pc:sldMkLst>
      </pc:sldChg>
      <pc:sldChg chg="modSp">
        <pc:chgData name="Juan Sebastián Valencia Villa" userId="90334d115fd4767d" providerId="LiveId" clId="{C2CD167A-D904-4945-AE43-A5FF1004AE6D}" dt="2023-07-17T04:29:14.423" v="24"/>
        <pc:sldMkLst>
          <pc:docMk/>
          <pc:sldMk cId="2054353774" sldId="293"/>
        </pc:sldMkLst>
        <pc:spChg chg="mod">
          <ac:chgData name="Juan Sebastián Valencia Villa" userId="90334d115fd4767d" providerId="LiveId" clId="{C2CD167A-D904-4945-AE43-A5FF1004AE6D}" dt="2023-07-17T04:29:14.423" v="24"/>
          <ac:spMkLst>
            <pc:docMk/>
            <pc:sldMk cId="2054353774" sldId="293"/>
            <ac:spMk id="4" creationId="{45D5B5A7-4C89-B185-A291-C101F4198073}"/>
          </ac:spMkLst>
        </pc:spChg>
      </pc:sldChg>
      <pc:sldChg chg="modSp">
        <pc:chgData name="Juan Sebastián Valencia Villa" userId="90334d115fd4767d" providerId="LiveId" clId="{C2CD167A-D904-4945-AE43-A5FF1004AE6D}" dt="2023-07-17T04:29:14.423" v="24"/>
        <pc:sldMkLst>
          <pc:docMk/>
          <pc:sldMk cId="3877015771" sldId="295"/>
        </pc:sldMkLst>
        <pc:spChg chg="mod">
          <ac:chgData name="Juan Sebastián Valencia Villa" userId="90334d115fd4767d" providerId="LiveId" clId="{C2CD167A-D904-4945-AE43-A5FF1004AE6D}" dt="2023-07-17T04:29:14.423" v="24"/>
          <ac:spMkLst>
            <pc:docMk/>
            <pc:sldMk cId="3877015771" sldId="295"/>
            <ac:spMk id="4" creationId="{45D5B5A7-4C89-B185-A291-C101F4198073}"/>
          </ac:spMkLst>
        </pc:spChg>
      </pc:sldChg>
      <pc:sldChg chg="modSp">
        <pc:chgData name="Juan Sebastián Valencia Villa" userId="90334d115fd4767d" providerId="LiveId" clId="{C2CD167A-D904-4945-AE43-A5FF1004AE6D}" dt="2023-07-17T04:29:14.423" v="24"/>
        <pc:sldMkLst>
          <pc:docMk/>
          <pc:sldMk cId="3693156346" sldId="296"/>
        </pc:sldMkLst>
        <pc:spChg chg="mod">
          <ac:chgData name="Juan Sebastián Valencia Villa" userId="90334d115fd4767d" providerId="LiveId" clId="{C2CD167A-D904-4945-AE43-A5FF1004AE6D}" dt="2023-07-17T04:29:14.423" v="24"/>
          <ac:spMkLst>
            <pc:docMk/>
            <pc:sldMk cId="3693156346" sldId="296"/>
            <ac:spMk id="2" creationId="{CD7F1655-A2AD-CDDC-0BEB-FC178D3449F9}"/>
          </ac:spMkLst>
        </pc:spChg>
      </pc:sldChg>
      <pc:sldChg chg="modSp">
        <pc:chgData name="Juan Sebastián Valencia Villa" userId="90334d115fd4767d" providerId="LiveId" clId="{C2CD167A-D904-4945-AE43-A5FF1004AE6D}" dt="2023-07-17T04:29:14.423" v="24"/>
        <pc:sldMkLst>
          <pc:docMk/>
          <pc:sldMk cId="2358775790" sldId="297"/>
        </pc:sldMkLst>
        <pc:spChg chg="mod">
          <ac:chgData name="Juan Sebastián Valencia Villa" userId="90334d115fd4767d" providerId="LiveId" clId="{C2CD167A-D904-4945-AE43-A5FF1004AE6D}" dt="2023-07-17T04:29:14.423" v="24"/>
          <ac:spMkLst>
            <pc:docMk/>
            <pc:sldMk cId="2358775790" sldId="297"/>
            <ac:spMk id="2" creationId="{93AFC8B9-1533-FF3E-E07C-9F96C5062C1D}"/>
          </ac:spMkLst>
        </pc:spChg>
        <pc:picChg chg="mod">
          <ac:chgData name="Juan Sebastián Valencia Villa" userId="90334d115fd4767d" providerId="LiveId" clId="{C2CD167A-D904-4945-AE43-A5FF1004AE6D}" dt="2023-07-17T04:29:14.423" v="24"/>
          <ac:picMkLst>
            <pc:docMk/>
            <pc:sldMk cId="2358775790" sldId="297"/>
            <ac:picMk id="2050" creationId="{32DE2DBB-32EB-AD9A-C9A1-9D6CD3D38521}"/>
          </ac:picMkLst>
        </pc:picChg>
      </pc:sldChg>
      <pc:sldChg chg="modSp">
        <pc:chgData name="Juan Sebastián Valencia Villa" userId="90334d115fd4767d" providerId="LiveId" clId="{C2CD167A-D904-4945-AE43-A5FF1004AE6D}" dt="2023-07-17T04:29:14.423" v="24"/>
        <pc:sldMkLst>
          <pc:docMk/>
          <pc:sldMk cId="2813343925" sldId="298"/>
        </pc:sldMkLst>
        <pc:spChg chg="mod">
          <ac:chgData name="Juan Sebastián Valencia Villa" userId="90334d115fd4767d" providerId="LiveId" clId="{C2CD167A-D904-4945-AE43-A5FF1004AE6D}" dt="2023-07-17T04:29:14.423" v="24"/>
          <ac:spMkLst>
            <pc:docMk/>
            <pc:sldMk cId="2813343925" sldId="298"/>
            <ac:spMk id="2" creationId="{CD7F1655-A2AD-CDDC-0BEB-FC178D3449F9}"/>
          </ac:spMkLst>
        </pc:spChg>
      </pc:sldChg>
      <pc:sldChg chg="modSp">
        <pc:chgData name="Juan Sebastián Valencia Villa" userId="90334d115fd4767d" providerId="LiveId" clId="{C2CD167A-D904-4945-AE43-A5FF1004AE6D}" dt="2023-07-17T04:29:14.423" v="24"/>
        <pc:sldMkLst>
          <pc:docMk/>
          <pc:sldMk cId="3090361630" sldId="299"/>
        </pc:sldMkLst>
        <pc:spChg chg="mod">
          <ac:chgData name="Juan Sebastián Valencia Villa" userId="90334d115fd4767d" providerId="LiveId" clId="{C2CD167A-D904-4945-AE43-A5FF1004AE6D}" dt="2023-07-17T04:29:14.423" v="24"/>
          <ac:spMkLst>
            <pc:docMk/>
            <pc:sldMk cId="3090361630" sldId="299"/>
            <ac:spMk id="4" creationId="{468D08E8-A2D5-30A3-D8B5-689A8F3D744C}"/>
          </ac:spMkLst>
        </pc:spChg>
      </pc:sldChg>
      <pc:sldChg chg="modSp">
        <pc:chgData name="Juan Sebastián Valencia Villa" userId="90334d115fd4767d" providerId="LiveId" clId="{C2CD167A-D904-4945-AE43-A5FF1004AE6D}" dt="2023-07-17T04:29:14.423" v="24"/>
        <pc:sldMkLst>
          <pc:docMk/>
          <pc:sldMk cId="682567292" sldId="300"/>
        </pc:sldMkLst>
        <pc:spChg chg="mod">
          <ac:chgData name="Juan Sebastián Valencia Villa" userId="90334d115fd4767d" providerId="LiveId" clId="{C2CD167A-D904-4945-AE43-A5FF1004AE6D}" dt="2023-07-17T04:29:14.423" v="24"/>
          <ac:spMkLst>
            <pc:docMk/>
            <pc:sldMk cId="682567292" sldId="300"/>
            <ac:spMk id="2" creationId="{C16F6DF3-E270-8DEA-137F-7E25ED80CFBA}"/>
          </ac:spMkLst>
        </pc:spChg>
      </pc:sldChg>
      <pc:sldChg chg="modSp">
        <pc:chgData name="Juan Sebastián Valencia Villa" userId="90334d115fd4767d" providerId="LiveId" clId="{C2CD167A-D904-4945-AE43-A5FF1004AE6D}" dt="2023-07-17T04:29:14.423" v="24"/>
        <pc:sldMkLst>
          <pc:docMk/>
          <pc:sldMk cId="2904225670" sldId="301"/>
        </pc:sldMkLst>
        <pc:spChg chg="mod">
          <ac:chgData name="Juan Sebastián Valencia Villa" userId="90334d115fd4767d" providerId="LiveId" clId="{C2CD167A-D904-4945-AE43-A5FF1004AE6D}" dt="2023-07-17T04:29:14.423" v="24"/>
          <ac:spMkLst>
            <pc:docMk/>
            <pc:sldMk cId="2904225670" sldId="301"/>
            <ac:spMk id="2" creationId="{680879A8-ED73-9250-C944-0518C00CC34E}"/>
          </ac:spMkLst>
        </pc:spChg>
      </pc:sldChg>
      <pc:sldChg chg="modSp">
        <pc:chgData name="Juan Sebastián Valencia Villa" userId="90334d115fd4767d" providerId="LiveId" clId="{C2CD167A-D904-4945-AE43-A5FF1004AE6D}" dt="2023-07-17T04:29:14.423" v="24"/>
        <pc:sldMkLst>
          <pc:docMk/>
          <pc:sldMk cId="3412811064" sldId="302"/>
        </pc:sldMkLst>
        <pc:spChg chg="mod">
          <ac:chgData name="Juan Sebastián Valencia Villa" userId="90334d115fd4767d" providerId="LiveId" clId="{C2CD167A-D904-4945-AE43-A5FF1004AE6D}" dt="2023-07-17T04:29:14.423" v="24"/>
          <ac:spMkLst>
            <pc:docMk/>
            <pc:sldMk cId="3412811064" sldId="302"/>
            <ac:spMk id="2" creationId="{066CD265-28C1-A4A0-D6A5-ED39A3196492}"/>
          </ac:spMkLst>
        </pc:spChg>
        <pc:picChg chg="mod">
          <ac:chgData name="Juan Sebastián Valencia Villa" userId="90334d115fd4767d" providerId="LiveId" clId="{C2CD167A-D904-4945-AE43-A5FF1004AE6D}" dt="2023-07-17T04:29:14.423" v="24"/>
          <ac:picMkLst>
            <pc:docMk/>
            <pc:sldMk cId="3412811064" sldId="302"/>
            <ac:picMk id="4097" creationId="{1A441687-F685-2C62-BB32-32718C738631}"/>
          </ac:picMkLst>
        </pc:picChg>
      </pc:sldChg>
      <pc:sldChg chg="modSp">
        <pc:chgData name="Juan Sebastián Valencia Villa" userId="90334d115fd4767d" providerId="LiveId" clId="{C2CD167A-D904-4945-AE43-A5FF1004AE6D}" dt="2023-07-17T04:29:14.423" v="24"/>
        <pc:sldMkLst>
          <pc:docMk/>
          <pc:sldMk cId="4248764633" sldId="303"/>
        </pc:sldMkLst>
        <pc:spChg chg="mod">
          <ac:chgData name="Juan Sebastián Valencia Villa" userId="90334d115fd4767d" providerId="LiveId" clId="{C2CD167A-D904-4945-AE43-A5FF1004AE6D}" dt="2023-07-17T04:29:14.423" v="24"/>
          <ac:spMkLst>
            <pc:docMk/>
            <pc:sldMk cId="4248764633" sldId="303"/>
            <ac:spMk id="2" creationId="{35AD59FC-C81F-0AC3-5A63-219818D5ED9E}"/>
          </ac:spMkLst>
        </pc:spChg>
      </pc:sldChg>
      <pc:sldChg chg="modSp">
        <pc:chgData name="Juan Sebastián Valencia Villa" userId="90334d115fd4767d" providerId="LiveId" clId="{C2CD167A-D904-4945-AE43-A5FF1004AE6D}" dt="2023-07-17T04:29:14.423" v="24"/>
        <pc:sldMkLst>
          <pc:docMk/>
          <pc:sldMk cId="576833890" sldId="304"/>
        </pc:sldMkLst>
        <pc:spChg chg="mod">
          <ac:chgData name="Juan Sebastián Valencia Villa" userId="90334d115fd4767d" providerId="LiveId" clId="{C2CD167A-D904-4945-AE43-A5FF1004AE6D}" dt="2023-07-17T04:29:14.423" v="24"/>
          <ac:spMkLst>
            <pc:docMk/>
            <pc:sldMk cId="576833890" sldId="304"/>
            <ac:spMk id="2" creationId="{68F85337-4345-C656-DF00-178F5248CE28}"/>
          </ac:spMkLst>
        </pc:spChg>
        <pc:spChg chg="mod">
          <ac:chgData name="Juan Sebastián Valencia Villa" userId="90334d115fd4767d" providerId="LiveId" clId="{C2CD167A-D904-4945-AE43-A5FF1004AE6D}" dt="2023-07-17T04:29:14.423" v="24"/>
          <ac:spMkLst>
            <pc:docMk/>
            <pc:sldMk cId="576833890" sldId="304"/>
            <ac:spMk id="3" creationId="{A95771A2-A054-285C-0A15-9220AAF41A64}"/>
          </ac:spMkLst>
        </pc:sp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9.svg"/><Relationship Id="rId4" Type="http://schemas.openxmlformats.org/officeDocument/2006/relationships/image" Target="../media/image15.svg"/><Relationship Id="rId9" Type="http://schemas.openxmlformats.org/officeDocument/2006/relationships/image" Target="../media/image18.png"/></Relationships>
</file>

<file path=ppt/diagrams/_rels/data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9.svg"/><Relationship Id="rId4" Type="http://schemas.openxmlformats.org/officeDocument/2006/relationships/image" Target="../media/image15.svg"/><Relationship Id="rId9" Type="http://schemas.openxmlformats.org/officeDocument/2006/relationships/image" Target="../media/image18.png"/></Relationships>
</file>

<file path=ppt/diagrams/_rels/drawing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71844D-412D-46CE-B9F5-FB9A25D79886}" type="doc">
      <dgm:prSet loTypeId="urn:microsoft.com/office/officeart/2005/8/layout/radial3" loCatId="cycle" qsTypeId="urn:microsoft.com/office/officeart/2005/8/quickstyle/simple1" qsCatId="simple" csTypeId="urn:microsoft.com/office/officeart/2005/8/colors/accent1_2" csCatId="accent1" phldr="1"/>
      <dgm:spPr/>
    </dgm:pt>
    <dgm:pt modelId="{1788BC87-58F2-4B6B-978F-D153381B3038}">
      <dgm:prSet phldrT="[Texto]"/>
      <dgm:spPr/>
      <dgm:t>
        <a:bodyPr/>
        <a:lstStyle/>
        <a:p>
          <a:r>
            <a:rPr lang="es-CO" dirty="0"/>
            <a:t>Identificar liderazgo</a:t>
          </a:r>
        </a:p>
      </dgm:t>
    </dgm:pt>
    <dgm:pt modelId="{4AD1E156-DFBE-4EA6-A431-1E9077182D18}" type="parTrans" cxnId="{BE5B0D0F-7DE2-4C07-9095-C9C3CEFC6D85}">
      <dgm:prSet/>
      <dgm:spPr/>
      <dgm:t>
        <a:bodyPr/>
        <a:lstStyle/>
        <a:p>
          <a:endParaRPr lang="es-CO"/>
        </a:p>
      </dgm:t>
    </dgm:pt>
    <dgm:pt modelId="{CD67188D-87C7-4F06-A5BF-E5E3C77AAA53}" type="sibTrans" cxnId="{BE5B0D0F-7DE2-4C07-9095-C9C3CEFC6D85}">
      <dgm:prSet/>
      <dgm:spPr/>
      <dgm:t>
        <a:bodyPr/>
        <a:lstStyle/>
        <a:p>
          <a:endParaRPr lang="es-CO"/>
        </a:p>
      </dgm:t>
    </dgm:pt>
    <dgm:pt modelId="{444DB142-4FBA-4B0E-BE66-C4DE033356F5}">
      <dgm:prSet/>
      <dgm:spPr/>
      <dgm:t>
        <a:bodyPr/>
        <a:lstStyle/>
        <a:p>
          <a:r>
            <a:rPr lang="es-CO" dirty="0"/>
            <a:t>Gobierno de datos</a:t>
          </a:r>
        </a:p>
      </dgm:t>
    </dgm:pt>
    <dgm:pt modelId="{823F2ECC-E06A-4934-99ED-BFA43A99BD09}" type="parTrans" cxnId="{8B0315C1-6F1D-41C2-9063-7BDA34B95D36}">
      <dgm:prSet/>
      <dgm:spPr/>
      <dgm:t>
        <a:bodyPr/>
        <a:lstStyle/>
        <a:p>
          <a:endParaRPr lang="es-CO"/>
        </a:p>
      </dgm:t>
    </dgm:pt>
    <dgm:pt modelId="{F3B5006A-CFF1-43E3-84E9-D942A9EE1551}" type="sibTrans" cxnId="{8B0315C1-6F1D-41C2-9063-7BDA34B95D36}">
      <dgm:prSet/>
      <dgm:spPr/>
      <dgm:t>
        <a:bodyPr/>
        <a:lstStyle/>
        <a:p>
          <a:endParaRPr lang="es-CO"/>
        </a:p>
      </dgm:t>
    </dgm:pt>
    <dgm:pt modelId="{5906D9C7-5B5E-4E9F-A387-73014C974253}">
      <dgm:prSet/>
      <dgm:spPr/>
      <dgm:t>
        <a:bodyPr/>
        <a:lstStyle/>
        <a:p>
          <a:r>
            <a:rPr lang="es-CO" dirty="0"/>
            <a:t>Crear una línea de trabajo</a:t>
          </a:r>
        </a:p>
      </dgm:t>
    </dgm:pt>
    <dgm:pt modelId="{012652ED-B055-4486-A590-B1897317BE3B}" type="parTrans" cxnId="{8E1D65EB-7828-4E4A-BC15-9E2E926F4561}">
      <dgm:prSet/>
      <dgm:spPr/>
      <dgm:t>
        <a:bodyPr/>
        <a:lstStyle/>
        <a:p>
          <a:endParaRPr lang="es-CO"/>
        </a:p>
      </dgm:t>
    </dgm:pt>
    <dgm:pt modelId="{EFB64F4A-ED36-4BC8-9D2A-4A220491E6AD}" type="sibTrans" cxnId="{8E1D65EB-7828-4E4A-BC15-9E2E926F4561}">
      <dgm:prSet/>
      <dgm:spPr/>
      <dgm:t>
        <a:bodyPr/>
        <a:lstStyle/>
        <a:p>
          <a:endParaRPr lang="es-CO"/>
        </a:p>
      </dgm:t>
    </dgm:pt>
    <dgm:pt modelId="{0AEF5033-706C-44CE-B54B-99B893BD2267}">
      <dgm:prSet/>
      <dgm:spPr/>
      <dgm:t>
        <a:bodyPr/>
        <a:lstStyle/>
        <a:p>
          <a:r>
            <a:rPr lang="es-CO" dirty="0"/>
            <a:t>Establecer la visión</a:t>
          </a:r>
        </a:p>
      </dgm:t>
    </dgm:pt>
    <dgm:pt modelId="{9B441473-D089-4470-BD0D-4DEE557C5A0B}" type="parTrans" cxnId="{2C9801B9-DB46-4D24-BB30-83D3D82F9AD7}">
      <dgm:prSet/>
      <dgm:spPr/>
      <dgm:t>
        <a:bodyPr/>
        <a:lstStyle/>
        <a:p>
          <a:endParaRPr lang="es-CO"/>
        </a:p>
      </dgm:t>
    </dgm:pt>
    <dgm:pt modelId="{12567A9C-3CEE-4999-9CEF-D0D96BDDBBDC}" type="sibTrans" cxnId="{2C9801B9-DB46-4D24-BB30-83D3D82F9AD7}">
      <dgm:prSet/>
      <dgm:spPr/>
      <dgm:t>
        <a:bodyPr/>
        <a:lstStyle/>
        <a:p>
          <a:endParaRPr lang="es-CO"/>
        </a:p>
      </dgm:t>
    </dgm:pt>
    <dgm:pt modelId="{0D971937-4488-4B63-A923-8DE8BE903198}">
      <dgm:prSet/>
      <dgm:spPr/>
      <dgm:t>
        <a:bodyPr/>
        <a:lstStyle/>
        <a:p>
          <a:r>
            <a:rPr lang="es-CO" dirty="0"/>
            <a:t>Establecer un comité de gobierno de datos</a:t>
          </a:r>
        </a:p>
      </dgm:t>
    </dgm:pt>
    <dgm:pt modelId="{494CE6BB-DC5D-466F-B40D-1B7365A511A1}" type="parTrans" cxnId="{BA61F768-D1CA-4F80-9BC1-20B3E7D43DA2}">
      <dgm:prSet/>
      <dgm:spPr/>
      <dgm:t>
        <a:bodyPr/>
        <a:lstStyle/>
        <a:p>
          <a:endParaRPr lang="es-CO"/>
        </a:p>
      </dgm:t>
    </dgm:pt>
    <dgm:pt modelId="{71ACAACA-7803-44AE-8ED4-9F45B39376F5}" type="sibTrans" cxnId="{BA61F768-D1CA-4F80-9BC1-20B3E7D43DA2}">
      <dgm:prSet/>
      <dgm:spPr/>
      <dgm:t>
        <a:bodyPr/>
        <a:lstStyle/>
        <a:p>
          <a:endParaRPr lang="es-CO"/>
        </a:p>
      </dgm:t>
    </dgm:pt>
    <dgm:pt modelId="{C32CAA96-465A-40E6-90C3-DCF868EA5CAD}">
      <dgm:prSet/>
      <dgm:spPr/>
      <dgm:t>
        <a:bodyPr/>
        <a:lstStyle/>
        <a:p>
          <a:r>
            <a:rPr lang="es-CO" dirty="0"/>
            <a:t>Enfocarse en personas y procesos</a:t>
          </a:r>
        </a:p>
      </dgm:t>
    </dgm:pt>
    <dgm:pt modelId="{3CBAB602-BC18-4374-8497-5FBF83E5D819}" type="parTrans" cxnId="{B7897AF7-E0A1-479A-B0E0-035B22BD9C34}">
      <dgm:prSet/>
      <dgm:spPr/>
      <dgm:t>
        <a:bodyPr/>
        <a:lstStyle/>
        <a:p>
          <a:endParaRPr lang="es-CO"/>
        </a:p>
      </dgm:t>
    </dgm:pt>
    <dgm:pt modelId="{D90342AF-D719-4B7E-A695-9A41B049C7CE}" type="sibTrans" cxnId="{B7897AF7-E0A1-479A-B0E0-035B22BD9C34}">
      <dgm:prSet/>
      <dgm:spPr/>
      <dgm:t>
        <a:bodyPr/>
        <a:lstStyle/>
        <a:p>
          <a:endParaRPr lang="es-CO"/>
        </a:p>
      </dgm:t>
    </dgm:pt>
    <dgm:pt modelId="{0C75E45E-900D-4E2F-8F0E-8ABC3BA2F23A}">
      <dgm:prSet/>
      <dgm:spPr/>
      <dgm:t>
        <a:bodyPr/>
        <a:lstStyle/>
        <a:p>
          <a:r>
            <a:rPr lang="es-CO" dirty="0"/>
            <a:t>Automatizar el gobierno de datos</a:t>
          </a:r>
        </a:p>
      </dgm:t>
    </dgm:pt>
    <dgm:pt modelId="{F4F72DFC-08FA-42CA-84BC-0C4DA2252E4C}" type="parTrans" cxnId="{CD6071EF-8225-4BDE-9595-3A977EC88EC0}">
      <dgm:prSet/>
      <dgm:spPr/>
      <dgm:t>
        <a:bodyPr/>
        <a:lstStyle/>
        <a:p>
          <a:endParaRPr lang="es-CO"/>
        </a:p>
      </dgm:t>
    </dgm:pt>
    <dgm:pt modelId="{D89E73DF-AE8B-4E59-A205-516345B2816D}" type="sibTrans" cxnId="{CD6071EF-8225-4BDE-9595-3A977EC88EC0}">
      <dgm:prSet/>
      <dgm:spPr/>
      <dgm:t>
        <a:bodyPr/>
        <a:lstStyle/>
        <a:p>
          <a:endParaRPr lang="es-CO"/>
        </a:p>
      </dgm:t>
    </dgm:pt>
    <dgm:pt modelId="{24983D7A-6A25-4604-BD3B-1F50DB025C52}">
      <dgm:prSet/>
      <dgm:spPr/>
      <dgm:t>
        <a:bodyPr/>
        <a:lstStyle/>
        <a:p>
          <a:r>
            <a:rPr lang="es-CO" dirty="0"/>
            <a:t>Evaluar componentes existentes</a:t>
          </a:r>
        </a:p>
      </dgm:t>
    </dgm:pt>
    <dgm:pt modelId="{26CA7029-932F-4815-84D0-15A2323BACD6}" type="parTrans" cxnId="{BE3DCE89-EF13-4827-994C-0390D4E06B3D}">
      <dgm:prSet/>
      <dgm:spPr/>
      <dgm:t>
        <a:bodyPr/>
        <a:lstStyle/>
        <a:p>
          <a:endParaRPr lang="es-CO"/>
        </a:p>
      </dgm:t>
    </dgm:pt>
    <dgm:pt modelId="{A9E7792D-BDBE-4013-ACBD-EBBA2EADC6AF}" type="sibTrans" cxnId="{BE3DCE89-EF13-4827-994C-0390D4E06B3D}">
      <dgm:prSet/>
      <dgm:spPr/>
      <dgm:t>
        <a:bodyPr/>
        <a:lstStyle/>
        <a:p>
          <a:endParaRPr lang="es-CO"/>
        </a:p>
      </dgm:t>
    </dgm:pt>
    <dgm:pt modelId="{E399158D-6C06-44D6-AD32-1E5FAD1D9C4E}">
      <dgm:prSet/>
      <dgm:spPr/>
      <dgm:t>
        <a:bodyPr/>
        <a:lstStyle/>
        <a:p>
          <a:r>
            <a:rPr lang="es-CO" dirty="0"/>
            <a:t>Determinar el nivel adecuado de gobierno</a:t>
          </a:r>
        </a:p>
      </dgm:t>
    </dgm:pt>
    <dgm:pt modelId="{15ABC21E-EDF8-4F08-8639-8A6B99493CD1}" type="parTrans" cxnId="{EA72492B-942E-40F7-8303-78223E90C67E}">
      <dgm:prSet/>
      <dgm:spPr/>
      <dgm:t>
        <a:bodyPr/>
        <a:lstStyle/>
        <a:p>
          <a:endParaRPr lang="es-CO"/>
        </a:p>
      </dgm:t>
    </dgm:pt>
    <dgm:pt modelId="{730BE3BE-1C9C-460A-933A-793F6B1AE8E2}" type="sibTrans" cxnId="{EA72492B-942E-40F7-8303-78223E90C67E}">
      <dgm:prSet/>
      <dgm:spPr/>
      <dgm:t>
        <a:bodyPr/>
        <a:lstStyle/>
        <a:p>
          <a:endParaRPr lang="es-CO"/>
        </a:p>
      </dgm:t>
    </dgm:pt>
    <dgm:pt modelId="{F7C836D6-EEAE-4035-AD09-9381277D2FE6}" type="pres">
      <dgm:prSet presAssocID="{1471844D-412D-46CE-B9F5-FB9A25D79886}" presName="composite" presStyleCnt="0">
        <dgm:presLayoutVars>
          <dgm:chMax val="1"/>
          <dgm:dir/>
          <dgm:resizeHandles val="exact"/>
        </dgm:presLayoutVars>
      </dgm:prSet>
      <dgm:spPr/>
    </dgm:pt>
    <dgm:pt modelId="{BE3C5AE9-FA59-4D66-B7A7-CD00352B2FDB}" type="pres">
      <dgm:prSet presAssocID="{1471844D-412D-46CE-B9F5-FB9A25D79886}" presName="radial" presStyleCnt="0">
        <dgm:presLayoutVars>
          <dgm:animLvl val="ctr"/>
        </dgm:presLayoutVars>
      </dgm:prSet>
      <dgm:spPr/>
    </dgm:pt>
    <dgm:pt modelId="{9DB93AA9-8AB9-4CDF-8859-39ACEF84FECF}" type="pres">
      <dgm:prSet presAssocID="{444DB142-4FBA-4B0E-BE66-C4DE033356F5}" presName="centerShape" presStyleLbl="vennNode1" presStyleIdx="0" presStyleCnt="9"/>
      <dgm:spPr/>
    </dgm:pt>
    <dgm:pt modelId="{C0A622A4-F049-4732-9CC9-244BBF0820D9}" type="pres">
      <dgm:prSet presAssocID="{1788BC87-58F2-4B6B-978F-D153381B3038}" presName="node" presStyleLbl="vennNode1" presStyleIdx="1" presStyleCnt="9">
        <dgm:presLayoutVars>
          <dgm:bulletEnabled val="1"/>
        </dgm:presLayoutVars>
      </dgm:prSet>
      <dgm:spPr/>
    </dgm:pt>
    <dgm:pt modelId="{8CAA679F-D89D-4E14-BC1F-31D8AA9F883D}" type="pres">
      <dgm:prSet presAssocID="{0AEF5033-706C-44CE-B54B-99B893BD2267}" presName="node" presStyleLbl="vennNode1" presStyleIdx="2" presStyleCnt="9">
        <dgm:presLayoutVars>
          <dgm:bulletEnabled val="1"/>
        </dgm:presLayoutVars>
      </dgm:prSet>
      <dgm:spPr/>
    </dgm:pt>
    <dgm:pt modelId="{BCA68FFA-85C3-4879-98E3-00C4ACB005D4}" type="pres">
      <dgm:prSet presAssocID="{24983D7A-6A25-4604-BD3B-1F50DB025C52}" presName="node" presStyleLbl="vennNode1" presStyleIdx="3" presStyleCnt="9">
        <dgm:presLayoutVars>
          <dgm:bulletEnabled val="1"/>
        </dgm:presLayoutVars>
      </dgm:prSet>
      <dgm:spPr/>
    </dgm:pt>
    <dgm:pt modelId="{CA3A868E-1DF2-4078-94F6-035DD8084C11}" type="pres">
      <dgm:prSet presAssocID="{E399158D-6C06-44D6-AD32-1E5FAD1D9C4E}" presName="node" presStyleLbl="vennNode1" presStyleIdx="4" presStyleCnt="9">
        <dgm:presLayoutVars>
          <dgm:bulletEnabled val="1"/>
        </dgm:presLayoutVars>
      </dgm:prSet>
      <dgm:spPr/>
    </dgm:pt>
    <dgm:pt modelId="{64789180-71EF-4388-94DF-88A65490E4D4}" type="pres">
      <dgm:prSet presAssocID="{0C75E45E-900D-4E2F-8F0E-8ABC3BA2F23A}" presName="node" presStyleLbl="vennNode1" presStyleIdx="5" presStyleCnt="9">
        <dgm:presLayoutVars>
          <dgm:bulletEnabled val="1"/>
        </dgm:presLayoutVars>
      </dgm:prSet>
      <dgm:spPr/>
    </dgm:pt>
    <dgm:pt modelId="{E5C566AB-AFBC-4AF4-9983-DCF62D5D3FA6}" type="pres">
      <dgm:prSet presAssocID="{C32CAA96-465A-40E6-90C3-DCF868EA5CAD}" presName="node" presStyleLbl="vennNode1" presStyleIdx="6" presStyleCnt="9">
        <dgm:presLayoutVars>
          <dgm:bulletEnabled val="1"/>
        </dgm:presLayoutVars>
      </dgm:prSet>
      <dgm:spPr/>
    </dgm:pt>
    <dgm:pt modelId="{165279A8-EA71-492D-A85C-A96B43ECBCA3}" type="pres">
      <dgm:prSet presAssocID="{0D971937-4488-4B63-A923-8DE8BE903198}" presName="node" presStyleLbl="vennNode1" presStyleIdx="7" presStyleCnt="9">
        <dgm:presLayoutVars>
          <dgm:bulletEnabled val="1"/>
        </dgm:presLayoutVars>
      </dgm:prSet>
      <dgm:spPr/>
    </dgm:pt>
    <dgm:pt modelId="{3499DC23-290B-4A10-A71E-366A5A258CB0}" type="pres">
      <dgm:prSet presAssocID="{5906D9C7-5B5E-4E9F-A387-73014C974253}" presName="node" presStyleLbl="vennNode1" presStyleIdx="8" presStyleCnt="9">
        <dgm:presLayoutVars>
          <dgm:bulletEnabled val="1"/>
        </dgm:presLayoutVars>
      </dgm:prSet>
      <dgm:spPr/>
    </dgm:pt>
  </dgm:ptLst>
  <dgm:cxnLst>
    <dgm:cxn modelId="{BE5B0D0F-7DE2-4C07-9095-C9C3CEFC6D85}" srcId="{444DB142-4FBA-4B0E-BE66-C4DE033356F5}" destId="{1788BC87-58F2-4B6B-978F-D153381B3038}" srcOrd="0" destOrd="0" parTransId="{4AD1E156-DFBE-4EA6-A431-1E9077182D18}" sibTransId="{CD67188D-87C7-4F06-A5BF-E5E3C77AAA53}"/>
    <dgm:cxn modelId="{36A0A711-E12D-4473-8A17-2C0456012D39}" type="presOf" srcId="{0AEF5033-706C-44CE-B54B-99B893BD2267}" destId="{8CAA679F-D89D-4E14-BC1F-31D8AA9F883D}" srcOrd="0" destOrd="0" presId="urn:microsoft.com/office/officeart/2005/8/layout/radial3"/>
    <dgm:cxn modelId="{EA72492B-942E-40F7-8303-78223E90C67E}" srcId="{444DB142-4FBA-4B0E-BE66-C4DE033356F5}" destId="{E399158D-6C06-44D6-AD32-1E5FAD1D9C4E}" srcOrd="3" destOrd="0" parTransId="{15ABC21E-EDF8-4F08-8639-8A6B99493CD1}" sibTransId="{730BE3BE-1C9C-460A-933A-793F6B1AE8E2}"/>
    <dgm:cxn modelId="{0260D62E-ED87-4038-A84A-72B64ADFDA60}" type="presOf" srcId="{C32CAA96-465A-40E6-90C3-DCF868EA5CAD}" destId="{E5C566AB-AFBC-4AF4-9983-DCF62D5D3FA6}" srcOrd="0" destOrd="0" presId="urn:microsoft.com/office/officeart/2005/8/layout/radial3"/>
    <dgm:cxn modelId="{D40E895B-E8F6-4E22-93EC-34EE193A89E1}" type="presOf" srcId="{1471844D-412D-46CE-B9F5-FB9A25D79886}" destId="{F7C836D6-EEAE-4035-AD09-9381277D2FE6}" srcOrd="0" destOrd="0" presId="urn:microsoft.com/office/officeart/2005/8/layout/radial3"/>
    <dgm:cxn modelId="{BA61F768-D1CA-4F80-9BC1-20B3E7D43DA2}" srcId="{444DB142-4FBA-4B0E-BE66-C4DE033356F5}" destId="{0D971937-4488-4B63-A923-8DE8BE903198}" srcOrd="6" destOrd="0" parTransId="{494CE6BB-DC5D-466F-B40D-1B7365A511A1}" sibTransId="{71ACAACA-7803-44AE-8ED4-9F45B39376F5}"/>
    <dgm:cxn modelId="{41466F7A-5D69-47F4-BAB0-577A4F65E7DE}" type="presOf" srcId="{E399158D-6C06-44D6-AD32-1E5FAD1D9C4E}" destId="{CA3A868E-1DF2-4078-94F6-035DD8084C11}" srcOrd="0" destOrd="0" presId="urn:microsoft.com/office/officeart/2005/8/layout/radial3"/>
    <dgm:cxn modelId="{BE3DCE89-EF13-4827-994C-0390D4E06B3D}" srcId="{444DB142-4FBA-4B0E-BE66-C4DE033356F5}" destId="{24983D7A-6A25-4604-BD3B-1F50DB025C52}" srcOrd="2" destOrd="0" parTransId="{26CA7029-932F-4815-84D0-15A2323BACD6}" sibTransId="{A9E7792D-BDBE-4013-ACBD-EBBA2EADC6AF}"/>
    <dgm:cxn modelId="{96FB9E94-96E5-4460-A63E-15E7B4FC1328}" type="presOf" srcId="{5906D9C7-5B5E-4E9F-A387-73014C974253}" destId="{3499DC23-290B-4A10-A71E-366A5A258CB0}" srcOrd="0" destOrd="0" presId="urn:microsoft.com/office/officeart/2005/8/layout/radial3"/>
    <dgm:cxn modelId="{ABE8D69D-9314-4103-8EED-9EE5906E5C03}" type="presOf" srcId="{24983D7A-6A25-4604-BD3B-1F50DB025C52}" destId="{BCA68FFA-85C3-4879-98E3-00C4ACB005D4}" srcOrd="0" destOrd="0" presId="urn:microsoft.com/office/officeart/2005/8/layout/radial3"/>
    <dgm:cxn modelId="{2C9801B9-DB46-4D24-BB30-83D3D82F9AD7}" srcId="{444DB142-4FBA-4B0E-BE66-C4DE033356F5}" destId="{0AEF5033-706C-44CE-B54B-99B893BD2267}" srcOrd="1" destOrd="0" parTransId="{9B441473-D089-4470-BD0D-4DEE557C5A0B}" sibTransId="{12567A9C-3CEE-4999-9CEF-D0D96BDDBBDC}"/>
    <dgm:cxn modelId="{8B0315C1-6F1D-41C2-9063-7BDA34B95D36}" srcId="{1471844D-412D-46CE-B9F5-FB9A25D79886}" destId="{444DB142-4FBA-4B0E-BE66-C4DE033356F5}" srcOrd="0" destOrd="0" parTransId="{823F2ECC-E06A-4934-99ED-BFA43A99BD09}" sibTransId="{F3B5006A-CFF1-43E3-84E9-D942A9EE1551}"/>
    <dgm:cxn modelId="{FA13B9CB-C713-4AD7-B567-0CBC70B32880}" type="presOf" srcId="{0D971937-4488-4B63-A923-8DE8BE903198}" destId="{165279A8-EA71-492D-A85C-A96B43ECBCA3}" srcOrd="0" destOrd="0" presId="urn:microsoft.com/office/officeart/2005/8/layout/radial3"/>
    <dgm:cxn modelId="{3CEA53E1-D887-4341-9697-E28AA51C35B2}" type="presOf" srcId="{1788BC87-58F2-4B6B-978F-D153381B3038}" destId="{C0A622A4-F049-4732-9CC9-244BBF0820D9}" srcOrd="0" destOrd="0" presId="urn:microsoft.com/office/officeart/2005/8/layout/radial3"/>
    <dgm:cxn modelId="{E76156E6-37A8-419A-8815-F2D0A8BA283C}" type="presOf" srcId="{444DB142-4FBA-4B0E-BE66-C4DE033356F5}" destId="{9DB93AA9-8AB9-4CDF-8859-39ACEF84FECF}" srcOrd="0" destOrd="0" presId="urn:microsoft.com/office/officeart/2005/8/layout/radial3"/>
    <dgm:cxn modelId="{8E1D65EB-7828-4E4A-BC15-9E2E926F4561}" srcId="{444DB142-4FBA-4B0E-BE66-C4DE033356F5}" destId="{5906D9C7-5B5E-4E9F-A387-73014C974253}" srcOrd="7" destOrd="0" parTransId="{012652ED-B055-4486-A590-B1897317BE3B}" sibTransId="{EFB64F4A-ED36-4BC8-9D2A-4A220491E6AD}"/>
    <dgm:cxn modelId="{CD6071EF-8225-4BDE-9595-3A977EC88EC0}" srcId="{444DB142-4FBA-4B0E-BE66-C4DE033356F5}" destId="{0C75E45E-900D-4E2F-8F0E-8ABC3BA2F23A}" srcOrd="4" destOrd="0" parTransId="{F4F72DFC-08FA-42CA-84BC-0C4DA2252E4C}" sibTransId="{D89E73DF-AE8B-4E59-A205-516345B2816D}"/>
    <dgm:cxn modelId="{B7897AF7-E0A1-479A-B0E0-035B22BD9C34}" srcId="{444DB142-4FBA-4B0E-BE66-C4DE033356F5}" destId="{C32CAA96-465A-40E6-90C3-DCF868EA5CAD}" srcOrd="5" destOrd="0" parTransId="{3CBAB602-BC18-4374-8497-5FBF83E5D819}" sibTransId="{D90342AF-D719-4B7E-A695-9A41B049C7CE}"/>
    <dgm:cxn modelId="{A57D48F9-50B9-48D9-9256-B3A34C5A8BD7}" type="presOf" srcId="{0C75E45E-900D-4E2F-8F0E-8ABC3BA2F23A}" destId="{64789180-71EF-4388-94DF-88A65490E4D4}" srcOrd="0" destOrd="0" presId="urn:microsoft.com/office/officeart/2005/8/layout/radial3"/>
    <dgm:cxn modelId="{EC3773FF-FA9A-4A2C-98EE-01D850C88A4A}" type="presParOf" srcId="{F7C836D6-EEAE-4035-AD09-9381277D2FE6}" destId="{BE3C5AE9-FA59-4D66-B7A7-CD00352B2FDB}" srcOrd="0" destOrd="0" presId="urn:microsoft.com/office/officeart/2005/8/layout/radial3"/>
    <dgm:cxn modelId="{C084AF44-D837-460B-8EBA-D624087E2186}" type="presParOf" srcId="{BE3C5AE9-FA59-4D66-B7A7-CD00352B2FDB}" destId="{9DB93AA9-8AB9-4CDF-8859-39ACEF84FECF}" srcOrd="0" destOrd="0" presId="urn:microsoft.com/office/officeart/2005/8/layout/radial3"/>
    <dgm:cxn modelId="{94AE31FF-B680-4EFB-B0D0-F158D55B110A}" type="presParOf" srcId="{BE3C5AE9-FA59-4D66-B7A7-CD00352B2FDB}" destId="{C0A622A4-F049-4732-9CC9-244BBF0820D9}" srcOrd="1" destOrd="0" presId="urn:microsoft.com/office/officeart/2005/8/layout/radial3"/>
    <dgm:cxn modelId="{784DF617-6416-4755-9578-7B7810E50A23}" type="presParOf" srcId="{BE3C5AE9-FA59-4D66-B7A7-CD00352B2FDB}" destId="{8CAA679F-D89D-4E14-BC1F-31D8AA9F883D}" srcOrd="2" destOrd="0" presId="urn:microsoft.com/office/officeart/2005/8/layout/radial3"/>
    <dgm:cxn modelId="{D7F33F57-2E0E-448D-BD00-FE7428DCEEA6}" type="presParOf" srcId="{BE3C5AE9-FA59-4D66-B7A7-CD00352B2FDB}" destId="{BCA68FFA-85C3-4879-98E3-00C4ACB005D4}" srcOrd="3" destOrd="0" presId="urn:microsoft.com/office/officeart/2005/8/layout/radial3"/>
    <dgm:cxn modelId="{51F4C098-9035-4D1B-8215-AAA19098D9B8}" type="presParOf" srcId="{BE3C5AE9-FA59-4D66-B7A7-CD00352B2FDB}" destId="{CA3A868E-1DF2-4078-94F6-035DD8084C11}" srcOrd="4" destOrd="0" presId="urn:microsoft.com/office/officeart/2005/8/layout/radial3"/>
    <dgm:cxn modelId="{8FCA4AF2-1355-4D07-843A-27DD4110A8FD}" type="presParOf" srcId="{BE3C5AE9-FA59-4D66-B7A7-CD00352B2FDB}" destId="{64789180-71EF-4388-94DF-88A65490E4D4}" srcOrd="5" destOrd="0" presId="urn:microsoft.com/office/officeart/2005/8/layout/radial3"/>
    <dgm:cxn modelId="{219E03D8-FF6E-4797-AD7B-FB6196E17940}" type="presParOf" srcId="{BE3C5AE9-FA59-4D66-B7A7-CD00352B2FDB}" destId="{E5C566AB-AFBC-4AF4-9983-DCF62D5D3FA6}" srcOrd="6" destOrd="0" presId="urn:microsoft.com/office/officeart/2005/8/layout/radial3"/>
    <dgm:cxn modelId="{E6DC545B-BCA4-45E8-9727-EA41615CB97F}" type="presParOf" srcId="{BE3C5AE9-FA59-4D66-B7A7-CD00352B2FDB}" destId="{165279A8-EA71-492D-A85C-A96B43ECBCA3}" srcOrd="7" destOrd="0" presId="urn:microsoft.com/office/officeart/2005/8/layout/radial3"/>
    <dgm:cxn modelId="{078FDDB6-D19F-42A6-95B4-D7E675516FB9}" type="presParOf" srcId="{BE3C5AE9-FA59-4D66-B7A7-CD00352B2FDB}" destId="{3499DC23-290B-4A10-A71E-366A5A258CB0}" srcOrd="8"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8E2634-6301-4425-A6C9-4AD944A0ACD4}"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s-CO"/>
        </a:p>
      </dgm:t>
    </dgm:pt>
    <dgm:pt modelId="{6B63C98F-F2FA-4F5E-81C8-C6BD147D6E15}">
      <dgm:prSet phldrT="[Texto]"/>
      <dgm:spPr/>
      <dgm:t>
        <a:bodyPr/>
        <a:lstStyle/>
        <a:p>
          <a:pPr>
            <a:lnSpc>
              <a:spcPct val="100000"/>
            </a:lnSpc>
            <a:defRPr cap="all"/>
          </a:pPr>
          <a:r>
            <a:rPr lang="es-CO"/>
            <a:t>Generar un enfoque desde la cabeza de la organización</a:t>
          </a:r>
        </a:p>
      </dgm:t>
    </dgm:pt>
    <dgm:pt modelId="{8B8CD3F3-A34A-4601-A3A7-6CEF2E7DFF25}" type="parTrans" cxnId="{DE46451F-E849-4708-B3B5-76F2279D96FD}">
      <dgm:prSet/>
      <dgm:spPr/>
      <dgm:t>
        <a:bodyPr/>
        <a:lstStyle/>
        <a:p>
          <a:endParaRPr lang="es-CO"/>
        </a:p>
      </dgm:t>
    </dgm:pt>
    <dgm:pt modelId="{32A28096-8749-4D4B-A377-6FD5A79A3885}" type="sibTrans" cxnId="{DE46451F-E849-4708-B3B5-76F2279D96FD}">
      <dgm:prSet/>
      <dgm:spPr/>
      <dgm:t>
        <a:bodyPr/>
        <a:lstStyle/>
        <a:p>
          <a:endParaRPr lang="es-CO"/>
        </a:p>
      </dgm:t>
    </dgm:pt>
    <dgm:pt modelId="{8FF20210-3F66-45BB-B23D-990F8DD1F315}">
      <dgm:prSet phldrT="[Texto]"/>
      <dgm:spPr/>
      <dgm:t>
        <a:bodyPr/>
        <a:lstStyle/>
        <a:p>
          <a:pPr>
            <a:lnSpc>
              <a:spcPct val="100000"/>
            </a:lnSpc>
            <a:defRPr cap="all"/>
          </a:pPr>
          <a:r>
            <a:rPr lang="es-CO"/>
            <a:t>Identificar líderes que movilicen el programa de DG</a:t>
          </a:r>
        </a:p>
      </dgm:t>
    </dgm:pt>
    <dgm:pt modelId="{996C013B-1F62-411D-93A2-6B976AF97481}" type="parTrans" cxnId="{74F3F121-B0C7-407B-B911-6DD25FF25FCF}">
      <dgm:prSet/>
      <dgm:spPr/>
      <dgm:t>
        <a:bodyPr/>
        <a:lstStyle/>
        <a:p>
          <a:endParaRPr lang="es-CO"/>
        </a:p>
      </dgm:t>
    </dgm:pt>
    <dgm:pt modelId="{52133A7B-2E03-4D2B-A992-D6D20901CF25}" type="sibTrans" cxnId="{74F3F121-B0C7-407B-B911-6DD25FF25FCF}">
      <dgm:prSet/>
      <dgm:spPr/>
      <dgm:t>
        <a:bodyPr/>
        <a:lstStyle/>
        <a:p>
          <a:endParaRPr lang="es-CO"/>
        </a:p>
      </dgm:t>
    </dgm:pt>
    <dgm:pt modelId="{3BDFC646-3A44-4F85-9C55-8CBC2EFD8871}">
      <dgm:prSet phldrT="[Texto]"/>
      <dgm:spPr/>
      <dgm:t>
        <a:bodyPr/>
        <a:lstStyle/>
        <a:p>
          <a:pPr>
            <a:lnSpc>
              <a:spcPct val="100000"/>
            </a:lnSpc>
            <a:defRPr cap="all"/>
          </a:pPr>
          <a:r>
            <a:rPr lang="es-CO"/>
            <a:t>Reconocer los datos como un activo no como una responsabilidad técnica</a:t>
          </a:r>
        </a:p>
      </dgm:t>
    </dgm:pt>
    <dgm:pt modelId="{EF675E5D-68A6-4AF4-BB01-395280CDE2A4}" type="parTrans" cxnId="{34876309-127D-4095-96A7-5B38BC74ED78}">
      <dgm:prSet/>
      <dgm:spPr/>
      <dgm:t>
        <a:bodyPr/>
        <a:lstStyle/>
        <a:p>
          <a:endParaRPr lang="es-CO"/>
        </a:p>
      </dgm:t>
    </dgm:pt>
    <dgm:pt modelId="{E5CA8106-60CF-49C6-990E-D7746E60947D}" type="sibTrans" cxnId="{34876309-127D-4095-96A7-5B38BC74ED78}">
      <dgm:prSet/>
      <dgm:spPr/>
      <dgm:t>
        <a:bodyPr/>
        <a:lstStyle/>
        <a:p>
          <a:endParaRPr lang="es-CO"/>
        </a:p>
      </dgm:t>
    </dgm:pt>
    <dgm:pt modelId="{5B797285-5F43-449B-8038-E28B43BC2B04}">
      <dgm:prSet phldrT="[Texto]"/>
      <dgm:spPr/>
      <dgm:t>
        <a:bodyPr/>
        <a:lstStyle/>
        <a:p>
          <a:pPr>
            <a:lnSpc>
              <a:spcPct val="100000"/>
            </a:lnSpc>
            <a:defRPr cap="all"/>
          </a:pPr>
          <a:r>
            <a:rPr lang="es-CO"/>
            <a:t>Proporcionar la visión de el uso esperado de los datos</a:t>
          </a:r>
        </a:p>
      </dgm:t>
    </dgm:pt>
    <dgm:pt modelId="{439D8725-14C1-470D-ABFF-14015FA1299D}" type="parTrans" cxnId="{46959385-B0B6-4968-80FF-9C6B0284F7F4}">
      <dgm:prSet/>
      <dgm:spPr/>
      <dgm:t>
        <a:bodyPr/>
        <a:lstStyle/>
        <a:p>
          <a:endParaRPr lang="es-CO"/>
        </a:p>
      </dgm:t>
    </dgm:pt>
    <dgm:pt modelId="{16E13D43-3129-4932-81E9-E43960677D99}" type="sibTrans" cxnId="{46959385-B0B6-4968-80FF-9C6B0284F7F4}">
      <dgm:prSet/>
      <dgm:spPr/>
      <dgm:t>
        <a:bodyPr/>
        <a:lstStyle/>
        <a:p>
          <a:endParaRPr lang="es-CO"/>
        </a:p>
      </dgm:t>
    </dgm:pt>
    <dgm:pt modelId="{F9D048B1-52C2-4B81-9B18-99F66222E895}">
      <dgm:prSet phldrT="[Texto]"/>
      <dgm:spPr/>
      <dgm:t>
        <a:bodyPr/>
        <a:lstStyle/>
        <a:p>
          <a:pPr>
            <a:lnSpc>
              <a:spcPct val="100000"/>
            </a:lnSpc>
            <a:defRPr cap="all"/>
          </a:pPr>
          <a:r>
            <a:rPr lang="es-CO" dirty="0"/>
            <a:t>Ser defensores del cambio y ayudar a eliminar cualquier barrera</a:t>
          </a:r>
        </a:p>
      </dgm:t>
    </dgm:pt>
    <dgm:pt modelId="{E2C832DF-0082-4AA1-AA45-467DFE59A3BB}" type="parTrans" cxnId="{B31AE33B-0F92-40D1-B49C-A51D671F2B49}">
      <dgm:prSet/>
      <dgm:spPr/>
      <dgm:t>
        <a:bodyPr/>
        <a:lstStyle/>
        <a:p>
          <a:endParaRPr lang="es-CO"/>
        </a:p>
      </dgm:t>
    </dgm:pt>
    <dgm:pt modelId="{A2180954-C523-45BA-8089-993012E4EC85}" type="sibTrans" cxnId="{B31AE33B-0F92-40D1-B49C-A51D671F2B49}">
      <dgm:prSet/>
      <dgm:spPr/>
      <dgm:t>
        <a:bodyPr/>
        <a:lstStyle/>
        <a:p>
          <a:endParaRPr lang="es-CO"/>
        </a:p>
      </dgm:t>
    </dgm:pt>
    <dgm:pt modelId="{67646912-7361-4AF2-9CF2-AF85D7934E3D}" type="pres">
      <dgm:prSet presAssocID="{358E2634-6301-4425-A6C9-4AD944A0ACD4}" presName="root" presStyleCnt="0">
        <dgm:presLayoutVars>
          <dgm:dir/>
          <dgm:resizeHandles val="exact"/>
        </dgm:presLayoutVars>
      </dgm:prSet>
      <dgm:spPr/>
    </dgm:pt>
    <dgm:pt modelId="{564E3F37-D2A0-4BC1-AD12-6CC18774BDFA}" type="pres">
      <dgm:prSet presAssocID="{6B63C98F-F2FA-4F5E-81C8-C6BD147D6E15}" presName="compNode" presStyleCnt="0"/>
      <dgm:spPr/>
    </dgm:pt>
    <dgm:pt modelId="{033AF60C-CDD6-49CD-987F-AF1F9B6969F3}" type="pres">
      <dgm:prSet presAssocID="{6B63C98F-F2FA-4F5E-81C8-C6BD147D6E15}" presName="iconBgRect" presStyleLbl="bgShp" presStyleIdx="0" presStyleCnt="5"/>
      <dgm:spPr/>
    </dgm:pt>
    <dgm:pt modelId="{AE504557-9270-4338-9321-07C7D640508A}" type="pres">
      <dgm:prSet presAssocID="{6B63C98F-F2FA-4F5E-81C8-C6BD147D6E1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Jerarquía"/>
        </a:ext>
      </dgm:extLst>
    </dgm:pt>
    <dgm:pt modelId="{5260C9A9-2E84-470C-AE77-AD90AD3ED7E4}" type="pres">
      <dgm:prSet presAssocID="{6B63C98F-F2FA-4F5E-81C8-C6BD147D6E15}" presName="spaceRect" presStyleCnt="0"/>
      <dgm:spPr/>
    </dgm:pt>
    <dgm:pt modelId="{C6BFAC90-71B5-4648-844E-4D70E22A8F4C}" type="pres">
      <dgm:prSet presAssocID="{6B63C98F-F2FA-4F5E-81C8-C6BD147D6E15}" presName="textRect" presStyleLbl="revTx" presStyleIdx="0" presStyleCnt="5">
        <dgm:presLayoutVars>
          <dgm:chMax val="1"/>
          <dgm:chPref val="1"/>
        </dgm:presLayoutVars>
      </dgm:prSet>
      <dgm:spPr/>
    </dgm:pt>
    <dgm:pt modelId="{69F17113-A08E-405C-AA61-6D3C87036719}" type="pres">
      <dgm:prSet presAssocID="{32A28096-8749-4D4B-A377-6FD5A79A3885}" presName="sibTrans" presStyleCnt="0"/>
      <dgm:spPr/>
    </dgm:pt>
    <dgm:pt modelId="{61104835-FFEA-4914-9596-3CB664614E63}" type="pres">
      <dgm:prSet presAssocID="{8FF20210-3F66-45BB-B23D-990F8DD1F315}" presName="compNode" presStyleCnt="0"/>
      <dgm:spPr/>
    </dgm:pt>
    <dgm:pt modelId="{59A60DC8-5070-4BA2-8CE1-BB8F4C519CE0}" type="pres">
      <dgm:prSet presAssocID="{8FF20210-3F66-45BB-B23D-990F8DD1F315}" presName="iconBgRect" presStyleLbl="bgShp" presStyleIdx="1" presStyleCnt="5"/>
      <dgm:spPr/>
    </dgm:pt>
    <dgm:pt modelId="{3A5F2E1A-F0B6-4E36-B413-6C49B0F54A79}" type="pres">
      <dgm:prSet presAssocID="{8FF20210-3F66-45BB-B23D-990F8DD1F31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gnifying glass"/>
        </a:ext>
      </dgm:extLst>
    </dgm:pt>
    <dgm:pt modelId="{9EAF01E0-B900-4B44-9621-0D6AB34FD073}" type="pres">
      <dgm:prSet presAssocID="{8FF20210-3F66-45BB-B23D-990F8DD1F315}" presName="spaceRect" presStyleCnt="0"/>
      <dgm:spPr/>
    </dgm:pt>
    <dgm:pt modelId="{FA750B87-988C-46B5-B755-7EE7FE98760C}" type="pres">
      <dgm:prSet presAssocID="{8FF20210-3F66-45BB-B23D-990F8DD1F315}" presName="textRect" presStyleLbl="revTx" presStyleIdx="1" presStyleCnt="5">
        <dgm:presLayoutVars>
          <dgm:chMax val="1"/>
          <dgm:chPref val="1"/>
        </dgm:presLayoutVars>
      </dgm:prSet>
      <dgm:spPr/>
    </dgm:pt>
    <dgm:pt modelId="{6215F7B7-0B2B-47E7-80C0-DA83D09AEA80}" type="pres">
      <dgm:prSet presAssocID="{52133A7B-2E03-4D2B-A992-D6D20901CF25}" presName="sibTrans" presStyleCnt="0"/>
      <dgm:spPr/>
    </dgm:pt>
    <dgm:pt modelId="{ABEC917A-D10A-48EE-8691-8328A676BD08}" type="pres">
      <dgm:prSet presAssocID="{3BDFC646-3A44-4F85-9C55-8CBC2EFD8871}" presName="compNode" presStyleCnt="0"/>
      <dgm:spPr/>
    </dgm:pt>
    <dgm:pt modelId="{EDB3A0CB-C93A-45F7-A395-98B1C11944E8}" type="pres">
      <dgm:prSet presAssocID="{3BDFC646-3A44-4F85-9C55-8CBC2EFD8871}" presName="iconBgRect" presStyleLbl="bgShp" presStyleIdx="2" presStyleCnt="5"/>
      <dgm:spPr/>
    </dgm:pt>
    <dgm:pt modelId="{2ECB96A5-53F5-4779-B306-3B7F1125B2AB}" type="pres">
      <dgm:prSet presAssocID="{3BDFC646-3A44-4F85-9C55-8CBC2EFD887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86E1E4D9-3C6F-4C3B-AAC5-239E2F761AF1}" type="pres">
      <dgm:prSet presAssocID="{3BDFC646-3A44-4F85-9C55-8CBC2EFD8871}" presName="spaceRect" presStyleCnt="0"/>
      <dgm:spPr/>
    </dgm:pt>
    <dgm:pt modelId="{4D81E31A-0D4D-4D5B-9A08-00A28113B53D}" type="pres">
      <dgm:prSet presAssocID="{3BDFC646-3A44-4F85-9C55-8CBC2EFD8871}" presName="textRect" presStyleLbl="revTx" presStyleIdx="2" presStyleCnt="5">
        <dgm:presLayoutVars>
          <dgm:chMax val="1"/>
          <dgm:chPref val="1"/>
        </dgm:presLayoutVars>
      </dgm:prSet>
      <dgm:spPr/>
    </dgm:pt>
    <dgm:pt modelId="{E408AE5A-AAA6-47DE-A332-2CFD6BEDECD6}" type="pres">
      <dgm:prSet presAssocID="{E5CA8106-60CF-49C6-990E-D7746E60947D}" presName="sibTrans" presStyleCnt="0"/>
      <dgm:spPr/>
    </dgm:pt>
    <dgm:pt modelId="{377A2E6D-CBE4-4827-AF76-1293FFB0CDBD}" type="pres">
      <dgm:prSet presAssocID="{5B797285-5F43-449B-8038-E28B43BC2B04}" presName="compNode" presStyleCnt="0"/>
      <dgm:spPr/>
    </dgm:pt>
    <dgm:pt modelId="{9BB7A6FE-B2B5-42D2-9F55-4C979B7A3479}" type="pres">
      <dgm:prSet presAssocID="{5B797285-5F43-449B-8038-E28B43BC2B04}" presName="iconBgRect" presStyleLbl="bgShp" presStyleIdx="3" presStyleCnt="5"/>
      <dgm:spPr/>
    </dgm:pt>
    <dgm:pt modelId="{25F058DE-9EC5-4F40-AB94-5D45B5AFBCC9}" type="pres">
      <dgm:prSet presAssocID="{5B797285-5F43-449B-8038-E28B43BC2B0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jo"/>
        </a:ext>
      </dgm:extLst>
    </dgm:pt>
    <dgm:pt modelId="{BCB38850-FC61-4CD9-AA43-D22EF3CF2A85}" type="pres">
      <dgm:prSet presAssocID="{5B797285-5F43-449B-8038-E28B43BC2B04}" presName="spaceRect" presStyleCnt="0"/>
      <dgm:spPr/>
    </dgm:pt>
    <dgm:pt modelId="{D0403FA6-66E0-438E-872C-E3DF1480C9B5}" type="pres">
      <dgm:prSet presAssocID="{5B797285-5F43-449B-8038-E28B43BC2B04}" presName="textRect" presStyleLbl="revTx" presStyleIdx="3" presStyleCnt="5">
        <dgm:presLayoutVars>
          <dgm:chMax val="1"/>
          <dgm:chPref val="1"/>
        </dgm:presLayoutVars>
      </dgm:prSet>
      <dgm:spPr/>
    </dgm:pt>
    <dgm:pt modelId="{7B27345C-8329-4A52-AC32-A03C2D40F91F}" type="pres">
      <dgm:prSet presAssocID="{16E13D43-3129-4932-81E9-E43960677D99}" presName="sibTrans" presStyleCnt="0"/>
      <dgm:spPr/>
    </dgm:pt>
    <dgm:pt modelId="{16015B25-045B-4809-9C53-98760E141A6A}" type="pres">
      <dgm:prSet presAssocID="{F9D048B1-52C2-4B81-9B18-99F66222E895}" presName="compNode" presStyleCnt="0"/>
      <dgm:spPr/>
    </dgm:pt>
    <dgm:pt modelId="{ACA51E68-CCEA-4785-8777-E537E34B82BA}" type="pres">
      <dgm:prSet presAssocID="{F9D048B1-52C2-4B81-9B18-99F66222E895}" presName="iconBgRect" presStyleLbl="bgShp" presStyleIdx="4" presStyleCnt="5"/>
      <dgm:spPr/>
    </dgm:pt>
    <dgm:pt modelId="{B1488631-228C-41D0-BBA8-8B98F6277A8E}" type="pres">
      <dgm:prSet presAssocID="{F9D048B1-52C2-4B81-9B18-99F66222E89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arca de verificación"/>
        </a:ext>
      </dgm:extLst>
    </dgm:pt>
    <dgm:pt modelId="{F45D0045-4094-4A96-917F-2F3F59C0BE27}" type="pres">
      <dgm:prSet presAssocID="{F9D048B1-52C2-4B81-9B18-99F66222E895}" presName="spaceRect" presStyleCnt="0"/>
      <dgm:spPr/>
    </dgm:pt>
    <dgm:pt modelId="{C0747609-CD34-4EA0-9A90-2DE4079BF426}" type="pres">
      <dgm:prSet presAssocID="{F9D048B1-52C2-4B81-9B18-99F66222E895}" presName="textRect" presStyleLbl="revTx" presStyleIdx="4" presStyleCnt="5">
        <dgm:presLayoutVars>
          <dgm:chMax val="1"/>
          <dgm:chPref val="1"/>
        </dgm:presLayoutVars>
      </dgm:prSet>
      <dgm:spPr/>
    </dgm:pt>
  </dgm:ptLst>
  <dgm:cxnLst>
    <dgm:cxn modelId="{34876309-127D-4095-96A7-5B38BC74ED78}" srcId="{358E2634-6301-4425-A6C9-4AD944A0ACD4}" destId="{3BDFC646-3A44-4F85-9C55-8CBC2EFD8871}" srcOrd="2" destOrd="0" parTransId="{EF675E5D-68A6-4AF4-BB01-395280CDE2A4}" sibTransId="{E5CA8106-60CF-49C6-990E-D7746E60947D}"/>
    <dgm:cxn modelId="{DE46451F-E849-4708-B3B5-76F2279D96FD}" srcId="{358E2634-6301-4425-A6C9-4AD944A0ACD4}" destId="{6B63C98F-F2FA-4F5E-81C8-C6BD147D6E15}" srcOrd="0" destOrd="0" parTransId="{8B8CD3F3-A34A-4601-A3A7-6CEF2E7DFF25}" sibTransId="{32A28096-8749-4D4B-A377-6FD5A79A3885}"/>
    <dgm:cxn modelId="{74F3F121-B0C7-407B-B911-6DD25FF25FCF}" srcId="{358E2634-6301-4425-A6C9-4AD944A0ACD4}" destId="{8FF20210-3F66-45BB-B23D-990F8DD1F315}" srcOrd="1" destOrd="0" parTransId="{996C013B-1F62-411D-93A2-6B976AF97481}" sibTransId="{52133A7B-2E03-4D2B-A992-D6D20901CF25}"/>
    <dgm:cxn modelId="{B31AE33B-0F92-40D1-B49C-A51D671F2B49}" srcId="{358E2634-6301-4425-A6C9-4AD944A0ACD4}" destId="{F9D048B1-52C2-4B81-9B18-99F66222E895}" srcOrd="4" destOrd="0" parTransId="{E2C832DF-0082-4AA1-AA45-467DFE59A3BB}" sibTransId="{A2180954-C523-45BA-8089-993012E4EC85}"/>
    <dgm:cxn modelId="{B5FF1F5C-08D0-4EEC-8F92-3EEDDE02ACC9}" type="presOf" srcId="{8FF20210-3F66-45BB-B23D-990F8DD1F315}" destId="{FA750B87-988C-46B5-B755-7EE7FE98760C}" srcOrd="0" destOrd="0" presId="urn:microsoft.com/office/officeart/2018/5/layout/IconCircleLabelList"/>
    <dgm:cxn modelId="{F2580F77-822A-4027-9EA2-49829963AC9E}" type="presOf" srcId="{F9D048B1-52C2-4B81-9B18-99F66222E895}" destId="{C0747609-CD34-4EA0-9A90-2DE4079BF426}" srcOrd="0" destOrd="0" presId="urn:microsoft.com/office/officeart/2018/5/layout/IconCircleLabelList"/>
    <dgm:cxn modelId="{46959385-B0B6-4968-80FF-9C6B0284F7F4}" srcId="{358E2634-6301-4425-A6C9-4AD944A0ACD4}" destId="{5B797285-5F43-449B-8038-E28B43BC2B04}" srcOrd="3" destOrd="0" parTransId="{439D8725-14C1-470D-ABFF-14015FA1299D}" sibTransId="{16E13D43-3129-4932-81E9-E43960677D99}"/>
    <dgm:cxn modelId="{A99C1B98-2F92-4380-A1E4-B4A140539DCB}" type="presOf" srcId="{5B797285-5F43-449B-8038-E28B43BC2B04}" destId="{D0403FA6-66E0-438E-872C-E3DF1480C9B5}" srcOrd="0" destOrd="0" presId="urn:microsoft.com/office/officeart/2018/5/layout/IconCircleLabelList"/>
    <dgm:cxn modelId="{7B0C09B2-E7FF-4729-B8EE-2A5DD1577B47}" type="presOf" srcId="{6B63C98F-F2FA-4F5E-81C8-C6BD147D6E15}" destId="{C6BFAC90-71B5-4648-844E-4D70E22A8F4C}" srcOrd="0" destOrd="0" presId="urn:microsoft.com/office/officeart/2018/5/layout/IconCircleLabelList"/>
    <dgm:cxn modelId="{E70D0BB6-C48D-41EA-89F3-406774F36FAA}" type="presOf" srcId="{3BDFC646-3A44-4F85-9C55-8CBC2EFD8871}" destId="{4D81E31A-0D4D-4D5B-9A08-00A28113B53D}" srcOrd="0" destOrd="0" presId="urn:microsoft.com/office/officeart/2018/5/layout/IconCircleLabelList"/>
    <dgm:cxn modelId="{ADF969F8-A2C1-4076-898C-35E2774E6188}" type="presOf" srcId="{358E2634-6301-4425-A6C9-4AD944A0ACD4}" destId="{67646912-7361-4AF2-9CF2-AF85D7934E3D}" srcOrd="0" destOrd="0" presId="urn:microsoft.com/office/officeart/2018/5/layout/IconCircleLabelList"/>
    <dgm:cxn modelId="{21613A83-093F-4E5E-9D92-85D5D44956E9}" type="presParOf" srcId="{67646912-7361-4AF2-9CF2-AF85D7934E3D}" destId="{564E3F37-D2A0-4BC1-AD12-6CC18774BDFA}" srcOrd="0" destOrd="0" presId="urn:microsoft.com/office/officeart/2018/5/layout/IconCircleLabelList"/>
    <dgm:cxn modelId="{BB8FB378-E153-4A92-84AB-C74C34BC5910}" type="presParOf" srcId="{564E3F37-D2A0-4BC1-AD12-6CC18774BDFA}" destId="{033AF60C-CDD6-49CD-987F-AF1F9B6969F3}" srcOrd="0" destOrd="0" presId="urn:microsoft.com/office/officeart/2018/5/layout/IconCircleLabelList"/>
    <dgm:cxn modelId="{32CF48ED-6981-4860-A2E7-5BD064D3430F}" type="presParOf" srcId="{564E3F37-D2A0-4BC1-AD12-6CC18774BDFA}" destId="{AE504557-9270-4338-9321-07C7D640508A}" srcOrd="1" destOrd="0" presId="urn:microsoft.com/office/officeart/2018/5/layout/IconCircleLabelList"/>
    <dgm:cxn modelId="{7A0D825A-3E17-4A0D-8508-D8867A109FFD}" type="presParOf" srcId="{564E3F37-D2A0-4BC1-AD12-6CC18774BDFA}" destId="{5260C9A9-2E84-470C-AE77-AD90AD3ED7E4}" srcOrd="2" destOrd="0" presId="urn:microsoft.com/office/officeart/2018/5/layout/IconCircleLabelList"/>
    <dgm:cxn modelId="{11426423-639D-4165-B0DB-5F1EC37482B9}" type="presParOf" srcId="{564E3F37-D2A0-4BC1-AD12-6CC18774BDFA}" destId="{C6BFAC90-71B5-4648-844E-4D70E22A8F4C}" srcOrd="3" destOrd="0" presId="urn:microsoft.com/office/officeart/2018/5/layout/IconCircleLabelList"/>
    <dgm:cxn modelId="{500A8885-B51B-4031-ABDA-1ABCB763209C}" type="presParOf" srcId="{67646912-7361-4AF2-9CF2-AF85D7934E3D}" destId="{69F17113-A08E-405C-AA61-6D3C87036719}" srcOrd="1" destOrd="0" presId="urn:microsoft.com/office/officeart/2018/5/layout/IconCircleLabelList"/>
    <dgm:cxn modelId="{B1711873-C6D1-41B9-8EE6-DFCE99474700}" type="presParOf" srcId="{67646912-7361-4AF2-9CF2-AF85D7934E3D}" destId="{61104835-FFEA-4914-9596-3CB664614E63}" srcOrd="2" destOrd="0" presId="urn:microsoft.com/office/officeart/2018/5/layout/IconCircleLabelList"/>
    <dgm:cxn modelId="{61F9E6B2-C0A7-4E7E-A4CF-49EA35B27F06}" type="presParOf" srcId="{61104835-FFEA-4914-9596-3CB664614E63}" destId="{59A60DC8-5070-4BA2-8CE1-BB8F4C519CE0}" srcOrd="0" destOrd="0" presId="urn:microsoft.com/office/officeart/2018/5/layout/IconCircleLabelList"/>
    <dgm:cxn modelId="{93DBE836-22B7-4B0B-B498-201960D0364F}" type="presParOf" srcId="{61104835-FFEA-4914-9596-3CB664614E63}" destId="{3A5F2E1A-F0B6-4E36-B413-6C49B0F54A79}" srcOrd="1" destOrd="0" presId="urn:microsoft.com/office/officeart/2018/5/layout/IconCircleLabelList"/>
    <dgm:cxn modelId="{4044E257-22B2-4DB9-AEC2-097E0895DD6C}" type="presParOf" srcId="{61104835-FFEA-4914-9596-3CB664614E63}" destId="{9EAF01E0-B900-4B44-9621-0D6AB34FD073}" srcOrd="2" destOrd="0" presId="urn:microsoft.com/office/officeart/2018/5/layout/IconCircleLabelList"/>
    <dgm:cxn modelId="{A4C7440E-85C3-47DD-947E-F02B8397F0E0}" type="presParOf" srcId="{61104835-FFEA-4914-9596-3CB664614E63}" destId="{FA750B87-988C-46B5-B755-7EE7FE98760C}" srcOrd="3" destOrd="0" presId="urn:microsoft.com/office/officeart/2018/5/layout/IconCircleLabelList"/>
    <dgm:cxn modelId="{25D7952B-F93E-49F2-A320-C53BC71A2CB9}" type="presParOf" srcId="{67646912-7361-4AF2-9CF2-AF85D7934E3D}" destId="{6215F7B7-0B2B-47E7-80C0-DA83D09AEA80}" srcOrd="3" destOrd="0" presId="urn:microsoft.com/office/officeart/2018/5/layout/IconCircleLabelList"/>
    <dgm:cxn modelId="{9B120A34-B22E-488A-8E70-A56D1040061D}" type="presParOf" srcId="{67646912-7361-4AF2-9CF2-AF85D7934E3D}" destId="{ABEC917A-D10A-48EE-8691-8328A676BD08}" srcOrd="4" destOrd="0" presId="urn:microsoft.com/office/officeart/2018/5/layout/IconCircleLabelList"/>
    <dgm:cxn modelId="{2E2FBE6C-F6A7-410B-8720-48371743DB38}" type="presParOf" srcId="{ABEC917A-D10A-48EE-8691-8328A676BD08}" destId="{EDB3A0CB-C93A-45F7-A395-98B1C11944E8}" srcOrd="0" destOrd="0" presId="urn:microsoft.com/office/officeart/2018/5/layout/IconCircleLabelList"/>
    <dgm:cxn modelId="{EDF727D7-9BD7-4ED7-A3AE-7EB6A35C587A}" type="presParOf" srcId="{ABEC917A-D10A-48EE-8691-8328A676BD08}" destId="{2ECB96A5-53F5-4779-B306-3B7F1125B2AB}" srcOrd="1" destOrd="0" presId="urn:microsoft.com/office/officeart/2018/5/layout/IconCircleLabelList"/>
    <dgm:cxn modelId="{72CE401E-6FA3-4AD5-93A7-3F5308B22E58}" type="presParOf" srcId="{ABEC917A-D10A-48EE-8691-8328A676BD08}" destId="{86E1E4D9-3C6F-4C3B-AAC5-239E2F761AF1}" srcOrd="2" destOrd="0" presId="urn:microsoft.com/office/officeart/2018/5/layout/IconCircleLabelList"/>
    <dgm:cxn modelId="{EC7297E3-DCED-4D87-A671-B6437952BFBA}" type="presParOf" srcId="{ABEC917A-D10A-48EE-8691-8328A676BD08}" destId="{4D81E31A-0D4D-4D5B-9A08-00A28113B53D}" srcOrd="3" destOrd="0" presId="urn:microsoft.com/office/officeart/2018/5/layout/IconCircleLabelList"/>
    <dgm:cxn modelId="{55C571B7-72C1-4499-9896-9A3DAC5E63EB}" type="presParOf" srcId="{67646912-7361-4AF2-9CF2-AF85D7934E3D}" destId="{E408AE5A-AAA6-47DE-A332-2CFD6BEDECD6}" srcOrd="5" destOrd="0" presId="urn:microsoft.com/office/officeart/2018/5/layout/IconCircleLabelList"/>
    <dgm:cxn modelId="{87759ED7-D909-4F1B-AC17-E562DE6A8862}" type="presParOf" srcId="{67646912-7361-4AF2-9CF2-AF85D7934E3D}" destId="{377A2E6D-CBE4-4827-AF76-1293FFB0CDBD}" srcOrd="6" destOrd="0" presId="urn:microsoft.com/office/officeart/2018/5/layout/IconCircleLabelList"/>
    <dgm:cxn modelId="{7AFA1166-2C80-4200-94EB-F2D67847FBAF}" type="presParOf" srcId="{377A2E6D-CBE4-4827-AF76-1293FFB0CDBD}" destId="{9BB7A6FE-B2B5-42D2-9F55-4C979B7A3479}" srcOrd="0" destOrd="0" presId="urn:microsoft.com/office/officeart/2018/5/layout/IconCircleLabelList"/>
    <dgm:cxn modelId="{73332F5E-5B39-47C5-91DF-D331A358C695}" type="presParOf" srcId="{377A2E6D-CBE4-4827-AF76-1293FFB0CDBD}" destId="{25F058DE-9EC5-4F40-AB94-5D45B5AFBCC9}" srcOrd="1" destOrd="0" presId="urn:microsoft.com/office/officeart/2018/5/layout/IconCircleLabelList"/>
    <dgm:cxn modelId="{81ADA8BB-7924-45D5-8B49-4E8FA277DE07}" type="presParOf" srcId="{377A2E6D-CBE4-4827-AF76-1293FFB0CDBD}" destId="{BCB38850-FC61-4CD9-AA43-D22EF3CF2A85}" srcOrd="2" destOrd="0" presId="urn:microsoft.com/office/officeart/2018/5/layout/IconCircleLabelList"/>
    <dgm:cxn modelId="{CD59C04E-9FC6-46CC-A80D-70796D063F5E}" type="presParOf" srcId="{377A2E6D-CBE4-4827-AF76-1293FFB0CDBD}" destId="{D0403FA6-66E0-438E-872C-E3DF1480C9B5}" srcOrd="3" destOrd="0" presId="urn:microsoft.com/office/officeart/2018/5/layout/IconCircleLabelList"/>
    <dgm:cxn modelId="{65357985-8BD0-4752-AEEB-AA9481699376}" type="presParOf" srcId="{67646912-7361-4AF2-9CF2-AF85D7934E3D}" destId="{7B27345C-8329-4A52-AC32-A03C2D40F91F}" srcOrd="7" destOrd="0" presId="urn:microsoft.com/office/officeart/2018/5/layout/IconCircleLabelList"/>
    <dgm:cxn modelId="{E16F698D-CC7A-47BA-82D0-8E7DEE8BD359}" type="presParOf" srcId="{67646912-7361-4AF2-9CF2-AF85D7934E3D}" destId="{16015B25-045B-4809-9C53-98760E141A6A}" srcOrd="8" destOrd="0" presId="urn:microsoft.com/office/officeart/2018/5/layout/IconCircleLabelList"/>
    <dgm:cxn modelId="{760F0652-CED2-4B32-84EA-D76D4126EFD6}" type="presParOf" srcId="{16015B25-045B-4809-9C53-98760E141A6A}" destId="{ACA51E68-CCEA-4785-8777-E537E34B82BA}" srcOrd="0" destOrd="0" presId="urn:microsoft.com/office/officeart/2018/5/layout/IconCircleLabelList"/>
    <dgm:cxn modelId="{6FF3A446-1C64-46C8-A215-6DED222B6899}" type="presParOf" srcId="{16015B25-045B-4809-9C53-98760E141A6A}" destId="{B1488631-228C-41D0-BBA8-8B98F6277A8E}" srcOrd="1" destOrd="0" presId="urn:microsoft.com/office/officeart/2018/5/layout/IconCircleLabelList"/>
    <dgm:cxn modelId="{871C5F1A-3DEC-46B2-8C54-2393B1518BA2}" type="presParOf" srcId="{16015B25-045B-4809-9C53-98760E141A6A}" destId="{F45D0045-4094-4A96-917F-2F3F59C0BE27}" srcOrd="2" destOrd="0" presId="urn:microsoft.com/office/officeart/2018/5/layout/IconCircleLabelList"/>
    <dgm:cxn modelId="{007A7F55-4498-4C92-9A73-2F43AF443B9D}" type="presParOf" srcId="{16015B25-045B-4809-9C53-98760E141A6A}" destId="{C0747609-CD34-4EA0-9A90-2DE4079BF42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6FB3A95-D0FD-4949-8C51-89E1B8C9EE37}" type="doc">
      <dgm:prSet loTypeId="urn:microsoft.com/office/officeart/2005/8/layout/hierarchy1" loCatId="hierarchy" qsTypeId="urn:microsoft.com/office/officeart/2005/8/quickstyle/simple5" qsCatId="simple" csTypeId="urn:microsoft.com/office/officeart/2005/8/colors/accent1_2" csCatId="accent1" phldr="1"/>
      <dgm:spPr/>
      <dgm:t>
        <a:bodyPr/>
        <a:lstStyle/>
        <a:p>
          <a:endParaRPr lang="es-CO"/>
        </a:p>
      </dgm:t>
    </dgm:pt>
    <dgm:pt modelId="{BA5DD52E-025E-4AC3-BD78-276CBD7F4C31}">
      <dgm:prSet phldrT="[Texto]"/>
      <dgm:spPr/>
      <dgm:t>
        <a:bodyPr/>
        <a:lstStyle/>
        <a:p>
          <a:r>
            <a:rPr lang="es-CO"/>
            <a:t>Crear y comunicar la visión del esquema de DG</a:t>
          </a:r>
        </a:p>
      </dgm:t>
    </dgm:pt>
    <dgm:pt modelId="{C509FB45-2248-4E92-AB59-20AB902445DA}" type="parTrans" cxnId="{0ED5E131-E243-4411-8AC4-BAC5588B65D1}">
      <dgm:prSet/>
      <dgm:spPr/>
      <dgm:t>
        <a:bodyPr/>
        <a:lstStyle/>
        <a:p>
          <a:endParaRPr lang="es-CO"/>
        </a:p>
      </dgm:t>
    </dgm:pt>
    <dgm:pt modelId="{6B8D4686-4796-4C54-B710-2CD120969A09}" type="sibTrans" cxnId="{0ED5E131-E243-4411-8AC4-BAC5588B65D1}">
      <dgm:prSet/>
      <dgm:spPr/>
      <dgm:t>
        <a:bodyPr/>
        <a:lstStyle/>
        <a:p>
          <a:endParaRPr lang="es-CO"/>
        </a:p>
      </dgm:t>
    </dgm:pt>
    <dgm:pt modelId="{8E98409E-2996-45BB-8631-7FF663699BFD}">
      <dgm:prSet phldrT="[Texto]"/>
      <dgm:spPr/>
      <dgm:t>
        <a:bodyPr/>
        <a:lstStyle/>
        <a:p>
          <a:r>
            <a:rPr lang="es-CO"/>
            <a:t>Mostrar el impacto del modelo de gobierno a los puestos de trabajo</a:t>
          </a:r>
        </a:p>
      </dgm:t>
    </dgm:pt>
    <dgm:pt modelId="{28FCEAF2-BED0-4FAB-B3DC-20C5D129209C}" type="parTrans" cxnId="{56C31697-87E7-4FDA-BC16-C5ED0D0FFAD2}">
      <dgm:prSet/>
      <dgm:spPr/>
      <dgm:t>
        <a:bodyPr/>
        <a:lstStyle/>
        <a:p>
          <a:endParaRPr lang="es-CO"/>
        </a:p>
      </dgm:t>
    </dgm:pt>
    <dgm:pt modelId="{1D3DFBB0-1B82-41E1-997A-AABEAA54A542}" type="sibTrans" cxnId="{56C31697-87E7-4FDA-BC16-C5ED0D0FFAD2}">
      <dgm:prSet/>
      <dgm:spPr/>
      <dgm:t>
        <a:bodyPr/>
        <a:lstStyle/>
        <a:p>
          <a:endParaRPr lang="es-CO"/>
        </a:p>
      </dgm:t>
    </dgm:pt>
    <dgm:pt modelId="{9B56AF89-61E3-4C2C-9091-BFCAA4423820}">
      <dgm:prSet phldrT="[Texto]"/>
      <dgm:spPr/>
      <dgm:t>
        <a:bodyPr/>
        <a:lstStyle/>
        <a:p>
          <a:r>
            <a:rPr lang="es-CO"/>
            <a:t>Presentar cómo los elementos de datos usados cotidianamente son activos de datos</a:t>
          </a:r>
        </a:p>
      </dgm:t>
    </dgm:pt>
    <dgm:pt modelId="{B2E880F9-5D23-4375-9DFC-C4C2A341754A}" type="parTrans" cxnId="{DBF86106-96A0-4C8D-BA4E-0CAD83E65ACD}">
      <dgm:prSet/>
      <dgm:spPr/>
      <dgm:t>
        <a:bodyPr/>
        <a:lstStyle/>
        <a:p>
          <a:endParaRPr lang="es-CO"/>
        </a:p>
      </dgm:t>
    </dgm:pt>
    <dgm:pt modelId="{7ADA4DD4-5C8F-4EE9-98A4-74D5DEBA17DE}" type="sibTrans" cxnId="{DBF86106-96A0-4C8D-BA4E-0CAD83E65ACD}">
      <dgm:prSet/>
      <dgm:spPr/>
      <dgm:t>
        <a:bodyPr/>
        <a:lstStyle/>
        <a:p>
          <a:endParaRPr lang="es-CO"/>
        </a:p>
      </dgm:t>
    </dgm:pt>
    <dgm:pt modelId="{E0A674BF-7ADB-4F3F-B02B-692B0D02F49B}">
      <dgm:prSet phldrT="[Texto]"/>
      <dgm:spPr/>
      <dgm:t>
        <a:bodyPr/>
        <a:lstStyle/>
        <a:p>
          <a:r>
            <a:rPr lang="es-CO"/>
            <a:t>Involucrar a las personas</a:t>
          </a:r>
        </a:p>
      </dgm:t>
    </dgm:pt>
    <dgm:pt modelId="{8C007CFA-9DF0-418F-B8E2-8FC74EB12837}" type="parTrans" cxnId="{A8F81E11-6AF5-4198-9947-D52B9DD6FCED}">
      <dgm:prSet/>
      <dgm:spPr/>
      <dgm:t>
        <a:bodyPr/>
        <a:lstStyle/>
        <a:p>
          <a:endParaRPr lang="es-CO"/>
        </a:p>
      </dgm:t>
    </dgm:pt>
    <dgm:pt modelId="{204DE4A3-FED2-4EB8-8DE5-910DF2260DAB}" type="sibTrans" cxnId="{A8F81E11-6AF5-4198-9947-D52B9DD6FCED}">
      <dgm:prSet/>
      <dgm:spPr/>
      <dgm:t>
        <a:bodyPr/>
        <a:lstStyle/>
        <a:p>
          <a:endParaRPr lang="es-CO"/>
        </a:p>
      </dgm:t>
    </dgm:pt>
    <dgm:pt modelId="{760589A1-A2B1-47E3-983E-EBBA6CDFCE34}" type="pres">
      <dgm:prSet presAssocID="{76FB3A95-D0FD-4949-8C51-89E1B8C9EE37}" presName="hierChild1" presStyleCnt="0">
        <dgm:presLayoutVars>
          <dgm:chPref val="1"/>
          <dgm:dir/>
          <dgm:animOne val="branch"/>
          <dgm:animLvl val="lvl"/>
          <dgm:resizeHandles/>
        </dgm:presLayoutVars>
      </dgm:prSet>
      <dgm:spPr/>
    </dgm:pt>
    <dgm:pt modelId="{854FD647-1EA2-458D-8AA9-61E3E3BDDCAC}" type="pres">
      <dgm:prSet presAssocID="{BA5DD52E-025E-4AC3-BD78-276CBD7F4C31}" presName="hierRoot1" presStyleCnt="0"/>
      <dgm:spPr/>
    </dgm:pt>
    <dgm:pt modelId="{584EF7F5-7E35-4A8A-B5B0-77236798BE12}" type="pres">
      <dgm:prSet presAssocID="{BA5DD52E-025E-4AC3-BD78-276CBD7F4C31}" presName="composite" presStyleCnt="0"/>
      <dgm:spPr/>
    </dgm:pt>
    <dgm:pt modelId="{3AC706A7-1E1D-4D69-9AEC-E4FB68557269}" type="pres">
      <dgm:prSet presAssocID="{BA5DD52E-025E-4AC3-BD78-276CBD7F4C31}" presName="background" presStyleLbl="node0" presStyleIdx="0" presStyleCnt="4"/>
      <dgm:spPr/>
    </dgm:pt>
    <dgm:pt modelId="{07EA5436-3ABA-42A2-9DE9-0985697349BF}" type="pres">
      <dgm:prSet presAssocID="{BA5DD52E-025E-4AC3-BD78-276CBD7F4C31}" presName="text" presStyleLbl="fgAcc0" presStyleIdx="0" presStyleCnt="4">
        <dgm:presLayoutVars>
          <dgm:chPref val="3"/>
        </dgm:presLayoutVars>
      </dgm:prSet>
      <dgm:spPr/>
    </dgm:pt>
    <dgm:pt modelId="{4AA996A6-2E61-41B1-BC39-958455FA406D}" type="pres">
      <dgm:prSet presAssocID="{BA5DD52E-025E-4AC3-BD78-276CBD7F4C31}" presName="hierChild2" presStyleCnt="0"/>
      <dgm:spPr/>
    </dgm:pt>
    <dgm:pt modelId="{1ADB8A3E-6CB5-471B-AF40-76F1A9D7F06F}" type="pres">
      <dgm:prSet presAssocID="{8E98409E-2996-45BB-8631-7FF663699BFD}" presName="hierRoot1" presStyleCnt="0"/>
      <dgm:spPr/>
    </dgm:pt>
    <dgm:pt modelId="{9629886F-8EF8-4363-8DC2-2B4A5EAB16EE}" type="pres">
      <dgm:prSet presAssocID="{8E98409E-2996-45BB-8631-7FF663699BFD}" presName="composite" presStyleCnt="0"/>
      <dgm:spPr/>
    </dgm:pt>
    <dgm:pt modelId="{3ECDA97B-FF9A-4031-A697-14BFC2495AD1}" type="pres">
      <dgm:prSet presAssocID="{8E98409E-2996-45BB-8631-7FF663699BFD}" presName="background" presStyleLbl="node0" presStyleIdx="1" presStyleCnt="4"/>
      <dgm:spPr/>
    </dgm:pt>
    <dgm:pt modelId="{41CD8000-C221-4226-A3F7-07991DD5FC63}" type="pres">
      <dgm:prSet presAssocID="{8E98409E-2996-45BB-8631-7FF663699BFD}" presName="text" presStyleLbl="fgAcc0" presStyleIdx="1" presStyleCnt="4">
        <dgm:presLayoutVars>
          <dgm:chPref val="3"/>
        </dgm:presLayoutVars>
      </dgm:prSet>
      <dgm:spPr/>
    </dgm:pt>
    <dgm:pt modelId="{1819B191-1895-443A-800C-E759FB6BA056}" type="pres">
      <dgm:prSet presAssocID="{8E98409E-2996-45BB-8631-7FF663699BFD}" presName="hierChild2" presStyleCnt="0"/>
      <dgm:spPr/>
    </dgm:pt>
    <dgm:pt modelId="{C708FE5B-2607-42E2-A38C-D00551A368F5}" type="pres">
      <dgm:prSet presAssocID="{9B56AF89-61E3-4C2C-9091-BFCAA4423820}" presName="hierRoot1" presStyleCnt="0"/>
      <dgm:spPr/>
    </dgm:pt>
    <dgm:pt modelId="{3FE9EA90-8E85-49D9-B744-32054ECB84BD}" type="pres">
      <dgm:prSet presAssocID="{9B56AF89-61E3-4C2C-9091-BFCAA4423820}" presName="composite" presStyleCnt="0"/>
      <dgm:spPr/>
    </dgm:pt>
    <dgm:pt modelId="{8101F1B3-D08B-4CC2-AA2B-C10C8D96AC1D}" type="pres">
      <dgm:prSet presAssocID="{9B56AF89-61E3-4C2C-9091-BFCAA4423820}" presName="background" presStyleLbl="node0" presStyleIdx="2" presStyleCnt="4"/>
      <dgm:spPr/>
    </dgm:pt>
    <dgm:pt modelId="{FF5C3A65-87D7-480A-9A58-75C04494A7EB}" type="pres">
      <dgm:prSet presAssocID="{9B56AF89-61E3-4C2C-9091-BFCAA4423820}" presName="text" presStyleLbl="fgAcc0" presStyleIdx="2" presStyleCnt="4">
        <dgm:presLayoutVars>
          <dgm:chPref val="3"/>
        </dgm:presLayoutVars>
      </dgm:prSet>
      <dgm:spPr/>
    </dgm:pt>
    <dgm:pt modelId="{1AB7608E-F86B-47AD-B5AB-4E5758B67C90}" type="pres">
      <dgm:prSet presAssocID="{9B56AF89-61E3-4C2C-9091-BFCAA4423820}" presName="hierChild2" presStyleCnt="0"/>
      <dgm:spPr/>
    </dgm:pt>
    <dgm:pt modelId="{8F2A947B-C4A8-4123-87DF-1246974CABC7}" type="pres">
      <dgm:prSet presAssocID="{E0A674BF-7ADB-4F3F-B02B-692B0D02F49B}" presName="hierRoot1" presStyleCnt="0"/>
      <dgm:spPr/>
    </dgm:pt>
    <dgm:pt modelId="{F281DB74-0201-455F-9789-115DA006838C}" type="pres">
      <dgm:prSet presAssocID="{E0A674BF-7ADB-4F3F-B02B-692B0D02F49B}" presName="composite" presStyleCnt="0"/>
      <dgm:spPr/>
    </dgm:pt>
    <dgm:pt modelId="{23CFC22D-1FFA-45DE-A0E6-8E0A2DCD413E}" type="pres">
      <dgm:prSet presAssocID="{E0A674BF-7ADB-4F3F-B02B-692B0D02F49B}" presName="background" presStyleLbl="node0" presStyleIdx="3" presStyleCnt="4"/>
      <dgm:spPr/>
    </dgm:pt>
    <dgm:pt modelId="{E15DEC1E-0740-4C2D-8391-17D60761F11C}" type="pres">
      <dgm:prSet presAssocID="{E0A674BF-7ADB-4F3F-B02B-692B0D02F49B}" presName="text" presStyleLbl="fgAcc0" presStyleIdx="3" presStyleCnt="4">
        <dgm:presLayoutVars>
          <dgm:chPref val="3"/>
        </dgm:presLayoutVars>
      </dgm:prSet>
      <dgm:spPr/>
    </dgm:pt>
    <dgm:pt modelId="{C78A4DDA-8310-40A5-A625-70E8C901658B}" type="pres">
      <dgm:prSet presAssocID="{E0A674BF-7ADB-4F3F-B02B-692B0D02F49B}" presName="hierChild2" presStyleCnt="0"/>
      <dgm:spPr/>
    </dgm:pt>
  </dgm:ptLst>
  <dgm:cxnLst>
    <dgm:cxn modelId="{DBF86106-96A0-4C8D-BA4E-0CAD83E65ACD}" srcId="{76FB3A95-D0FD-4949-8C51-89E1B8C9EE37}" destId="{9B56AF89-61E3-4C2C-9091-BFCAA4423820}" srcOrd="2" destOrd="0" parTransId="{B2E880F9-5D23-4375-9DFC-C4C2A341754A}" sibTransId="{7ADA4DD4-5C8F-4EE9-98A4-74D5DEBA17DE}"/>
    <dgm:cxn modelId="{A8F81E11-6AF5-4198-9947-D52B9DD6FCED}" srcId="{76FB3A95-D0FD-4949-8C51-89E1B8C9EE37}" destId="{E0A674BF-7ADB-4F3F-B02B-692B0D02F49B}" srcOrd="3" destOrd="0" parTransId="{8C007CFA-9DF0-418F-B8E2-8FC74EB12837}" sibTransId="{204DE4A3-FED2-4EB8-8DE5-910DF2260DAB}"/>
    <dgm:cxn modelId="{7CEEE513-1467-4539-9B39-56070DF07182}" type="presOf" srcId="{9B56AF89-61E3-4C2C-9091-BFCAA4423820}" destId="{FF5C3A65-87D7-480A-9A58-75C04494A7EB}" srcOrd="0" destOrd="0" presId="urn:microsoft.com/office/officeart/2005/8/layout/hierarchy1"/>
    <dgm:cxn modelId="{0ED5E131-E243-4411-8AC4-BAC5588B65D1}" srcId="{76FB3A95-D0FD-4949-8C51-89E1B8C9EE37}" destId="{BA5DD52E-025E-4AC3-BD78-276CBD7F4C31}" srcOrd="0" destOrd="0" parTransId="{C509FB45-2248-4E92-AB59-20AB902445DA}" sibTransId="{6B8D4686-4796-4C54-B710-2CD120969A09}"/>
    <dgm:cxn modelId="{5206D358-6A87-4A63-9120-654028EB72FD}" type="presOf" srcId="{76FB3A95-D0FD-4949-8C51-89E1B8C9EE37}" destId="{760589A1-A2B1-47E3-983E-EBBA6CDFCE34}" srcOrd="0" destOrd="0" presId="urn:microsoft.com/office/officeart/2005/8/layout/hierarchy1"/>
    <dgm:cxn modelId="{2E9A4F96-C5FB-4403-97B6-E10F453E3B5D}" type="presOf" srcId="{BA5DD52E-025E-4AC3-BD78-276CBD7F4C31}" destId="{07EA5436-3ABA-42A2-9DE9-0985697349BF}" srcOrd="0" destOrd="0" presId="urn:microsoft.com/office/officeart/2005/8/layout/hierarchy1"/>
    <dgm:cxn modelId="{56C31697-87E7-4FDA-BC16-C5ED0D0FFAD2}" srcId="{76FB3A95-D0FD-4949-8C51-89E1B8C9EE37}" destId="{8E98409E-2996-45BB-8631-7FF663699BFD}" srcOrd="1" destOrd="0" parTransId="{28FCEAF2-BED0-4FAB-B3DC-20C5D129209C}" sibTransId="{1D3DFBB0-1B82-41E1-997A-AABEAA54A542}"/>
    <dgm:cxn modelId="{517A11B6-97BB-4F28-8E7E-B90366067E8E}" type="presOf" srcId="{8E98409E-2996-45BB-8631-7FF663699BFD}" destId="{41CD8000-C221-4226-A3F7-07991DD5FC63}" srcOrd="0" destOrd="0" presId="urn:microsoft.com/office/officeart/2005/8/layout/hierarchy1"/>
    <dgm:cxn modelId="{7592E5CD-8539-4BC9-A86A-17AE762A79A9}" type="presOf" srcId="{E0A674BF-7ADB-4F3F-B02B-692B0D02F49B}" destId="{E15DEC1E-0740-4C2D-8391-17D60761F11C}" srcOrd="0" destOrd="0" presId="urn:microsoft.com/office/officeart/2005/8/layout/hierarchy1"/>
    <dgm:cxn modelId="{C80DE669-5EE1-4C38-B7DB-1C4212EC5BD5}" type="presParOf" srcId="{760589A1-A2B1-47E3-983E-EBBA6CDFCE34}" destId="{854FD647-1EA2-458D-8AA9-61E3E3BDDCAC}" srcOrd="0" destOrd="0" presId="urn:microsoft.com/office/officeart/2005/8/layout/hierarchy1"/>
    <dgm:cxn modelId="{CC59E924-46DB-48A1-9D38-C07D9D25349B}" type="presParOf" srcId="{854FD647-1EA2-458D-8AA9-61E3E3BDDCAC}" destId="{584EF7F5-7E35-4A8A-B5B0-77236798BE12}" srcOrd="0" destOrd="0" presId="urn:microsoft.com/office/officeart/2005/8/layout/hierarchy1"/>
    <dgm:cxn modelId="{085E4469-7D58-42BF-AE46-7EFA5784371B}" type="presParOf" srcId="{584EF7F5-7E35-4A8A-B5B0-77236798BE12}" destId="{3AC706A7-1E1D-4D69-9AEC-E4FB68557269}" srcOrd="0" destOrd="0" presId="urn:microsoft.com/office/officeart/2005/8/layout/hierarchy1"/>
    <dgm:cxn modelId="{5B915B6B-4BFE-4AB1-9B9B-9520FE23BCED}" type="presParOf" srcId="{584EF7F5-7E35-4A8A-B5B0-77236798BE12}" destId="{07EA5436-3ABA-42A2-9DE9-0985697349BF}" srcOrd="1" destOrd="0" presId="urn:microsoft.com/office/officeart/2005/8/layout/hierarchy1"/>
    <dgm:cxn modelId="{447682E8-6C34-4340-AF44-690F7405A949}" type="presParOf" srcId="{854FD647-1EA2-458D-8AA9-61E3E3BDDCAC}" destId="{4AA996A6-2E61-41B1-BC39-958455FA406D}" srcOrd="1" destOrd="0" presId="urn:microsoft.com/office/officeart/2005/8/layout/hierarchy1"/>
    <dgm:cxn modelId="{52B5C264-8C07-4F49-80DA-816274AA606D}" type="presParOf" srcId="{760589A1-A2B1-47E3-983E-EBBA6CDFCE34}" destId="{1ADB8A3E-6CB5-471B-AF40-76F1A9D7F06F}" srcOrd="1" destOrd="0" presId="urn:microsoft.com/office/officeart/2005/8/layout/hierarchy1"/>
    <dgm:cxn modelId="{2CD2D702-3775-465B-8CDF-799832D653DD}" type="presParOf" srcId="{1ADB8A3E-6CB5-471B-AF40-76F1A9D7F06F}" destId="{9629886F-8EF8-4363-8DC2-2B4A5EAB16EE}" srcOrd="0" destOrd="0" presId="urn:microsoft.com/office/officeart/2005/8/layout/hierarchy1"/>
    <dgm:cxn modelId="{32CDA79D-16D7-4D17-8E1E-58393585468E}" type="presParOf" srcId="{9629886F-8EF8-4363-8DC2-2B4A5EAB16EE}" destId="{3ECDA97B-FF9A-4031-A697-14BFC2495AD1}" srcOrd="0" destOrd="0" presId="urn:microsoft.com/office/officeart/2005/8/layout/hierarchy1"/>
    <dgm:cxn modelId="{037976B1-4BA3-4FE0-BCED-9A11E9C0FF24}" type="presParOf" srcId="{9629886F-8EF8-4363-8DC2-2B4A5EAB16EE}" destId="{41CD8000-C221-4226-A3F7-07991DD5FC63}" srcOrd="1" destOrd="0" presId="urn:microsoft.com/office/officeart/2005/8/layout/hierarchy1"/>
    <dgm:cxn modelId="{D350FF9F-BAE7-4461-8BE9-6653A0450216}" type="presParOf" srcId="{1ADB8A3E-6CB5-471B-AF40-76F1A9D7F06F}" destId="{1819B191-1895-443A-800C-E759FB6BA056}" srcOrd="1" destOrd="0" presId="urn:microsoft.com/office/officeart/2005/8/layout/hierarchy1"/>
    <dgm:cxn modelId="{55018D7C-C8D0-4DFE-908A-AE7C18899B03}" type="presParOf" srcId="{760589A1-A2B1-47E3-983E-EBBA6CDFCE34}" destId="{C708FE5B-2607-42E2-A38C-D00551A368F5}" srcOrd="2" destOrd="0" presId="urn:microsoft.com/office/officeart/2005/8/layout/hierarchy1"/>
    <dgm:cxn modelId="{CD012B0E-8F93-414F-994A-FCF308DD0115}" type="presParOf" srcId="{C708FE5B-2607-42E2-A38C-D00551A368F5}" destId="{3FE9EA90-8E85-49D9-B744-32054ECB84BD}" srcOrd="0" destOrd="0" presId="urn:microsoft.com/office/officeart/2005/8/layout/hierarchy1"/>
    <dgm:cxn modelId="{3F50DF1D-97D2-4119-B10C-BF1FBE80673E}" type="presParOf" srcId="{3FE9EA90-8E85-49D9-B744-32054ECB84BD}" destId="{8101F1B3-D08B-4CC2-AA2B-C10C8D96AC1D}" srcOrd="0" destOrd="0" presId="urn:microsoft.com/office/officeart/2005/8/layout/hierarchy1"/>
    <dgm:cxn modelId="{EE46C0D2-5EA4-4F0E-9EBE-082EA4EE7B9C}" type="presParOf" srcId="{3FE9EA90-8E85-49D9-B744-32054ECB84BD}" destId="{FF5C3A65-87D7-480A-9A58-75C04494A7EB}" srcOrd="1" destOrd="0" presId="urn:microsoft.com/office/officeart/2005/8/layout/hierarchy1"/>
    <dgm:cxn modelId="{FC3F92A1-B12B-41EB-AD1A-A83F7E8629DB}" type="presParOf" srcId="{C708FE5B-2607-42E2-A38C-D00551A368F5}" destId="{1AB7608E-F86B-47AD-B5AB-4E5758B67C90}" srcOrd="1" destOrd="0" presId="urn:microsoft.com/office/officeart/2005/8/layout/hierarchy1"/>
    <dgm:cxn modelId="{DEFE087D-8CA1-4502-9888-A6139E6C42C4}" type="presParOf" srcId="{760589A1-A2B1-47E3-983E-EBBA6CDFCE34}" destId="{8F2A947B-C4A8-4123-87DF-1246974CABC7}" srcOrd="3" destOrd="0" presId="urn:microsoft.com/office/officeart/2005/8/layout/hierarchy1"/>
    <dgm:cxn modelId="{4003E081-2F9A-4FAE-B6B8-20578FC53D54}" type="presParOf" srcId="{8F2A947B-C4A8-4123-87DF-1246974CABC7}" destId="{F281DB74-0201-455F-9789-115DA006838C}" srcOrd="0" destOrd="0" presId="urn:microsoft.com/office/officeart/2005/8/layout/hierarchy1"/>
    <dgm:cxn modelId="{17C4176A-6508-46EB-99B8-71A51C7ADBDF}" type="presParOf" srcId="{F281DB74-0201-455F-9789-115DA006838C}" destId="{23CFC22D-1FFA-45DE-A0E6-8E0A2DCD413E}" srcOrd="0" destOrd="0" presId="urn:microsoft.com/office/officeart/2005/8/layout/hierarchy1"/>
    <dgm:cxn modelId="{A51322D9-A02A-4B89-A7DF-01995F4D8E24}" type="presParOf" srcId="{F281DB74-0201-455F-9789-115DA006838C}" destId="{E15DEC1E-0740-4C2D-8391-17D60761F11C}" srcOrd="1" destOrd="0" presId="urn:microsoft.com/office/officeart/2005/8/layout/hierarchy1"/>
    <dgm:cxn modelId="{BD766908-DB56-4606-8205-8C7710B4FD51}" type="presParOf" srcId="{8F2A947B-C4A8-4123-87DF-1246974CABC7}" destId="{C78A4DDA-8310-40A5-A625-70E8C901658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34AA200-3039-4E8C-B589-CDF932048EC5}"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s-CO"/>
        </a:p>
      </dgm:t>
    </dgm:pt>
    <dgm:pt modelId="{36FE1096-0D51-489D-8209-FB3A3EAA3360}">
      <dgm:prSet phldrT="[Texto]"/>
      <dgm:spPr/>
      <dgm:t>
        <a:bodyPr/>
        <a:lstStyle/>
        <a:p>
          <a:pPr>
            <a:lnSpc>
              <a:spcPct val="100000"/>
            </a:lnSpc>
            <a:defRPr cap="all"/>
          </a:pPr>
          <a:r>
            <a:rPr lang="es-CO"/>
            <a:t>Identificar actividades que ya se estén realizando</a:t>
          </a:r>
        </a:p>
      </dgm:t>
    </dgm:pt>
    <dgm:pt modelId="{CE6BD92A-A8F4-4569-AD88-DAA58F678373}" type="parTrans" cxnId="{9BA3760B-DF72-446D-8104-6165196D042E}">
      <dgm:prSet/>
      <dgm:spPr/>
      <dgm:t>
        <a:bodyPr/>
        <a:lstStyle/>
        <a:p>
          <a:endParaRPr lang="es-CO"/>
        </a:p>
      </dgm:t>
    </dgm:pt>
    <dgm:pt modelId="{66978041-0730-45CF-97E8-A370932B5AD5}" type="sibTrans" cxnId="{9BA3760B-DF72-446D-8104-6165196D042E}">
      <dgm:prSet/>
      <dgm:spPr/>
      <dgm:t>
        <a:bodyPr/>
        <a:lstStyle/>
        <a:p>
          <a:pPr>
            <a:lnSpc>
              <a:spcPct val="100000"/>
            </a:lnSpc>
          </a:pPr>
          <a:endParaRPr lang="es-CO"/>
        </a:p>
      </dgm:t>
    </dgm:pt>
    <dgm:pt modelId="{3E91F115-5ED0-42E6-B678-F18ED2CD7C82}">
      <dgm:prSet phldrT="[Texto]"/>
      <dgm:spPr/>
      <dgm:t>
        <a:bodyPr/>
        <a:lstStyle/>
        <a:p>
          <a:pPr>
            <a:lnSpc>
              <a:spcPct val="100000"/>
            </a:lnSpc>
            <a:defRPr cap="all"/>
          </a:pPr>
          <a:r>
            <a:rPr lang="es-CO"/>
            <a:t>Responder a ciertas preguntas guía</a:t>
          </a:r>
        </a:p>
      </dgm:t>
    </dgm:pt>
    <dgm:pt modelId="{3734D4E5-C7EF-4EAF-974D-FD612993A572}" type="parTrans" cxnId="{433C8550-B851-4D77-84B5-FA073CE2A1A0}">
      <dgm:prSet/>
      <dgm:spPr/>
      <dgm:t>
        <a:bodyPr/>
        <a:lstStyle/>
        <a:p>
          <a:endParaRPr lang="es-CO"/>
        </a:p>
      </dgm:t>
    </dgm:pt>
    <dgm:pt modelId="{F232E7FD-BB71-495E-8D5F-7B40854A8710}" type="sibTrans" cxnId="{433C8550-B851-4D77-84B5-FA073CE2A1A0}">
      <dgm:prSet/>
      <dgm:spPr/>
      <dgm:t>
        <a:bodyPr/>
        <a:lstStyle/>
        <a:p>
          <a:pPr>
            <a:lnSpc>
              <a:spcPct val="100000"/>
            </a:lnSpc>
          </a:pPr>
          <a:endParaRPr lang="es-CO"/>
        </a:p>
      </dgm:t>
    </dgm:pt>
    <dgm:pt modelId="{5B3E012D-FBBF-4392-A1DB-1EC682A03A20}">
      <dgm:prSet phldrT="[Texto]"/>
      <dgm:spPr/>
      <dgm:t>
        <a:bodyPr/>
        <a:lstStyle/>
        <a:p>
          <a:pPr>
            <a:lnSpc>
              <a:spcPct val="100000"/>
            </a:lnSpc>
            <a:defRPr cap="all"/>
          </a:pPr>
          <a:r>
            <a:rPr lang="es-CO"/>
            <a:t>Validar preocupaciones por la calidad</a:t>
          </a:r>
        </a:p>
      </dgm:t>
    </dgm:pt>
    <dgm:pt modelId="{8B11886F-BDB6-4F31-8B9F-E3DFAEA319DC}" type="parTrans" cxnId="{4ABD5C53-DF26-4CD4-9CD0-F3EFAFD0BDA8}">
      <dgm:prSet/>
      <dgm:spPr/>
      <dgm:t>
        <a:bodyPr/>
        <a:lstStyle/>
        <a:p>
          <a:endParaRPr lang="es-CO"/>
        </a:p>
      </dgm:t>
    </dgm:pt>
    <dgm:pt modelId="{EC0379FF-2EA1-4B0C-BC6D-4CE7B515996C}" type="sibTrans" cxnId="{4ABD5C53-DF26-4CD4-9CD0-F3EFAFD0BDA8}">
      <dgm:prSet/>
      <dgm:spPr/>
      <dgm:t>
        <a:bodyPr/>
        <a:lstStyle/>
        <a:p>
          <a:pPr>
            <a:lnSpc>
              <a:spcPct val="100000"/>
            </a:lnSpc>
          </a:pPr>
          <a:endParaRPr lang="es-CO"/>
        </a:p>
      </dgm:t>
    </dgm:pt>
    <dgm:pt modelId="{3E808E80-5554-4407-84C5-C1650DB09CAE}">
      <dgm:prSet phldrT="[Texto]"/>
      <dgm:spPr/>
      <dgm:t>
        <a:bodyPr/>
        <a:lstStyle/>
        <a:p>
          <a:pPr>
            <a:lnSpc>
              <a:spcPct val="100000"/>
            </a:lnSpc>
            <a:defRPr cap="all"/>
          </a:pPr>
          <a:r>
            <a:rPr lang="es-CO"/>
            <a:t>Indagar sobre propuestas de linaje de datos</a:t>
          </a:r>
        </a:p>
      </dgm:t>
    </dgm:pt>
    <dgm:pt modelId="{30B55DE9-36E8-4819-959C-092F4E5462C7}" type="parTrans" cxnId="{4D5D2BC7-C801-465A-9807-46F29CF55707}">
      <dgm:prSet/>
      <dgm:spPr/>
      <dgm:t>
        <a:bodyPr/>
        <a:lstStyle/>
        <a:p>
          <a:endParaRPr lang="es-CO"/>
        </a:p>
      </dgm:t>
    </dgm:pt>
    <dgm:pt modelId="{20EEF287-A0CB-4D7D-AC3D-D4906295D79F}" type="sibTrans" cxnId="{4D5D2BC7-C801-465A-9807-46F29CF55707}">
      <dgm:prSet/>
      <dgm:spPr/>
      <dgm:t>
        <a:bodyPr/>
        <a:lstStyle/>
        <a:p>
          <a:pPr>
            <a:lnSpc>
              <a:spcPct val="100000"/>
            </a:lnSpc>
          </a:pPr>
          <a:endParaRPr lang="es-CO"/>
        </a:p>
      </dgm:t>
    </dgm:pt>
    <dgm:pt modelId="{F0074252-E2E4-4A13-93E8-24B224C68B8C}">
      <dgm:prSet phldrT="[Texto]"/>
      <dgm:spPr/>
      <dgm:t>
        <a:bodyPr/>
        <a:lstStyle/>
        <a:p>
          <a:pPr>
            <a:lnSpc>
              <a:spcPct val="100000"/>
            </a:lnSpc>
            <a:defRPr cap="all"/>
          </a:pPr>
          <a:r>
            <a:rPr lang="es-CO"/>
            <a:t>Reconocer las métricas de desempeño de las áreas</a:t>
          </a:r>
        </a:p>
      </dgm:t>
    </dgm:pt>
    <dgm:pt modelId="{52733912-9783-4B1C-819C-77EDBF78E13F}" type="parTrans" cxnId="{394DC3FC-494D-4ACE-A46F-E4BA094CDA71}">
      <dgm:prSet/>
      <dgm:spPr/>
      <dgm:t>
        <a:bodyPr/>
        <a:lstStyle/>
        <a:p>
          <a:endParaRPr lang="es-CO"/>
        </a:p>
      </dgm:t>
    </dgm:pt>
    <dgm:pt modelId="{39E0E380-21AE-4F58-8939-1AA590A8D6CC}" type="sibTrans" cxnId="{394DC3FC-494D-4ACE-A46F-E4BA094CDA71}">
      <dgm:prSet/>
      <dgm:spPr/>
      <dgm:t>
        <a:bodyPr/>
        <a:lstStyle/>
        <a:p>
          <a:endParaRPr lang="es-CO"/>
        </a:p>
      </dgm:t>
    </dgm:pt>
    <dgm:pt modelId="{1657F6EF-01CF-4293-BD0A-C9076AFAC74D}" type="pres">
      <dgm:prSet presAssocID="{734AA200-3039-4E8C-B589-CDF932048EC5}" presName="root" presStyleCnt="0">
        <dgm:presLayoutVars>
          <dgm:dir/>
          <dgm:resizeHandles val="exact"/>
        </dgm:presLayoutVars>
      </dgm:prSet>
      <dgm:spPr/>
    </dgm:pt>
    <dgm:pt modelId="{42921C5D-1FA3-423A-922B-B71F56980786}" type="pres">
      <dgm:prSet presAssocID="{36FE1096-0D51-489D-8209-FB3A3EAA3360}" presName="compNode" presStyleCnt="0"/>
      <dgm:spPr/>
    </dgm:pt>
    <dgm:pt modelId="{DF42516D-A059-4FEE-BF89-29183DECECCD}" type="pres">
      <dgm:prSet presAssocID="{36FE1096-0D51-489D-8209-FB3A3EAA3360}" presName="iconBgRect" presStyleLbl="bgShp" presStyleIdx="0" presStyleCnt="5"/>
      <dgm:spPr/>
    </dgm:pt>
    <dgm:pt modelId="{8CF13180-20A3-4127-8ADD-5719A27CDA97}" type="pres">
      <dgm:prSet presAssocID="{36FE1096-0D51-489D-8209-FB3A3EAA336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1E40C696-B04C-40FE-9127-CEAB41F692A1}" type="pres">
      <dgm:prSet presAssocID="{36FE1096-0D51-489D-8209-FB3A3EAA3360}" presName="spaceRect" presStyleCnt="0"/>
      <dgm:spPr/>
    </dgm:pt>
    <dgm:pt modelId="{F43BCAC2-A8B2-4785-AEA7-8CA908DB4535}" type="pres">
      <dgm:prSet presAssocID="{36FE1096-0D51-489D-8209-FB3A3EAA3360}" presName="textRect" presStyleLbl="revTx" presStyleIdx="0" presStyleCnt="5">
        <dgm:presLayoutVars>
          <dgm:chMax val="1"/>
          <dgm:chPref val="1"/>
        </dgm:presLayoutVars>
      </dgm:prSet>
      <dgm:spPr/>
    </dgm:pt>
    <dgm:pt modelId="{258C1511-C55A-4FB1-9A2D-995F56091DA1}" type="pres">
      <dgm:prSet presAssocID="{66978041-0730-45CF-97E8-A370932B5AD5}" presName="sibTrans" presStyleCnt="0"/>
      <dgm:spPr/>
    </dgm:pt>
    <dgm:pt modelId="{754C3A22-A40B-4BEB-933D-1CA159560AFB}" type="pres">
      <dgm:prSet presAssocID="{3E91F115-5ED0-42E6-B678-F18ED2CD7C82}" presName="compNode" presStyleCnt="0"/>
      <dgm:spPr/>
    </dgm:pt>
    <dgm:pt modelId="{02A7F210-0A98-49C7-A5EB-DEEBB5592AB6}" type="pres">
      <dgm:prSet presAssocID="{3E91F115-5ED0-42E6-B678-F18ED2CD7C82}" presName="iconBgRect" presStyleLbl="bgShp" presStyleIdx="1" presStyleCnt="5"/>
      <dgm:spPr/>
    </dgm:pt>
    <dgm:pt modelId="{BDE6302E-466D-4BED-AE42-D2F43F78538E}" type="pres">
      <dgm:prSet presAssocID="{3E91F115-5ED0-42E6-B678-F18ED2CD7C8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p"/>
        </a:ext>
      </dgm:extLst>
    </dgm:pt>
    <dgm:pt modelId="{F527A688-A4C3-4A06-8A26-5F3C86AC71F4}" type="pres">
      <dgm:prSet presAssocID="{3E91F115-5ED0-42E6-B678-F18ED2CD7C82}" presName="spaceRect" presStyleCnt="0"/>
      <dgm:spPr/>
    </dgm:pt>
    <dgm:pt modelId="{AAF1CE49-793C-44D2-971E-89DBC7054AF8}" type="pres">
      <dgm:prSet presAssocID="{3E91F115-5ED0-42E6-B678-F18ED2CD7C82}" presName="textRect" presStyleLbl="revTx" presStyleIdx="1" presStyleCnt="5">
        <dgm:presLayoutVars>
          <dgm:chMax val="1"/>
          <dgm:chPref val="1"/>
        </dgm:presLayoutVars>
      </dgm:prSet>
      <dgm:spPr/>
    </dgm:pt>
    <dgm:pt modelId="{E14850CF-CD83-4278-982A-5AF8FC7078B2}" type="pres">
      <dgm:prSet presAssocID="{F232E7FD-BB71-495E-8D5F-7B40854A8710}" presName="sibTrans" presStyleCnt="0"/>
      <dgm:spPr/>
    </dgm:pt>
    <dgm:pt modelId="{D6FC444D-357C-4456-8DBB-3F0157101941}" type="pres">
      <dgm:prSet presAssocID="{5B3E012D-FBBF-4392-A1DB-1EC682A03A20}" presName="compNode" presStyleCnt="0"/>
      <dgm:spPr/>
    </dgm:pt>
    <dgm:pt modelId="{999AD1CE-C5AF-4E08-910F-5F0C1B63F795}" type="pres">
      <dgm:prSet presAssocID="{5B3E012D-FBBF-4392-A1DB-1EC682A03A20}" presName="iconBgRect" presStyleLbl="bgShp" presStyleIdx="2" presStyleCnt="5"/>
      <dgm:spPr/>
    </dgm:pt>
    <dgm:pt modelId="{AF81231E-6C2D-4807-8653-42AAE69AE324}" type="pres">
      <dgm:prSet presAssocID="{5B3E012D-FBBF-4392-A1DB-1EC682A03A2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rca de verificación"/>
        </a:ext>
      </dgm:extLst>
    </dgm:pt>
    <dgm:pt modelId="{E56C6C52-AEF9-4B9E-BFFA-F1E8D4BA0005}" type="pres">
      <dgm:prSet presAssocID="{5B3E012D-FBBF-4392-A1DB-1EC682A03A20}" presName="spaceRect" presStyleCnt="0"/>
      <dgm:spPr/>
    </dgm:pt>
    <dgm:pt modelId="{023CB8B7-AE5D-4624-9BEC-F9BE35993ABB}" type="pres">
      <dgm:prSet presAssocID="{5B3E012D-FBBF-4392-A1DB-1EC682A03A20}" presName="textRect" presStyleLbl="revTx" presStyleIdx="2" presStyleCnt="5">
        <dgm:presLayoutVars>
          <dgm:chMax val="1"/>
          <dgm:chPref val="1"/>
        </dgm:presLayoutVars>
      </dgm:prSet>
      <dgm:spPr/>
    </dgm:pt>
    <dgm:pt modelId="{84EBDBEB-222F-4B19-8477-93074E6D029F}" type="pres">
      <dgm:prSet presAssocID="{EC0379FF-2EA1-4B0C-BC6D-4CE7B515996C}" presName="sibTrans" presStyleCnt="0"/>
      <dgm:spPr/>
    </dgm:pt>
    <dgm:pt modelId="{2ABE373D-F752-46FA-B3A8-03471508C444}" type="pres">
      <dgm:prSet presAssocID="{3E808E80-5554-4407-84C5-C1650DB09CAE}" presName="compNode" presStyleCnt="0"/>
      <dgm:spPr/>
    </dgm:pt>
    <dgm:pt modelId="{A42C8455-1439-474B-9131-B8827C6135B9}" type="pres">
      <dgm:prSet presAssocID="{3E808E80-5554-4407-84C5-C1650DB09CAE}" presName="iconBgRect" presStyleLbl="bgShp" presStyleIdx="3" presStyleCnt="5"/>
      <dgm:spPr/>
    </dgm:pt>
    <dgm:pt modelId="{F9E70D7C-C1F0-4788-96C3-DA627AEFA6EC}" type="pres">
      <dgm:prSet presAssocID="{3E808E80-5554-4407-84C5-C1650DB09CA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obre"/>
        </a:ext>
      </dgm:extLst>
    </dgm:pt>
    <dgm:pt modelId="{29348C46-E939-4836-BCAA-9C8EF5393128}" type="pres">
      <dgm:prSet presAssocID="{3E808E80-5554-4407-84C5-C1650DB09CAE}" presName="spaceRect" presStyleCnt="0"/>
      <dgm:spPr/>
    </dgm:pt>
    <dgm:pt modelId="{DC6B7D40-48E5-4FEC-90DC-9668A2F31130}" type="pres">
      <dgm:prSet presAssocID="{3E808E80-5554-4407-84C5-C1650DB09CAE}" presName="textRect" presStyleLbl="revTx" presStyleIdx="3" presStyleCnt="5">
        <dgm:presLayoutVars>
          <dgm:chMax val="1"/>
          <dgm:chPref val="1"/>
        </dgm:presLayoutVars>
      </dgm:prSet>
      <dgm:spPr/>
    </dgm:pt>
    <dgm:pt modelId="{F7E92EF9-DE25-414B-8A5F-2314AC5D445B}" type="pres">
      <dgm:prSet presAssocID="{20EEF287-A0CB-4D7D-AC3D-D4906295D79F}" presName="sibTrans" presStyleCnt="0"/>
      <dgm:spPr/>
    </dgm:pt>
    <dgm:pt modelId="{07E021F0-1D01-4D63-BAB0-127776B78568}" type="pres">
      <dgm:prSet presAssocID="{F0074252-E2E4-4A13-93E8-24B224C68B8C}" presName="compNode" presStyleCnt="0"/>
      <dgm:spPr/>
    </dgm:pt>
    <dgm:pt modelId="{3F31C55C-9937-4571-8BD4-CF555273CE60}" type="pres">
      <dgm:prSet presAssocID="{F0074252-E2E4-4A13-93E8-24B224C68B8C}" presName="iconBgRect" presStyleLbl="bgShp" presStyleIdx="4" presStyleCnt="5"/>
      <dgm:spPr/>
    </dgm:pt>
    <dgm:pt modelId="{5C4B4050-F8DC-47F8-B48E-A27A7C8EACDC}" type="pres">
      <dgm:prSet presAssocID="{F0074252-E2E4-4A13-93E8-24B224C68B8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iana"/>
        </a:ext>
      </dgm:extLst>
    </dgm:pt>
    <dgm:pt modelId="{139F6A8A-15B7-4687-867A-3AA7FBD6FA8B}" type="pres">
      <dgm:prSet presAssocID="{F0074252-E2E4-4A13-93E8-24B224C68B8C}" presName="spaceRect" presStyleCnt="0"/>
      <dgm:spPr/>
    </dgm:pt>
    <dgm:pt modelId="{BBA0EEBD-4272-40A5-95CB-168849CB8DB1}" type="pres">
      <dgm:prSet presAssocID="{F0074252-E2E4-4A13-93E8-24B224C68B8C}" presName="textRect" presStyleLbl="revTx" presStyleIdx="4" presStyleCnt="5">
        <dgm:presLayoutVars>
          <dgm:chMax val="1"/>
          <dgm:chPref val="1"/>
        </dgm:presLayoutVars>
      </dgm:prSet>
      <dgm:spPr/>
    </dgm:pt>
  </dgm:ptLst>
  <dgm:cxnLst>
    <dgm:cxn modelId="{EBFB3306-216F-4147-9968-E8F9D2F784A7}" type="presOf" srcId="{3E808E80-5554-4407-84C5-C1650DB09CAE}" destId="{DC6B7D40-48E5-4FEC-90DC-9668A2F31130}" srcOrd="0" destOrd="0" presId="urn:microsoft.com/office/officeart/2018/5/layout/IconCircleLabelList"/>
    <dgm:cxn modelId="{DD46E90A-FD26-4A45-ACC5-A8577EE9F512}" type="presOf" srcId="{36FE1096-0D51-489D-8209-FB3A3EAA3360}" destId="{F43BCAC2-A8B2-4785-AEA7-8CA908DB4535}" srcOrd="0" destOrd="0" presId="urn:microsoft.com/office/officeart/2018/5/layout/IconCircleLabelList"/>
    <dgm:cxn modelId="{9BA3760B-DF72-446D-8104-6165196D042E}" srcId="{734AA200-3039-4E8C-B589-CDF932048EC5}" destId="{36FE1096-0D51-489D-8209-FB3A3EAA3360}" srcOrd="0" destOrd="0" parTransId="{CE6BD92A-A8F4-4569-AD88-DAA58F678373}" sibTransId="{66978041-0730-45CF-97E8-A370932B5AD5}"/>
    <dgm:cxn modelId="{B128F23C-9670-46B4-BD48-605085D93D12}" type="presOf" srcId="{3E91F115-5ED0-42E6-B678-F18ED2CD7C82}" destId="{AAF1CE49-793C-44D2-971E-89DBC7054AF8}" srcOrd="0" destOrd="0" presId="urn:microsoft.com/office/officeart/2018/5/layout/IconCircleLabelList"/>
    <dgm:cxn modelId="{433C8550-B851-4D77-84B5-FA073CE2A1A0}" srcId="{734AA200-3039-4E8C-B589-CDF932048EC5}" destId="{3E91F115-5ED0-42E6-B678-F18ED2CD7C82}" srcOrd="1" destOrd="0" parTransId="{3734D4E5-C7EF-4EAF-974D-FD612993A572}" sibTransId="{F232E7FD-BB71-495E-8D5F-7B40854A8710}"/>
    <dgm:cxn modelId="{4ABD5C53-DF26-4CD4-9CD0-F3EFAFD0BDA8}" srcId="{734AA200-3039-4E8C-B589-CDF932048EC5}" destId="{5B3E012D-FBBF-4392-A1DB-1EC682A03A20}" srcOrd="2" destOrd="0" parTransId="{8B11886F-BDB6-4F31-8B9F-E3DFAEA319DC}" sibTransId="{EC0379FF-2EA1-4B0C-BC6D-4CE7B515996C}"/>
    <dgm:cxn modelId="{E4536F73-7618-42B0-8B53-A292F8F9873A}" type="presOf" srcId="{F0074252-E2E4-4A13-93E8-24B224C68B8C}" destId="{BBA0EEBD-4272-40A5-95CB-168849CB8DB1}" srcOrd="0" destOrd="0" presId="urn:microsoft.com/office/officeart/2018/5/layout/IconCircleLabelList"/>
    <dgm:cxn modelId="{AA76CA8C-1E30-463C-8B24-A44946B11119}" type="presOf" srcId="{5B3E012D-FBBF-4392-A1DB-1EC682A03A20}" destId="{023CB8B7-AE5D-4624-9BEC-F9BE35993ABB}" srcOrd="0" destOrd="0" presId="urn:microsoft.com/office/officeart/2018/5/layout/IconCircleLabelList"/>
    <dgm:cxn modelId="{A929499C-3BA2-4D95-BC14-3E6E2937FD67}" type="presOf" srcId="{734AA200-3039-4E8C-B589-CDF932048EC5}" destId="{1657F6EF-01CF-4293-BD0A-C9076AFAC74D}" srcOrd="0" destOrd="0" presId="urn:microsoft.com/office/officeart/2018/5/layout/IconCircleLabelList"/>
    <dgm:cxn modelId="{4D5D2BC7-C801-465A-9807-46F29CF55707}" srcId="{734AA200-3039-4E8C-B589-CDF932048EC5}" destId="{3E808E80-5554-4407-84C5-C1650DB09CAE}" srcOrd="3" destOrd="0" parTransId="{30B55DE9-36E8-4819-959C-092F4E5462C7}" sibTransId="{20EEF287-A0CB-4D7D-AC3D-D4906295D79F}"/>
    <dgm:cxn modelId="{394DC3FC-494D-4ACE-A46F-E4BA094CDA71}" srcId="{734AA200-3039-4E8C-B589-CDF932048EC5}" destId="{F0074252-E2E4-4A13-93E8-24B224C68B8C}" srcOrd="4" destOrd="0" parTransId="{52733912-9783-4B1C-819C-77EDBF78E13F}" sibTransId="{39E0E380-21AE-4F58-8939-1AA590A8D6CC}"/>
    <dgm:cxn modelId="{E527A2B6-C8E8-4028-82F7-415B41589821}" type="presParOf" srcId="{1657F6EF-01CF-4293-BD0A-C9076AFAC74D}" destId="{42921C5D-1FA3-423A-922B-B71F56980786}" srcOrd="0" destOrd="0" presId="urn:microsoft.com/office/officeart/2018/5/layout/IconCircleLabelList"/>
    <dgm:cxn modelId="{D0D52030-7CF6-48C1-A2F6-C7C87852D7E4}" type="presParOf" srcId="{42921C5D-1FA3-423A-922B-B71F56980786}" destId="{DF42516D-A059-4FEE-BF89-29183DECECCD}" srcOrd="0" destOrd="0" presId="urn:microsoft.com/office/officeart/2018/5/layout/IconCircleLabelList"/>
    <dgm:cxn modelId="{5BF4D43B-DEE1-4268-8AA4-9AE7488318E2}" type="presParOf" srcId="{42921C5D-1FA3-423A-922B-B71F56980786}" destId="{8CF13180-20A3-4127-8ADD-5719A27CDA97}" srcOrd="1" destOrd="0" presId="urn:microsoft.com/office/officeart/2018/5/layout/IconCircleLabelList"/>
    <dgm:cxn modelId="{7F37BC35-EF98-40A6-8EE9-A2F80ED5C431}" type="presParOf" srcId="{42921C5D-1FA3-423A-922B-B71F56980786}" destId="{1E40C696-B04C-40FE-9127-CEAB41F692A1}" srcOrd="2" destOrd="0" presId="urn:microsoft.com/office/officeart/2018/5/layout/IconCircleLabelList"/>
    <dgm:cxn modelId="{0053ABD7-EAE6-4667-B9A2-C421970D8854}" type="presParOf" srcId="{42921C5D-1FA3-423A-922B-B71F56980786}" destId="{F43BCAC2-A8B2-4785-AEA7-8CA908DB4535}" srcOrd="3" destOrd="0" presId="urn:microsoft.com/office/officeart/2018/5/layout/IconCircleLabelList"/>
    <dgm:cxn modelId="{C163353C-0346-479A-8362-3A1E586477F9}" type="presParOf" srcId="{1657F6EF-01CF-4293-BD0A-C9076AFAC74D}" destId="{258C1511-C55A-4FB1-9A2D-995F56091DA1}" srcOrd="1" destOrd="0" presId="urn:microsoft.com/office/officeart/2018/5/layout/IconCircleLabelList"/>
    <dgm:cxn modelId="{3B094335-F475-41AE-9047-542FECE07A30}" type="presParOf" srcId="{1657F6EF-01CF-4293-BD0A-C9076AFAC74D}" destId="{754C3A22-A40B-4BEB-933D-1CA159560AFB}" srcOrd="2" destOrd="0" presId="urn:microsoft.com/office/officeart/2018/5/layout/IconCircleLabelList"/>
    <dgm:cxn modelId="{1BBF2617-C4A6-4994-990A-C8374EDD271C}" type="presParOf" srcId="{754C3A22-A40B-4BEB-933D-1CA159560AFB}" destId="{02A7F210-0A98-49C7-A5EB-DEEBB5592AB6}" srcOrd="0" destOrd="0" presId="urn:microsoft.com/office/officeart/2018/5/layout/IconCircleLabelList"/>
    <dgm:cxn modelId="{2FC91E47-E47A-441A-889C-D4C55D1D5689}" type="presParOf" srcId="{754C3A22-A40B-4BEB-933D-1CA159560AFB}" destId="{BDE6302E-466D-4BED-AE42-D2F43F78538E}" srcOrd="1" destOrd="0" presId="urn:microsoft.com/office/officeart/2018/5/layout/IconCircleLabelList"/>
    <dgm:cxn modelId="{3C78BD4F-8046-480F-88CE-1038C11958F3}" type="presParOf" srcId="{754C3A22-A40B-4BEB-933D-1CA159560AFB}" destId="{F527A688-A4C3-4A06-8A26-5F3C86AC71F4}" srcOrd="2" destOrd="0" presId="urn:microsoft.com/office/officeart/2018/5/layout/IconCircleLabelList"/>
    <dgm:cxn modelId="{F9DA646E-B2C5-458F-80C5-689DF264A389}" type="presParOf" srcId="{754C3A22-A40B-4BEB-933D-1CA159560AFB}" destId="{AAF1CE49-793C-44D2-971E-89DBC7054AF8}" srcOrd="3" destOrd="0" presId="urn:microsoft.com/office/officeart/2018/5/layout/IconCircleLabelList"/>
    <dgm:cxn modelId="{51D1F699-0C63-46D7-9D3B-F098184117BB}" type="presParOf" srcId="{1657F6EF-01CF-4293-BD0A-C9076AFAC74D}" destId="{E14850CF-CD83-4278-982A-5AF8FC7078B2}" srcOrd="3" destOrd="0" presId="urn:microsoft.com/office/officeart/2018/5/layout/IconCircleLabelList"/>
    <dgm:cxn modelId="{BB4C1C3E-93C9-47AB-B8AC-B6C099DA0A49}" type="presParOf" srcId="{1657F6EF-01CF-4293-BD0A-C9076AFAC74D}" destId="{D6FC444D-357C-4456-8DBB-3F0157101941}" srcOrd="4" destOrd="0" presId="urn:microsoft.com/office/officeart/2018/5/layout/IconCircleLabelList"/>
    <dgm:cxn modelId="{BB9D2D35-1CBC-45DF-BF30-F942E6863554}" type="presParOf" srcId="{D6FC444D-357C-4456-8DBB-3F0157101941}" destId="{999AD1CE-C5AF-4E08-910F-5F0C1B63F795}" srcOrd="0" destOrd="0" presId="urn:microsoft.com/office/officeart/2018/5/layout/IconCircleLabelList"/>
    <dgm:cxn modelId="{81731BB7-5F33-467F-8715-FB99B14FF515}" type="presParOf" srcId="{D6FC444D-357C-4456-8DBB-3F0157101941}" destId="{AF81231E-6C2D-4807-8653-42AAE69AE324}" srcOrd="1" destOrd="0" presId="urn:microsoft.com/office/officeart/2018/5/layout/IconCircleLabelList"/>
    <dgm:cxn modelId="{CC93933B-A398-43EF-BBF8-460430881C51}" type="presParOf" srcId="{D6FC444D-357C-4456-8DBB-3F0157101941}" destId="{E56C6C52-AEF9-4B9E-BFFA-F1E8D4BA0005}" srcOrd="2" destOrd="0" presId="urn:microsoft.com/office/officeart/2018/5/layout/IconCircleLabelList"/>
    <dgm:cxn modelId="{A23C1B19-FB4A-419C-8488-259E28867676}" type="presParOf" srcId="{D6FC444D-357C-4456-8DBB-3F0157101941}" destId="{023CB8B7-AE5D-4624-9BEC-F9BE35993ABB}" srcOrd="3" destOrd="0" presId="urn:microsoft.com/office/officeart/2018/5/layout/IconCircleLabelList"/>
    <dgm:cxn modelId="{9D20FE09-36F0-4393-8552-1C54F71AEE2E}" type="presParOf" srcId="{1657F6EF-01CF-4293-BD0A-C9076AFAC74D}" destId="{84EBDBEB-222F-4B19-8477-93074E6D029F}" srcOrd="5" destOrd="0" presId="urn:microsoft.com/office/officeart/2018/5/layout/IconCircleLabelList"/>
    <dgm:cxn modelId="{2CAD150F-EDD3-4435-B69B-0E912D452FAC}" type="presParOf" srcId="{1657F6EF-01CF-4293-BD0A-C9076AFAC74D}" destId="{2ABE373D-F752-46FA-B3A8-03471508C444}" srcOrd="6" destOrd="0" presId="urn:microsoft.com/office/officeart/2018/5/layout/IconCircleLabelList"/>
    <dgm:cxn modelId="{E9EADB61-C915-4DF0-9F67-FF0B66414712}" type="presParOf" srcId="{2ABE373D-F752-46FA-B3A8-03471508C444}" destId="{A42C8455-1439-474B-9131-B8827C6135B9}" srcOrd="0" destOrd="0" presId="urn:microsoft.com/office/officeart/2018/5/layout/IconCircleLabelList"/>
    <dgm:cxn modelId="{BE9AA5E9-EAAC-45E2-B53F-0A0D247BABC3}" type="presParOf" srcId="{2ABE373D-F752-46FA-B3A8-03471508C444}" destId="{F9E70D7C-C1F0-4788-96C3-DA627AEFA6EC}" srcOrd="1" destOrd="0" presId="urn:microsoft.com/office/officeart/2018/5/layout/IconCircleLabelList"/>
    <dgm:cxn modelId="{F0029F6B-9A1B-487F-BAD6-CA3BF2310879}" type="presParOf" srcId="{2ABE373D-F752-46FA-B3A8-03471508C444}" destId="{29348C46-E939-4836-BCAA-9C8EF5393128}" srcOrd="2" destOrd="0" presId="urn:microsoft.com/office/officeart/2018/5/layout/IconCircleLabelList"/>
    <dgm:cxn modelId="{97CF3C1D-748A-432B-8647-7E29D8C2E2CD}" type="presParOf" srcId="{2ABE373D-F752-46FA-B3A8-03471508C444}" destId="{DC6B7D40-48E5-4FEC-90DC-9668A2F31130}" srcOrd="3" destOrd="0" presId="urn:microsoft.com/office/officeart/2018/5/layout/IconCircleLabelList"/>
    <dgm:cxn modelId="{2432EE8E-19F6-4BC8-9D57-781B6BCF9471}" type="presParOf" srcId="{1657F6EF-01CF-4293-BD0A-C9076AFAC74D}" destId="{F7E92EF9-DE25-414B-8A5F-2314AC5D445B}" srcOrd="7" destOrd="0" presId="urn:microsoft.com/office/officeart/2018/5/layout/IconCircleLabelList"/>
    <dgm:cxn modelId="{968AFF8C-8188-4FED-A789-E87010F8942A}" type="presParOf" srcId="{1657F6EF-01CF-4293-BD0A-C9076AFAC74D}" destId="{07E021F0-1D01-4D63-BAB0-127776B78568}" srcOrd="8" destOrd="0" presId="urn:microsoft.com/office/officeart/2018/5/layout/IconCircleLabelList"/>
    <dgm:cxn modelId="{F01F8E9C-67A3-48EF-A4B0-9AD3F6042BE5}" type="presParOf" srcId="{07E021F0-1D01-4D63-BAB0-127776B78568}" destId="{3F31C55C-9937-4571-8BD4-CF555273CE60}" srcOrd="0" destOrd="0" presId="urn:microsoft.com/office/officeart/2018/5/layout/IconCircleLabelList"/>
    <dgm:cxn modelId="{A69DC867-8318-474B-946C-8D43A53417DC}" type="presParOf" srcId="{07E021F0-1D01-4D63-BAB0-127776B78568}" destId="{5C4B4050-F8DC-47F8-B48E-A27A7C8EACDC}" srcOrd="1" destOrd="0" presId="urn:microsoft.com/office/officeart/2018/5/layout/IconCircleLabelList"/>
    <dgm:cxn modelId="{5990E3C6-B81B-46D9-8AC8-67CC4000E1C9}" type="presParOf" srcId="{07E021F0-1D01-4D63-BAB0-127776B78568}" destId="{139F6A8A-15B7-4687-867A-3AA7FBD6FA8B}" srcOrd="2" destOrd="0" presId="urn:microsoft.com/office/officeart/2018/5/layout/IconCircleLabelList"/>
    <dgm:cxn modelId="{045ED6B3-0FD2-4104-8AAE-287547003072}" type="presParOf" srcId="{07E021F0-1D01-4D63-BAB0-127776B78568}" destId="{BBA0EEBD-4272-40A5-95CB-168849CB8DB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4E20F8-35A5-482A-A2F0-260126F592C9}" type="doc">
      <dgm:prSet loTypeId="urn:microsoft.com/office/officeart/2005/8/layout/hierarchy1" loCatId="hierarchy" qsTypeId="urn:microsoft.com/office/officeart/2005/8/quickstyle/simple5" qsCatId="simple" csTypeId="urn:microsoft.com/office/officeart/2005/8/colors/accent1_2" csCatId="accent1" phldr="1"/>
      <dgm:spPr/>
      <dgm:t>
        <a:bodyPr/>
        <a:lstStyle/>
        <a:p>
          <a:endParaRPr lang="es-CO"/>
        </a:p>
      </dgm:t>
    </dgm:pt>
    <dgm:pt modelId="{CBF99DAD-D0E4-4B6A-BD1A-C037ECD7BAAD}">
      <dgm:prSet phldrT="[Texto]"/>
      <dgm:spPr/>
      <dgm:t>
        <a:bodyPr/>
        <a:lstStyle/>
        <a:p>
          <a:r>
            <a:rPr lang="es-CO" dirty="0"/>
            <a:t>Entender que el modelo de gobierno varía dependiendo del tamaño de la empresa, la complejidad de los datos, los recursos y los niveles regulatorios</a:t>
          </a:r>
        </a:p>
      </dgm:t>
    </dgm:pt>
    <dgm:pt modelId="{86E6C2A9-ED9F-4FD3-BA54-89D1A6993341}" type="parTrans" cxnId="{9AB8473E-4342-453A-BB45-04505AB2FC50}">
      <dgm:prSet/>
      <dgm:spPr/>
      <dgm:t>
        <a:bodyPr/>
        <a:lstStyle/>
        <a:p>
          <a:endParaRPr lang="es-CO"/>
        </a:p>
      </dgm:t>
    </dgm:pt>
    <dgm:pt modelId="{1DEE0101-E442-41EF-B22F-4D161ABA93F5}" type="sibTrans" cxnId="{9AB8473E-4342-453A-BB45-04505AB2FC50}">
      <dgm:prSet/>
      <dgm:spPr/>
      <dgm:t>
        <a:bodyPr/>
        <a:lstStyle/>
        <a:p>
          <a:endParaRPr lang="es-CO"/>
        </a:p>
      </dgm:t>
    </dgm:pt>
    <dgm:pt modelId="{A7809E8D-FBF2-4058-BA35-2391D92298C4}">
      <dgm:prSet phldrT="[Texto]"/>
      <dgm:spPr/>
      <dgm:t>
        <a:bodyPr/>
        <a:lstStyle/>
        <a:p>
          <a:r>
            <a:rPr lang="es-CO" dirty="0"/>
            <a:t>Iniciar pequeño y controlado y después iterar</a:t>
          </a:r>
        </a:p>
      </dgm:t>
    </dgm:pt>
    <dgm:pt modelId="{8CE60FF7-3DFA-4318-8231-4B4BCE95119F}" type="parTrans" cxnId="{72EC08E0-3888-426D-B86F-929940CCD7DC}">
      <dgm:prSet/>
      <dgm:spPr/>
      <dgm:t>
        <a:bodyPr/>
        <a:lstStyle/>
        <a:p>
          <a:endParaRPr lang="es-CO"/>
        </a:p>
      </dgm:t>
    </dgm:pt>
    <dgm:pt modelId="{BFB53D71-8307-4150-92CC-9D5BE2089CB2}" type="sibTrans" cxnId="{72EC08E0-3888-426D-B86F-929940CCD7DC}">
      <dgm:prSet/>
      <dgm:spPr/>
      <dgm:t>
        <a:bodyPr/>
        <a:lstStyle/>
        <a:p>
          <a:endParaRPr lang="es-CO"/>
        </a:p>
      </dgm:t>
    </dgm:pt>
    <dgm:pt modelId="{8DAC70CA-46C6-4FB3-B507-D369D7088A01}">
      <dgm:prSet phldrT="[Texto]"/>
      <dgm:spPr/>
      <dgm:t>
        <a:bodyPr/>
        <a:lstStyle/>
        <a:p>
          <a:r>
            <a:rPr lang="es-CO" dirty="0"/>
            <a:t>Entender que el gobierno de datos debe ser práctico, manejable y proporcional</a:t>
          </a:r>
        </a:p>
      </dgm:t>
    </dgm:pt>
    <dgm:pt modelId="{40A521E7-8607-461D-8D9E-D7C99CADDF88}" type="parTrans" cxnId="{EF34F2B5-DBB4-43DD-9461-828F9DEBF594}">
      <dgm:prSet/>
      <dgm:spPr/>
      <dgm:t>
        <a:bodyPr/>
        <a:lstStyle/>
        <a:p>
          <a:endParaRPr lang="es-CO"/>
        </a:p>
      </dgm:t>
    </dgm:pt>
    <dgm:pt modelId="{FB5B515C-5DCB-4AC9-A0DF-A4AE29AB6E63}" type="sibTrans" cxnId="{EF34F2B5-DBB4-43DD-9461-828F9DEBF594}">
      <dgm:prSet/>
      <dgm:spPr/>
      <dgm:t>
        <a:bodyPr/>
        <a:lstStyle/>
        <a:p>
          <a:endParaRPr lang="es-CO"/>
        </a:p>
      </dgm:t>
    </dgm:pt>
    <dgm:pt modelId="{2D98C33E-AB01-470F-8957-6D0D0ACF1889}">
      <dgm:prSet phldrT="[Texto]"/>
      <dgm:spPr/>
      <dgm:t>
        <a:bodyPr/>
        <a:lstStyle/>
        <a:p>
          <a:r>
            <a:rPr lang="es-CO" dirty="0"/>
            <a:t>El modelo de gobierno se debe mezclar con las actividades del día a día</a:t>
          </a:r>
        </a:p>
      </dgm:t>
    </dgm:pt>
    <dgm:pt modelId="{5B40149C-98FD-479E-9228-CE24DDECF14D}" type="parTrans" cxnId="{979B3B11-85B0-4B7F-B888-86A613DB8550}">
      <dgm:prSet/>
      <dgm:spPr/>
      <dgm:t>
        <a:bodyPr/>
        <a:lstStyle/>
        <a:p>
          <a:endParaRPr lang="es-CO"/>
        </a:p>
      </dgm:t>
    </dgm:pt>
    <dgm:pt modelId="{DC9754FE-45DC-4766-9CB8-50F689FC7822}" type="sibTrans" cxnId="{979B3B11-85B0-4B7F-B888-86A613DB8550}">
      <dgm:prSet/>
      <dgm:spPr/>
      <dgm:t>
        <a:bodyPr/>
        <a:lstStyle/>
        <a:p>
          <a:endParaRPr lang="es-CO"/>
        </a:p>
      </dgm:t>
    </dgm:pt>
    <dgm:pt modelId="{728E9649-B5E4-4A5C-BDCD-D8C4BAA98D87}" type="pres">
      <dgm:prSet presAssocID="{7D4E20F8-35A5-482A-A2F0-260126F592C9}" presName="hierChild1" presStyleCnt="0">
        <dgm:presLayoutVars>
          <dgm:chPref val="1"/>
          <dgm:dir/>
          <dgm:animOne val="branch"/>
          <dgm:animLvl val="lvl"/>
          <dgm:resizeHandles/>
        </dgm:presLayoutVars>
      </dgm:prSet>
      <dgm:spPr/>
    </dgm:pt>
    <dgm:pt modelId="{CE8BD22E-89EB-4360-B6DF-894ECE933F72}" type="pres">
      <dgm:prSet presAssocID="{CBF99DAD-D0E4-4B6A-BD1A-C037ECD7BAAD}" presName="hierRoot1" presStyleCnt="0"/>
      <dgm:spPr/>
    </dgm:pt>
    <dgm:pt modelId="{C83D7A08-9893-47BF-A281-C7C6C0120FFE}" type="pres">
      <dgm:prSet presAssocID="{CBF99DAD-D0E4-4B6A-BD1A-C037ECD7BAAD}" presName="composite" presStyleCnt="0"/>
      <dgm:spPr/>
    </dgm:pt>
    <dgm:pt modelId="{C71697A7-E9D8-4278-BEAB-DF00CD112963}" type="pres">
      <dgm:prSet presAssocID="{CBF99DAD-D0E4-4B6A-BD1A-C037ECD7BAAD}" presName="background" presStyleLbl="node0" presStyleIdx="0" presStyleCnt="4"/>
      <dgm:spPr/>
    </dgm:pt>
    <dgm:pt modelId="{E27ECFCE-EAA7-4424-A699-A88E54E65E97}" type="pres">
      <dgm:prSet presAssocID="{CBF99DAD-D0E4-4B6A-BD1A-C037ECD7BAAD}" presName="text" presStyleLbl="fgAcc0" presStyleIdx="0" presStyleCnt="4">
        <dgm:presLayoutVars>
          <dgm:chPref val="3"/>
        </dgm:presLayoutVars>
      </dgm:prSet>
      <dgm:spPr/>
    </dgm:pt>
    <dgm:pt modelId="{034F0AE1-8D6F-4669-A52C-A13D0D252AC0}" type="pres">
      <dgm:prSet presAssocID="{CBF99DAD-D0E4-4B6A-BD1A-C037ECD7BAAD}" presName="hierChild2" presStyleCnt="0"/>
      <dgm:spPr/>
    </dgm:pt>
    <dgm:pt modelId="{5F024B3D-1FFC-4FC8-9D5B-218EE857B988}" type="pres">
      <dgm:prSet presAssocID="{A7809E8D-FBF2-4058-BA35-2391D92298C4}" presName="hierRoot1" presStyleCnt="0"/>
      <dgm:spPr/>
    </dgm:pt>
    <dgm:pt modelId="{E9270E51-442E-4BBF-A853-1D816FCF4B09}" type="pres">
      <dgm:prSet presAssocID="{A7809E8D-FBF2-4058-BA35-2391D92298C4}" presName="composite" presStyleCnt="0"/>
      <dgm:spPr/>
    </dgm:pt>
    <dgm:pt modelId="{7788F25B-C5BD-4C36-97CA-D4129CD4E47B}" type="pres">
      <dgm:prSet presAssocID="{A7809E8D-FBF2-4058-BA35-2391D92298C4}" presName="background" presStyleLbl="node0" presStyleIdx="1" presStyleCnt="4"/>
      <dgm:spPr/>
    </dgm:pt>
    <dgm:pt modelId="{8CABADF2-3ABD-4286-AFA8-73CBBBA44CA4}" type="pres">
      <dgm:prSet presAssocID="{A7809E8D-FBF2-4058-BA35-2391D92298C4}" presName="text" presStyleLbl="fgAcc0" presStyleIdx="1" presStyleCnt="4">
        <dgm:presLayoutVars>
          <dgm:chPref val="3"/>
        </dgm:presLayoutVars>
      </dgm:prSet>
      <dgm:spPr/>
    </dgm:pt>
    <dgm:pt modelId="{62190AE6-615F-46AA-ABCC-7F08489BB646}" type="pres">
      <dgm:prSet presAssocID="{A7809E8D-FBF2-4058-BA35-2391D92298C4}" presName="hierChild2" presStyleCnt="0"/>
      <dgm:spPr/>
    </dgm:pt>
    <dgm:pt modelId="{5FFE0CE6-3949-4B6A-A10D-F8685EE5D749}" type="pres">
      <dgm:prSet presAssocID="{8DAC70CA-46C6-4FB3-B507-D369D7088A01}" presName="hierRoot1" presStyleCnt="0"/>
      <dgm:spPr/>
    </dgm:pt>
    <dgm:pt modelId="{60EA768A-FD9B-4328-9356-4CDFD9E9B318}" type="pres">
      <dgm:prSet presAssocID="{8DAC70CA-46C6-4FB3-B507-D369D7088A01}" presName="composite" presStyleCnt="0"/>
      <dgm:spPr/>
    </dgm:pt>
    <dgm:pt modelId="{6141618C-3837-4315-9C6A-0507B3FEB3B4}" type="pres">
      <dgm:prSet presAssocID="{8DAC70CA-46C6-4FB3-B507-D369D7088A01}" presName="background" presStyleLbl="node0" presStyleIdx="2" presStyleCnt="4"/>
      <dgm:spPr/>
    </dgm:pt>
    <dgm:pt modelId="{37C7AF42-F81E-4529-9F27-1F520C3FE306}" type="pres">
      <dgm:prSet presAssocID="{8DAC70CA-46C6-4FB3-B507-D369D7088A01}" presName="text" presStyleLbl="fgAcc0" presStyleIdx="2" presStyleCnt="4">
        <dgm:presLayoutVars>
          <dgm:chPref val="3"/>
        </dgm:presLayoutVars>
      </dgm:prSet>
      <dgm:spPr/>
    </dgm:pt>
    <dgm:pt modelId="{AA69F9BB-7E81-4BD6-8F5C-D3D0CEB9B546}" type="pres">
      <dgm:prSet presAssocID="{8DAC70CA-46C6-4FB3-B507-D369D7088A01}" presName="hierChild2" presStyleCnt="0"/>
      <dgm:spPr/>
    </dgm:pt>
    <dgm:pt modelId="{0A10D687-FD62-492D-83D6-A7FFE9DC4386}" type="pres">
      <dgm:prSet presAssocID="{2D98C33E-AB01-470F-8957-6D0D0ACF1889}" presName="hierRoot1" presStyleCnt="0"/>
      <dgm:spPr/>
    </dgm:pt>
    <dgm:pt modelId="{A79AEAD0-ABE4-45DD-AEA1-F9F82CAD3246}" type="pres">
      <dgm:prSet presAssocID="{2D98C33E-AB01-470F-8957-6D0D0ACF1889}" presName="composite" presStyleCnt="0"/>
      <dgm:spPr/>
    </dgm:pt>
    <dgm:pt modelId="{02B534D6-2C45-4C13-873F-57F7D282978C}" type="pres">
      <dgm:prSet presAssocID="{2D98C33E-AB01-470F-8957-6D0D0ACF1889}" presName="background" presStyleLbl="node0" presStyleIdx="3" presStyleCnt="4"/>
      <dgm:spPr/>
    </dgm:pt>
    <dgm:pt modelId="{44D31273-50D7-4256-A86C-6BB7256FE667}" type="pres">
      <dgm:prSet presAssocID="{2D98C33E-AB01-470F-8957-6D0D0ACF1889}" presName="text" presStyleLbl="fgAcc0" presStyleIdx="3" presStyleCnt="4">
        <dgm:presLayoutVars>
          <dgm:chPref val="3"/>
        </dgm:presLayoutVars>
      </dgm:prSet>
      <dgm:spPr/>
    </dgm:pt>
    <dgm:pt modelId="{AD38455D-D4FB-447B-A6F5-840B7A1799D1}" type="pres">
      <dgm:prSet presAssocID="{2D98C33E-AB01-470F-8957-6D0D0ACF1889}" presName="hierChild2" presStyleCnt="0"/>
      <dgm:spPr/>
    </dgm:pt>
  </dgm:ptLst>
  <dgm:cxnLst>
    <dgm:cxn modelId="{924B0506-53B7-4D1A-A1AD-8796F4A03FB1}" type="presOf" srcId="{A7809E8D-FBF2-4058-BA35-2391D92298C4}" destId="{8CABADF2-3ABD-4286-AFA8-73CBBBA44CA4}" srcOrd="0" destOrd="0" presId="urn:microsoft.com/office/officeart/2005/8/layout/hierarchy1"/>
    <dgm:cxn modelId="{979B3B11-85B0-4B7F-B888-86A613DB8550}" srcId="{7D4E20F8-35A5-482A-A2F0-260126F592C9}" destId="{2D98C33E-AB01-470F-8957-6D0D0ACF1889}" srcOrd="3" destOrd="0" parTransId="{5B40149C-98FD-479E-9228-CE24DDECF14D}" sibTransId="{DC9754FE-45DC-4766-9CB8-50F689FC7822}"/>
    <dgm:cxn modelId="{A4FA8E2F-AAFA-48C5-B78D-A522317DFCA9}" type="presOf" srcId="{8DAC70CA-46C6-4FB3-B507-D369D7088A01}" destId="{37C7AF42-F81E-4529-9F27-1F520C3FE306}" srcOrd="0" destOrd="0" presId="urn:microsoft.com/office/officeart/2005/8/layout/hierarchy1"/>
    <dgm:cxn modelId="{9AB8473E-4342-453A-BB45-04505AB2FC50}" srcId="{7D4E20F8-35A5-482A-A2F0-260126F592C9}" destId="{CBF99DAD-D0E4-4B6A-BD1A-C037ECD7BAAD}" srcOrd="0" destOrd="0" parTransId="{86E6C2A9-ED9F-4FD3-BA54-89D1A6993341}" sibTransId="{1DEE0101-E442-41EF-B22F-4D161ABA93F5}"/>
    <dgm:cxn modelId="{3E36388A-B3B9-4D04-BE84-9336436F7657}" type="presOf" srcId="{2D98C33E-AB01-470F-8957-6D0D0ACF1889}" destId="{44D31273-50D7-4256-A86C-6BB7256FE667}" srcOrd="0" destOrd="0" presId="urn:microsoft.com/office/officeart/2005/8/layout/hierarchy1"/>
    <dgm:cxn modelId="{63E0E392-3B79-452A-86B5-ACE737A393D5}" type="presOf" srcId="{7D4E20F8-35A5-482A-A2F0-260126F592C9}" destId="{728E9649-B5E4-4A5C-BDCD-D8C4BAA98D87}" srcOrd="0" destOrd="0" presId="urn:microsoft.com/office/officeart/2005/8/layout/hierarchy1"/>
    <dgm:cxn modelId="{EF34F2B5-DBB4-43DD-9461-828F9DEBF594}" srcId="{7D4E20F8-35A5-482A-A2F0-260126F592C9}" destId="{8DAC70CA-46C6-4FB3-B507-D369D7088A01}" srcOrd="2" destOrd="0" parTransId="{40A521E7-8607-461D-8D9E-D7C99CADDF88}" sibTransId="{FB5B515C-5DCB-4AC9-A0DF-A4AE29AB6E63}"/>
    <dgm:cxn modelId="{72EC08E0-3888-426D-B86F-929940CCD7DC}" srcId="{7D4E20F8-35A5-482A-A2F0-260126F592C9}" destId="{A7809E8D-FBF2-4058-BA35-2391D92298C4}" srcOrd="1" destOrd="0" parTransId="{8CE60FF7-3DFA-4318-8231-4B4BCE95119F}" sibTransId="{BFB53D71-8307-4150-92CC-9D5BE2089CB2}"/>
    <dgm:cxn modelId="{6D9EFFEF-8AD2-4D06-9E61-B9A63176D3AD}" type="presOf" srcId="{CBF99DAD-D0E4-4B6A-BD1A-C037ECD7BAAD}" destId="{E27ECFCE-EAA7-4424-A699-A88E54E65E97}" srcOrd="0" destOrd="0" presId="urn:microsoft.com/office/officeart/2005/8/layout/hierarchy1"/>
    <dgm:cxn modelId="{59985C1B-4A13-4671-A5A0-F8C79DC8EA16}" type="presParOf" srcId="{728E9649-B5E4-4A5C-BDCD-D8C4BAA98D87}" destId="{CE8BD22E-89EB-4360-B6DF-894ECE933F72}" srcOrd="0" destOrd="0" presId="urn:microsoft.com/office/officeart/2005/8/layout/hierarchy1"/>
    <dgm:cxn modelId="{2A891677-43FA-4541-BFE5-57E991B5FF7A}" type="presParOf" srcId="{CE8BD22E-89EB-4360-B6DF-894ECE933F72}" destId="{C83D7A08-9893-47BF-A281-C7C6C0120FFE}" srcOrd="0" destOrd="0" presId="urn:microsoft.com/office/officeart/2005/8/layout/hierarchy1"/>
    <dgm:cxn modelId="{458AFA2D-C820-4098-B72B-DD6FC6B9CA5F}" type="presParOf" srcId="{C83D7A08-9893-47BF-A281-C7C6C0120FFE}" destId="{C71697A7-E9D8-4278-BEAB-DF00CD112963}" srcOrd="0" destOrd="0" presId="urn:microsoft.com/office/officeart/2005/8/layout/hierarchy1"/>
    <dgm:cxn modelId="{864A6B5D-CDE4-4733-B827-53609D93C3F6}" type="presParOf" srcId="{C83D7A08-9893-47BF-A281-C7C6C0120FFE}" destId="{E27ECFCE-EAA7-4424-A699-A88E54E65E97}" srcOrd="1" destOrd="0" presId="urn:microsoft.com/office/officeart/2005/8/layout/hierarchy1"/>
    <dgm:cxn modelId="{059D206E-B64D-4C33-BE68-F253746A4A51}" type="presParOf" srcId="{CE8BD22E-89EB-4360-B6DF-894ECE933F72}" destId="{034F0AE1-8D6F-4669-A52C-A13D0D252AC0}" srcOrd="1" destOrd="0" presId="urn:microsoft.com/office/officeart/2005/8/layout/hierarchy1"/>
    <dgm:cxn modelId="{6992CCDD-E799-4AE9-928A-C3CE99E4D337}" type="presParOf" srcId="{728E9649-B5E4-4A5C-BDCD-D8C4BAA98D87}" destId="{5F024B3D-1FFC-4FC8-9D5B-218EE857B988}" srcOrd="1" destOrd="0" presId="urn:microsoft.com/office/officeart/2005/8/layout/hierarchy1"/>
    <dgm:cxn modelId="{9B40E6E9-4EBE-41A2-89C1-C2067EDACEBB}" type="presParOf" srcId="{5F024B3D-1FFC-4FC8-9D5B-218EE857B988}" destId="{E9270E51-442E-4BBF-A853-1D816FCF4B09}" srcOrd="0" destOrd="0" presId="urn:microsoft.com/office/officeart/2005/8/layout/hierarchy1"/>
    <dgm:cxn modelId="{684058EF-6867-4F6E-9B0E-5059160A30E3}" type="presParOf" srcId="{E9270E51-442E-4BBF-A853-1D816FCF4B09}" destId="{7788F25B-C5BD-4C36-97CA-D4129CD4E47B}" srcOrd="0" destOrd="0" presId="urn:microsoft.com/office/officeart/2005/8/layout/hierarchy1"/>
    <dgm:cxn modelId="{A3737BE7-CB00-4068-8503-A3470A18E150}" type="presParOf" srcId="{E9270E51-442E-4BBF-A853-1D816FCF4B09}" destId="{8CABADF2-3ABD-4286-AFA8-73CBBBA44CA4}" srcOrd="1" destOrd="0" presId="urn:microsoft.com/office/officeart/2005/8/layout/hierarchy1"/>
    <dgm:cxn modelId="{60D0C6F6-2FF4-46AE-B4ED-6BFD3EC812CA}" type="presParOf" srcId="{5F024B3D-1FFC-4FC8-9D5B-218EE857B988}" destId="{62190AE6-615F-46AA-ABCC-7F08489BB646}" srcOrd="1" destOrd="0" presId="urn:microsoft.com/office/officeart/2005/8/layout/hierarchy1"/>
    <dgm:cxn modelId="{7F1356B6-E3F8-4BC3-90A4-B4DF4A001D2A}" type="presParOf" srcId="{728E9649-B5E4-4A5C-BDCD-D8C4BAA98D87}" destId="{5FFE0CE6-3949-4B6A-A10D-F8685EE5D749}" srcOrd="2" destOrd="0" presId="urn:microsoft.com/office/officeart/2005/8/layout/hierarchy1"/>
    <dgm:cxn modelId="{7FAAE629-89E8-49FA-AC3F-179774955564}" type="presParOf" srcId="{5FFE0CE6-3949-4B6A-A10D-F8685EE5D749}" destId="{60EA768A-FD9B-4328-9356-4CDFD9E9B318}" srcOrd="0" destOrd="0" presId="urn:microsoft.com/office/officeart/2005/8/layout/hierarchy1"/>
    <dgm:cxn modelId="{934DEDA5-F908-4097-8119-20DDE0FF8F14}" type="presParOf" srcId="{60EA768A-FD9B-4328-9356-4CDFD9E9B318}" destId="{6141618C-3837-4315-9C6A-0507B3FEB3B4}" srcOrd="0" destOrd="0" presId="urn:microsoft.com/office/officeart/2005/8/layout/hierarchy1"/>
    <dgm:cxn modelId="{2994A030-8395-4EDB-B20F-70396882015F}" type="presParOf" srcId="{60EA768A-FD9B-4328-9356-4CDFD9E9B318}" destId="{37C7AF42-F81E-4529-9F27-1F520C3FE306}" srcOrd="1" destOrd="0" presId="urn:microsoft.com/office/officeart/2005/8/layout/hierarchy1"/>
    <dgm:cxn modelId="{F1810719-8B73-4C23-8D59-469B1E6AC32C}" type="presParOf" srcId="{5FFE0CE6-3949-4B6A-A10D-F8685EE5D749}" destId="{AA69F9BB-7E81-4BD6-8F5C-D3D0CEB9B546}" srcOrd="1" destOrd="0" presId="urn:microsoft.com/office/officeart/2005/8/layout/hierarchy1"/>
    <dgm:cxn modelId="{87EA180C-00D1-4280-BAF3-FC994866DA42}" type="presParOf" srcId="{728E9649-B5E4-4A5C-BDCD-D8C4BAA98D87}" destId="{0A10D687-FD62-492D-83D6-A7FFE9DC4386}" srcOrd="3" destOrd="0" presId="urn:microsoft.com/office/officeart/2005/8/layout/hierarchy1"/>
    <dgm:cxn modelId="{2A440294-3DC3-4DE5-83BF-EA8249954994}" type="presParOf" srcId="{0A10D687-FD62-492D-83D6-A7FFE9DC4386}" destId="{A79AEAD0-ABE4-45DD-AEA1-F9F82CAD3246}" srcOrd="0" destOrd="0" presId="urn:microsoft.com/office/officeart/2005/8/layout/hierarchy1"/>
    <dgm:cxn modelId="{C0FA6E81-9B6F-4E55-B4D3-472EB6F8A1B0}" type="presParOf" srcId="{A79AEAD0-ABE4-45DD-AEA1-F9F82CAD3246}" destId="{02B534D6-2C45-4C13-873F-57F7D282978C}" srcOrd="0" destOrd="0" presId="urn:microsoft.com/office/officeart/2005/8/layout/hierarchy1"/>
    <dgm:cxn modelId="{84EB6710-5594-4940-B049-6424345ACA3C}" type="presParOf" srcId="{A79AEAD0-ABE4-45DD-AEA1-F9F82CAD3246}" destId="{44D31273-50D7-4256-A86C-6BB7256FE667}" srcOrd="1" destOrd="0" presId="urn:microsoft.com/office/officeart/2005/8/layout/hierarchy1"/>
    <dgm:cxn modelId="{BCD6C123-D3F0-47BF-9F2A-F28F7CF392FA}" type="presParOf" srcId="{0A10D687-FD62-492D-83D6-A7FFE9DC4386}" destId="{AD38455D-D4FB-447B-A6F5-840B7A1799D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5FC4CDA-B8BD-4739-91F1-108DC6E39FD8}"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s-CO"/>
        </a:p>
      </dgm:t>
    </dgm:pt>
    <dgm:pt modelId="{AA5028D5-7850-4D5A-A9C4-8A7F194C419A}">
      <dgm:prSet phldrT="[Texto]"/>
      <dgm:spPr/>
      <dgm:t>
        <a:bodyPr/>
        <a:lstStyle/>
        <a:p>
          <a:pPr>
            <a:lnSpc>
              <a:spcPct val="100000"/>
            </a:lnSpc>
            <a:defRPr cap="all"/>
          </a:pPr>
          <a:r>
            <a:rPr lang="es-CO"/>
            <a:t>Identificar una herramienta que permita tener le linaje de datos</a:t>
          </a:r>
        </a:p>
      </dgm:t>
    </dgm:pt>
    <dgm:pt modelId="{146467BC-11FF-468D-ACD5-2B19BE6F6A44}" type="parTrans" cxnId="{27F53448-C97E-4DFB-8DCA-95E021049A5F}">
      <dgm:prSet/>
      <dgm:spPr/>
      <dgm:t>
        <a:bodyPr/>
        <a:lstStyle/>
        <a:p>
          <a:endParaRPr lang="es-CO"/>
        </a:p>
      </dgm:t>
    </dgm:pt>
    <dgm:pt modelId="{73469B47-0781-4BBB-9010-D06EEC6D2E75}" type="sibTrans" cxnId="{27F53448-C97E-4DFB-8DCA-95E021049A5F}">
      <dgm:prSet/>
      <dgm:spPr/>
      <dgm:t>
        <a:bodyPr/>
        <a:lstStyle/>
        <a:p>
          <a:endParaRPr lang="es-CO"/>
        </a:p>
      </dgm:t>
    </dgm:pt>
    <dgm:pt modelId="{F1260D2F-24BF-4E25-869E-9AB8D86E46BD}">
      <dgm:prSet phldrT="[Texto]"/>
      <dgm:spPr/>
      <dgm:t>
        <a:bodyPr/>
        <a:lstStyle/>
        <a:p>
          <a:pPr>
            <a:lnSpc>
              <a:spcPct val="100000"/>
            </a:lnSpc>
            <a:defRPr cap="all"/>
          </a:pPr>
          <a:r>
            <a:rPr lang="es-CO"/>
            <a:t>Automatizar los KPI que determinan la calidad de los datos</a:t>
          </a:r>
        </a:p>
      </dgm:t>
    </dgm:pt>
    <dgm:pt modelId="{4F77D608-084E-4D58-9CC1-49884826D2BD}" type="parTrans" cxnId="{C209A5A3-A1D6-4992-B6D5-B8B55D757FED}">
      <dgm:prSet/>
      <dgm:spPr/>
      <dgm:t>
        <a:bodyPr/>
        <a:lstStyle/>
        <a:p>
          <a:endParaRPr lang="es-CO"/>
        </a:p>
      </dgm:t>
    </dgm:pt>
    <dgm:pt modelId="{837412C7-6415-4174-80DC-38358E25BEC2}" type="sibTrans" cxnId="{C209A5A3-A1D6-4992-B6D5-B8B55D757FED}">
      <dgm:prSet/>
      <dgm:spPr/>
      <dgm:t>
        <a:bodyPr/>
        <a:lstStyle/>
        <a:p>
          <a:endParaRPr lang="es-CO"/>
        </a:p>
      </dgm:t>
    </dgm:pt>
    <dgm:pt modelId="{85BE6AC8-9C39-440F-8C11-ABD91E64E7BE}">
      <dgm:prSet phldrT="[Texto]"/>
      <dgm:spPr/>
      <dgm:t>
        <a:bodyPr/>
        <a:lstStyle/>
        <a:p>
          <a:pPr>
            <a:lnSpc>
              <a:spcPct val="100000"/>
            </a:lnSpc>
            <a:defRPr cap="all"/>
          </a:pPr>
          <a:r>
            <a:rPr lang="es-CO" dirty="0"/>
            <a:t>Reconocer aplicaciones para el gobierno de datos</a:t>
          </a:r>
        </a:p>
      </dgm:t>
    </dgm:pt>
    <dgm:pt modelId="{BF9B2835-60D1-499B-A6C7-844E357B0D99}" type="parTrans" cxnId="{7C982DE5-D6A6-4F84-810A-5B156927A246}">
      <dgm:prSet/>
      <dgm:spPr/>
      <dgm:t>
        <a:bodyPr/>
        <a:lstStyle/>
        <a:p>
          <a:endParaRPr lang="es-CO"/>
        </a:p>
      </dgm:t>
    </dgm:pt>
    <dgm:pt modelId="{5DF9DDF8-E7A1-4072-9A82-F10D1329BEE1}" type="sibTrans" cxnId="{7C982DE5-D6A6-4F84-810A-5B156927A246}">
      <dgm:prSet/>
      <dgm:spPr/>
      <dgm:t>
        <a:bodyPr/>
        <a:lstStyle/>
        <a:p>
          <a:endParaRPr lang="es-CO"/>
        </a:p>
      </dgm:t>
    </dgm:pt>
    <dgm:pt modelId="{E6C8A6F4-DAF7-499E-8710-598EF68F2528}" type="pres">
      <dgm:prSet presAssocID="{45FC4CDA-B8BD-4739-91F1-108DC6E39FD8}" presName="root" presStyleCnt="0">
        <dgm:presLayoutVars>
          <dgm:dir/>
          <dgm:resizeHandles val="exact"/>
        </dgm:presLayoutVars>
      </dgm:prSet>
      <dgm:spPr/>
    </dgm:pt>
    <dgm:pt modelId="{6ECEA0AD-847B-4CBC-A552-A6B5813C1410}" type="pres">
      <dgm:prSet presAssocID="{AA5028D5-7850-4D5A-A9C4-8A7F194C419A}" presName="compNode" presStyleCnt="0"/>
      <dgm:spPr/>
    </dgm:pt>
    <dgm:pt modelId="{AE1C9595-DC37-4FF5-9F4C-A5D2733A34A1}" type="pres">
      <dgm:prSet presAssocID="{AA5028D5-7850-4D5A-A9C4-8A7F194C419A}" presName="iconBgRect" presStyleLbl="bgShp" presStyleIdx="0" presStyleCnt="3"/>
      <dgm:spPr/>
    </dgm:pt>
    <dgm:pt modelId="{593B875B-2E1D-4D5E-912E-DC61E9555C2D}" type="pres">
      <dgm:prSet presAssocID="{AA5028D5-7850-4D5A-A9C4-8A7F194C419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E20C610B-EECC-4303-86F9-47D1BD04BAC8}" type="pres">
      <dgm:prSet presAssocID="{AA5028D5-7850-4D5A-A9C4-8A7F194C419A}" presName="spaceRect" presStyleCnt="0"/>
      <dgm:spPr/>
    </dgm:pt>
    <dgm:pt modelId="{28BC0874-1E25-4518-9A7E-93C81FB4CD77}" type="pres">
      <dgm:prSet presAssocID="{AA5028D5-7850-4D5A-A9C4-8A7F194C419A}" presName="textRect" presStyleLbl="revTx" presStyleIdx="0" presStyleCnt="3">
        <dgm:presLayoutVars>
          <dgm:chMax val="1"/>
          <dgm:chPref val="1"/>
        </dgm:presLayoutVars>
      </dgm:prSet>
      <dgm:spPr/>
    </dgm:pt>
    <dgm:pt modelId="{AA648801-8B04-4F71-88BE-0CD1D28D076D}" type="pres">
      <dgm:prSet presAssocID="{73469B47-0781-4BBB-9010-D06EEC6D2E75}" presName="sibTrans" presStyleCnt="0"/>
      <dgm:spPr/>
    </dgm:pt>
    <dgm:pt modelId="{B137082D-BC45-43C7-8455-2B2BA7067F38}" type="pres">
      <dgm:prSet presAssocID="{F1260D2F-24BF-4E25-869E-9AB8D86E46BD}" presName="compNode" presStyleCnt="0"/>
      <dgm:spPr/>
    </dgm:pt>
    <dgm:pt modelId="{17355DE5-4DB6-44DF-91C6-04FCA5DF0D07}" type="pres">
      <dgm:prSet presAssocID="{F1260D2F-24BF-4E25-869E-9AB8D86E46BD}" presName="iconBgRect" presStyleLbl="bgShp" presStyleIdx="1" presStyleCnt="3"/>
      <dgm:spPr/>
    </dgm:pt>
    <dgm:pt modelId="{1E266C87-63C1-4733-A3B3-BE2C38568215}" type="pres">
      <dgm:prSet presAssocID="{F1260D2F-24BF-4E25-869E-9AB8D86E46B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E7315C5C-7849-4654-9BF3-641B3CD9D014}" type="pres">
      <dgm:prSet presAssocID="{F1260D2F-24BF-4E25-869E-9AB8D86E46BD}" presName="spaceRect" presStyleCnt="0"/>
      <dgm:spPr/>
    </dgm:pt>
    <dgm:pt modelId="{AD408007-99F7-4D44-AD90-E2E51DAC3775}" type="pres">
      <dgm:prSet presAssocID="{F1260D2F-24BF-4E25-869E-9AB8D86E46BD}" presName="textRect" presStyleLbl="revTx" presStyleIdx="1" presStyleCnt="3">
        <dgm:presLayoutVars>
          <dgm:chMax val="1"/>
          <dgm:chPref val="1"/>
        </dgm:presLayoutVars>
      </dgm:prSet>
      <dgm:spPr/>
    </dgm:pt>
    <dgm:pt modelId="{017C77D5-FE56-4DB9-86BE-2A4DEC067B46}" type="pres">
      <dgm:prSet presAssocID="{837412C7-6415-4174-80DC-38358E25BEC2}" presName="sibTrans" presStyleCnt="0"/>
      <dgm:spPr/>
    </dgm:pt>
    <dgm:pt modelId="{58EFA95D-9E55-4B85-BB24-D52FBFA05347}" type="pres">
      <dgm:prSet presAssocID="{85BE6AC8-9C39-440F-8C11-ABD91E64E7BE}" presName="compNode" presStyleCnt="0"/>
      <dgm:spPr/>
    </dgm:pt>
    <dgm:pt modelId="{291329B5-0588-4B3C-9C46-31C16AC15A02}" type="pres">
      <dgm:prSet presAssocID="{85BE6AC8-9C39-440F-8C11-ABD91E64E7BE}" presName="iconBgRect" presStyleLbl="bgShp" presStyleIdx="2" presStyleCnt="3"/>
      <dgm:spPr/>
    </dgm:pt>
    <dgm:pt modelId="{94215C14-CDF8-46D1-81C7-1FC35FC7B859}" type="pres">
      <dgm:prSet presAssocID="{85BE6AC8-9C39-440F-8C11-ABD91E64E7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mart Phone"/>
        </a:ext>
      </dgm:extLst>
    </dgm:pt>
    <dgm:pt modelId="{D6D42D07-BA89-433F-9D4A-007928EC4719}" type="pres">
      <dgm:prSet presAssocID="{85BE6AC8-9C39-440F-8C11-ABD91E64E7BE}" presName="spaceRect" presStyleCnt="0"/>
      <dgm:spPr/>
    </dgm:pt>
    <dgm:pt modelId="{C9C0F71E-43E3-422F-A141-5649A6E98248}" type="pres">
      <dgm:prSet presAssocID="{85BE6AC8-9C39-440F-8C11-ABD91E64E7BE}" presName="textRect" presStyleLbl="revTx" presStyleIdx="2" presStyleCnt="3">
        <dgm:presLayoutVars>
          <dgm:chMax val="1"/>
          <dgm:chPref val="1"/>
        </dgm:presLayoutVars>
      </dgm:prSet>
      <dgm:spPr/>
    </dgm:pt>
  </dgm:ptLst>
  <dgm:cxnLst>
    <dgm:cxn modelId="{27F53448-C97E-4DFB-8DCA-95E021049A5F}" srcId="{45FC4CDA-B8BD-4739-91F1-108DC6E39FD8}" destId="{AA5028D5-7850-4D5A-A9C4-8A7F194C419A}" srcOrd="0" destOrd="0" parTransId="{146467BC-11FF-468D-ACD5-2B19BE6F6A44}" sibTransId="{73469B47-0781-4BBB-9010-D06EEC6D2E75}"/>
    <dgm:cxn modelId="{A8FC1475-0210-4843-A666-C48CA831189F}" type="presOf" srcId="{45FC4CDA-B8BD-4739-91F1-108DC6E39FD8}" destId="{E6C8A6F4-DAF7-499E-8710-598EF68F2528}" srcOrd="0" destOrd="0" presId="urn:microsoft.com/office/officeart/2018/5/layout/IconCircleLabelList"/>
    <dgm:cxn modelId="{40379882-C4CD-4562-8EDD-64C5CC4D9021}" type="presOf" srcId="{AA5028D5-7850-4D5A-A9C4-8A7F194C419A}" destId="{28BC0874-1E25-4518-9A7E-93C81FB4CD77}" srcOrd="0" destOrd="0" presId="urn:microsoft.com/office/officeart/2018/5/layout/IconCircleLabelList"/>
    <dgm:cxn modelId="{F14106A1-36AA-4F5F-B069-E13842A43F8A}" type="presOf" srcId="{85BE6AC8-9C39-440F-8C11-ABD91E64E7BE}" destId="{C9C0F71E-43E3-422F-A141-5649A6E98248}" srcOrd="0" destOrd="0" presId="urn:microsoft.com/office/officeart/2018/5/layout/IconCircleLabelList"/>
    <dgm:cxn modelId="{C209A5A3-A1D6-4992-B6D5-B8B55D757FED}" srcId="{45FC4CDA-B8BD-4739-91F1-108DC6E39FD8}" destId="{F1260D2F-24BF-4E25-869E-9AB8D86E46BD}" srcOrd="1" destOrd="0" parTransId="{4F77D608-084E-4D58-9CC1-49884826D2BD}" sibTransId="{837412C7-6415-4174-80DC-38358E25BEC2}"/>
    <dgm:cxn modelId="{AFEAB6C8-B3B5-4B3C-BAE0-83992716AFC5}" type="presOf" srcId="{F1260D2F-24BF-4E25-869E-9AB8D86E46BD}" destId="{AD408007-99F7-4D44-AD90-E2E51DAC3775}" srcOrd="0" destOrd="0" presId="urn:microsoft.com/office/officeart/2018/5/layout/IconCircleLabelList"/>
    <dgm:cxn modelId="{7C982DE5-D6A6-4F84-810A-5B156927A246}" srcId="{45FC4CDA-B8BD-4739-91F1-108DC6E39FD8}" destId="{85BE6AC8-9C39-440F-8C11-ABD91E64E7BE}" srcOrd="2" destOrd="0" parTransId="{BF9B2835-60D1-499B-A6C7-844E357B0D99}" sibTransId="{5DF9DDF8-E7A1-4072-9A82-F10D1329BEE1}"/>
    <dgm:cxn modelId="{9AFF74AA-CCC3-4FD5-9B83-3F6FFEFF8125}" type="presParOf" srcId="{E6C8A6F4-DAF7-499E-8710-598EF68F2528}" destId="{6ECEA0AD-847B-4CBC-A552-A6B5813C1410}" srcOrd="0" destOrd="0" presId="urn:microsoft.com/office/officeart/2018/5/layout/IconCircleLabelList"/>
    <dgm:cxn modelId="{B8C61D23-82AE-4230-AC63-15AB4C14929A}" type="presParOf" srcId="{6ECEA0AD-847B-4CBC-A552-A6B5813C1410}" destId="{AE1C9595-DC37-4FF5-9F4C-A5D2733A34A1}" srcOrd="0" destOrd="0" presId="urn:microsoft.com/office/officeart/2018/5/layout/IconCircleLabelList"/>
    <dgm:cxn modelId="{7E7D098A-204A-47BE-B6D4-18AAAA15AB4A}" type="presParOf" srcId="{6ECEA0AD-847B-4CBC-A552-A6B5813C1410}" destId="{593B875B-2E1D-4D5E-912E-DC61E9555C2D}" srcOrd="1" destOrd="0" presId="urn:microsoft.com/office/officeart/2018/5/layout/IconCircleLabelList"/>
    <dgm:cxn modelId="{4E5445B9-84E8-4BE2-8FB9-B83DCC9CE3DF}" type="presParOf" srcId="{6ECEA0AD-847B-4CBC-A552-A6B5813C1410}" destId="{E20C610B-EECC-4303-86F9-47D1BD04BAC8}" srcOrd="2" destOrd="0" presId="urn:microsoft.com/office/officeart/2018/5/layout/IconCircleLabelList"/>
    <dgm:cxn modelId="{569AE0A3-5963-41A3-ADE4-F48D5F8E2561}" type="presParOf" srcId="{6ECEA0AD-847B-4CBC-A552-A6B5813C1410}" destId="{28BC0874-1E25-4518-9A7E-93C81FB4CD77}" srcOrd="3" destOrd="0" presId="urn:microsoft.com/office/officeart/2018/5/layout/IconCircleLabelList"/>
    <dgm:cxn modelId="{FFC41F92-54D4-4DAE-9C8E-E2CA91CB7084}" type="presParOf" srcId="{E6C8A6F4-DAF7-499E-8710-598EF68F2528}" destId="{AA648801-8B04-4F71-88BE-0CD1D28D076D}" srcOrd="1" destOrd="0" presId="urn:microsoft.com/office/officeart/2018/5/layout/IconCircleLabelList"/>
    <dgm:cxn modelId="{3F241EA0-0A82-4B98-BA15-DB08018401B2}" type="presParOf" srcId="{E6C8A6F4-DAF7-499E-8710-598EF68F2528}" destId="{B137082D-BC45-43C7-8455-2B2BA7067F38}" srcOrd="2" destOrd="0" presId="urn:microsoft.com/office/officeart/2018/5/layout/IconCircleLabelList"/>
    <dgm:cxn modelId="{F2C6CF48-3D11-4294-A06F-5A1066322BB9}" type="presParOf" srcId="{B137082D-BC45-43C7-8455-2B2BA7067F38}" destId="{17355DE5-4DB6-44DF-91C6-04FCA5DF0D07}" srcOrd="0" destOrd="0" presId="urn:microsoft.com/office/officeart/2018/5/layout/IconCircleLabelList"/>
    <dgm:cxn modelId="{EB919DFE-D6C5-48E8-9CA7-F59E9F0BAE57}" type="presParOf" srcId="{B137082D-BC45-43C7-8455-2B2BA7067F38}" destId="{1E266C87-63C1-4733-A3B3-BE2C38568215}" srcOrd="1" destOrd="0" presId="urn:microsoft.com/office/officeart/2018/5/layout/IconCircleLabelList"/>
    <dgm:cxn modelId="{3AEA844D-225C-4901-B3AA-50349AB479A2}" type="presParOf" srcId="{B137082D-BC45-43C7-8455-2B2BA7067F38}" destId="{E7315C5C-7849-4654-9BF3-641B3CD9D014}" srcOrd="2" destOrd="0" presId="urn:microsoft.com/office/officeart/2018/5/layout/IconCircleLabelList"/>
    <dgm:cxn modelId="{11AEE920-2347-433B-8C26-2843A105B227}" type="presParOf" srcId="{B137082D-BC45-43C7-8455-2B2BA7067F38}" destId="{AD408007-99F7-4D44-AD90-E2E51DAC3775}" srcOrd="3" destOrd="0" presId="urn:microsoft.com/office/officeart/2018/5/layout/IconCircleLabelList"/>
    <dgm:cxn modelId="{452F553B-A00F-4ACB-8F68-AE7504824978}" type="presParOf" srcId="{E6C8A6F4-DAF7-499E-8710-598EF68F2528}" destId="{017C77D5-FE56-4DB9-86BE-2A4DEC067B46}" srcOrd="3" destOrd="0" presId="urn:microsoft.com/office/officeart/2018/5/layout/IconCircleLabelList"/>
    <dgm:cxn modelId="{86B9F6BC-65F1-423F-B3F8-7FE92EF72903}" type="presParOf" srcId="{E6C8A6F4-DAF7-499E-8710-598EF68F2528}" destId="{58EFA95D-9E55-4B85-BB24-D52FBFA05347}" srcOrd="4" destOrd="0" presId="urn:microsoft.com/office/officeart/2018/5/layout/IconCircleLabelList"/>
    <dgm:cxn modelId="{C40DD17F-8A21-4651-9B56-1CB608AF24E9}" type="presParOf" srcId="{58EFA95D-9E55-4B85-BB24-D52FBFA05347}" destId="{291329B5-0588-4B3C-9C46-31C16AC15A02}" srcOrd="0" destOrd="0" presId="urn:microsoft.com/office/officeart/2018/5/layout/IconCircleLabelList"/>
    <dgm:cxn modelId="{EDCCED20-E734-4955-A253-0F568960EA32}" type="presParOf" srcId="{58EFA95D-9E55-4B85-BB24-D52FBFA05347}" destId="{94215C14-CDF8-46D1-81C7-1FC35FC7B859}" srcOrd="1" destOrd="0" presId="urn:microsoft.com/office/officeart/2018/5/layout/IconCircleLabelList"/>
    <dgm:cxn modelId="{CFA27B22-2064-47DA-9A37-0239D577EC39}" type="presParOf" srcId="{58EFA95D-9E55-4B85-BB24-D52FBFA05347}" destId="{D6D42D07-BA89-433F-9D4A-007928EC4719}" srcOrd="2" destOrd="0" presId="urn:microsoft.com/office/officeart/2018/5/layout/IconCircleLabelList"/>
    <dgm:cxn modelId="{7F23A170-D6CE-43A5-886A-0F79E5BBDFB1}" type="presParOf" srcId="{58EFA95D-9E55-4B85-BB24-D52FBFA05347}" destId="{C9C0F71E-43E3-422F-A141-5649A6E9824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EB25626-934D-4EED-BB53-29C3ACCB1546}" type="doc">
      <dgm:prSet loTypeId="urn:microsoft.com/office/officeart/2005/8/layout/hierarchy1" loCatId="hierarchy" qsTypeId="urn:microsoft.com/office/officeart/2005/8/quickstyle/simple5" qsCatId="simple" csTypeId="urn:microsoft.com/office/officeart/2005/8/colors/accent1_2" csCatId="accent1" phldr="1"/>
      <dgm:spPr/>
      <dgm:t>
        <a:bodyPr/>
        <a:lstStyle/>
        <a:p>
          <a:endParaRPr lang="es-CO"/>
        </a:p>
      </dgm:t>
    </dgm:pt>
    <dgm:pt modelId="{1F1B5344-2459-4B43-90D4-D09C0ACC01EE}">
      <dgm:prSet phldrT="[Texto]"/>
      <dgm:spPr/>
      <dgm:t>
        <a:bodyPr/>
        <a:lstStyle/>
        <a:p>
          <a:r>
            <a:rPr lang="es-CO" dirty="0"/>
            <a:t>No pensar en la tecnología como primer elemento</a:t>
          </a:r>
        </a:p>
      </dgm:t>
    </dgm:pt>
    <dgm:pt modelId="{0D00280F-225F-4BF2-AD4F-2173C71BFAF9}" type="parTrans" cxnId="{350C95D8-9743-4A60-87E3-5CEEA969EDFE}">
      <dgm:prSet/>
      <dgm:spPr/>
      <dgm:t>
        <a:bodyPr/>
        <a:lstStyle/>
        <a:p>
          <a:endParaRPr lang="es-CO"/>
        </a:p>
      </dgm:t>
    </dgm:pt>
    <dgm:pt modelId="{A497B551-8E7B-417A-B719-98D9ED650CE8}" type="sibTrans" cxnId="{350C95D8-9743-4A60-87E3-5CEEA969EDFE}">
      <dgm:prSet/>
      <dgm:spPr/>
      <dgm:t>
        <a:bodyPr/>
        <a:lstStyle/>
        <a:p>
          <a:endParaRPr lang="es-CO"/>
        </a:p>
      </dgm:t>
    </dgm:pt>
    <dgm:pt modelId="{05E0914E-BDEB-4C28-B9E8-2B8C800CDC77}">
      <dgm:prSet phldrT="[Texto]"/>
      <dgm:spPr/>
      <dgm:t>
        <a:bodyPr/>
        <a:lstStyle/>
        <a:p>
          <a:r>
            <a:rPr lang="es-CO" dirty="0"/>
            <a:t>Definir el gobierno de datos como un programa y no un proyecto</a:t>
          </a:r>
        </a:p>
      </dgm:t>
    </dgm:pt>
    <dgm:pt modelId="{829F7489-9E38-4E72-9E35-A3C2679C8A37}" type="parTrans" cxnId="{E725BC5D-4236-4235-B997-70428822D7A0}">
      <dgm:prSet/>
      <dgm:spPr/>
      <dgm:t>
        <a:bodyPr/>
        <a:lstStyle/>
        <a:p>
          <a:endParaRPr lang="es-CO"/>
        </a:p>
      </dgm:t>
    </dgm:pt>
    <dgm:pt modelId="{05F6E939-A2EE-4311-90A1-753EB65CCAFB}" type="sibTrans" cxnId="{E725BC5D-4236-4235-B997-70428822D7A0}">
      <dgm:prSet/>
      <dgm:spPr/>
      <dgm:t>
        <a:bodyPr/>
        <a:lstStyle/>
        <a:p>
          <a:endParaRPr lang="es-CO"/>
        </a:p>
      </dgm:t>
    </dgm:pt>
    <dgm:pt modelId="{73BC0EFD-BE10-4C61-BD7C-C9F239ACEFD6}">
      <dgm:prSet phldrT="[Texto]"/>
      <dgm:spPr/>
      <dgm:t>
        <a:bodyPr/>
        <a:lstStyle/>
        <a:p>
          <a:r>
            <a:rPr lang="es-CO" dirty="0"/>
            <a:t>Definir los procesos que impactan al gobierno de datos</a:t>
          </a:r>
        </a:p>
      </dgm:t>
    </dgm:pt>
    <dgm:pt modelId="{691AF35D-25AB-41C5-8388-22ADA0DE0CD3}" type="parTrans" cxnId="{9BDE872D-2E46-4316-B64A-DD79E3224E24}">
      <dgm:prSet/>
      <dgm:spPr/>
      <dgm:t>
        <a:bodyPr/>
        <a:lstStyle/>
        <a:p>
          <a:endParaRPr lang="es-CO"/>
        </a:p>
      </dgm:t>
    </dgm:pt>
    <dgm:pt modelId="{878612FC-AACE-4029-AC8E-A1F94B3408EB}" type="sibTrans" cxnId="{9BDE872D-2E46-4316-B64A-DD79E3224E24}">
      <dgm:prSet/>
      <dgm:spPr/>
      <dgm:t>
        <a:bodyPr/>
        <a:lstStyle/>
        <a:p>
          <a:endParaRPr lang="es-CO"/>
        </a:p>
      </dgm:t>
    </dgm:pt>
    <dgm:pt modelId="{2993FB76-1669-4923-82AD-086BB25D0268}">
      <dgm:prSet phldrT="[Texto]"/>
      <dgm:spPr/>
      <dgm:t>
        <a:bodyPr/>
        <a:lstStyle/>
        <a:p>
          <a:r>
            <a:rPr lang="es-CO" dirty="0"/>
            <a:t>Identificar vacíos y cuellos de botella en los procesos</a:t>
          </a:r>
        </a:p>
      </dgm:t>
    </dgm:pt>
    <dgm:pt modelId="{77A40DEC-DBCE-4CDC-912E-6CC5C620989F}" type="parTrans" cxnId="{B72DC315-9C7E-497F-9E94-711B35DF0490}">
      <dgm:prSet/>
      <dgm:spPr/>
      <dgm:t>
        <a:bodyPr/>
        <a:lstStyle/>
        <a:p>
          <a:endParaRPr lang="es-CO"/>
        </a:p>
      </dgm:t>
    </dgm:pt>
    <dgm:pt modelId="{788492EB-4673-4C1A-BA99-4B674AC13525}" type="sibTrans" cxnId="{B72DC315-9C7E-497F-9E94-711B35DF0490}">
      <dgm:prSet/>
      <dgm:spPr/>
      <dgm:t>
        <a:bodyPr/>
        <a:lstStyle/>
        <a:p>
          <a:endParaRPr lang="es-CO"/>
        </a:p>
      </dgm:t>
    </dgm:pt>
    <dgm:pt modelId="{B4A9DCA5-17FE-4674-A057-1FB42948AAFB}" type="pres">
      <dgm:prSet presAssocID="{FEB25626-934D-4EED-BB53-29C3ACCB1546}" presName="hierChild1" presStyleCnt="0">
        <dgm:presLayoutVars>
          <dgm:chPref val="1"/>
          <dgm:dir/>
          <dgm:animOne val="branch"/>
          <dgm:animLvl val="lvl"/>
          <dgm:resizeHandles/>
        </dgm:presLayoutVars>
      </dgm:prSet>
      <dgm:spPr/>
    </dgm:pt>
    <dgm:pt modelId="{C8F9788A-E9B1-479F-829A-BD60B063C7D3}" type="pres">
      <dgm:prSet presAssocID="{1F1B5344-2459-4B43-90D4-D09C0ACC01EE}" presName="hierRoot1" presStyleCnt="0"/>
      <dgm:spPr/>
    </dgm:pt>
    <dgm:pt modelId="{68E5445E-6DFC-4B4A-9599-BB2B4FC64AF9}" type="pres">
      <dgm:prSet presAssocID="{1F1B5344-2459-4B43-90D4-D09C0ACC01EE}" presName="composite" presStyleCnt="0"/>
      <dgm:spPr/>
    </dgm:pt>
    <dgm:pt modelId="{ECC0A4E0-64BA-423A-9D2F-D6CA97EC671A}" type="pres">
      <dgm:prSet presAssocID="{1F1B5344-2459-4B43-90D4-D09C0ACC01EE}" presName="background" presStyleLbl="node0" presStyleIdx="0" presStyleCnt="4"/>
      <dgm:spPr/>
    </dgm:pt>
    <dgm:pt modelId="{10D81C1F-09E4-4212-8DBB-E43AE4CE6CFD}" type="pres">
      <dgm:prSet presAssocID="{1F1B5344-2459-4B43-90D4-D09C0ACC01EE}" presName="text" presStyleLbl="fgAcc0" presStyleIdx="0" presStyleCnt="4">
        <dgm:presLayoutVars>
          <dgm:chPref val="3"/>
        </dgm:presLayoutVars>
      </dgm:prSet>
      <dgm:spPr/>
    </dgm:pt>
    <dgm:pt modelId="{ED5A1702-557B-4F6B-B527-BB167E05AE3A}" type="pres">
      <dgm:prSet presAssocID="{1F1B5344-2459-4B43-90D4-D09C0ACC01EE}" presName="hierChild2" presStyleCnt="0"/>
      <dgm:spPr/>
    </dgm:pt>
    <dgm:pt modelId="{0BF2A671-089C-4155-B120-92983A62DC7E}" type="pres">
      <dgm:prSet presAssocID="{05E0914E-BDEB-4C28-B9E8-2B8C800CDC77}" presName="hierRoot1" presStyleCnt="0"/>
      <dgm:spPr/>
    </dgm:pt>
    <dgm:pt modelId="{67EF4D69-6871-4284-9039-BB7D82A00848}" type="pres">
      <dgm:prSet presAssocID="{05E0914E-BDEB-4C28-B9E8-2B8C800CDC77}" presName="composite" presStyleCnt="0"/>
      <dgm:spPr/>
    </dgm:pt>
    <dgm:pt modelId="{13D82A9D-C14D-46F3-918F-F00EDE745D9E}" type="pres">
      <dgm:prSet presAssocID="{05E0914E-BDEB-4C28-B9E8-2B8C800CDC77}" presName="background" presStyleLbl="node0" presStyleIdx="1" presStyleCnt="4"/>
      <dgm:spPr/>
    </dgm:pt>
    <dgm:pt modelId="{FB697A16-8297-4A0C-8F2A-0805D270CE37}" type="pres">
      <dgm:prSet presAssocID="{05E0914E-BDEB-4C28-B9E8-2B8C800CDC77}" presName="text" presStyleLbl="fgAcc0" presStyleIdx="1" presStyleCnt="4">
        <dgm:presLayoutVars>
          <dgm:chPref val="3"/>
        </dgm:presLayoutVars>
      </dgm:prSet>
      <dgm:spPr/>
    </dgm:pt>
    <dgm:pt modelId="{98E8122C-27CE-44BB-82EA-B360B7CF9586}" type="pres">
      <dgm:prSet presAssocID="{05E0914E-BDEB-4C28-B9E8-2B8C800CDC77}" presName="hierChild2" presStyleCnt="0"/>
      <dgm:spPr/>
    </dgm:pt>
    <dgm:pt modelId="{16D3403D-6368-4D01-8D9A-3C7DA98A6A05}" type="pres">
      <dgm:prSet presAssocID="{73BC0EFD-BE10-4C61-BD7C-C9F239ACEFD6}" presName="hierRoot1" presStyleCnt="0"/>
      <dgm:spPr/>
    </dgm:pt>
    <dgm:pt modelId="{B3FBF6BC-172C-4779-BC14-9F13AA11AABD}" type="pres">
      <dgm:prSet presAssocID="{73BC0EFD-BE10-4C61-BD7C-C9F239ACEFD6}" presName="composite" presStyleCnt="0"/>
      <dgm:spPr/>
    </dgm:pt>
    <dgm:pt modelId="{0F50FCC9-91BA-4734-A5E9-D2FF59A66C13}" type="pres">
      <dgm:prSet presAssocID="{73BC0EFD-BE10-4C61-BD7C-C9F239ACEFD6}" presName="background" presStyleLbl="node0" presStyleIdx="2" presStyleCnt="4"/>
      <dgm:spPr/>
    </dgm:pt>
    <dgm:pt modelId="{1D8D9FF9-7582-4BF1-81A0-E45437E02FE4}" type="pres">
      <dgm:prSet presAssocID="{73BC0EFD-BE10-4C61-BD7C-C9F239ACEFD6}" presName="text" presStyleLbl="fgAcc0" presStyleIdx="2" presStyleCnt="4">
        <dgm:presLayoutVars>
          <dgm:chPref val="3"/>
        </dgm:presLayoutVars>
      </dgm:prSet>
      <dgm:spPr/>
    </dgm:pt>
    <dgm:pt modelId="{24C26F01-69E7-492C-9920-3C1088AFA76B}" type="pres">
      <dgm:prSet presAssocID="{73BC0EFD-BE10-4C61-BD7C-C9F239ACEFD6}" presName="hierChild2" presStyleCnt="0"/>
      <dgm:spPr/>
    </dgm:pt>
    <dgm:pt modelId="{FE6EC948-3D55-4518-8FF5-9278B1967AD0}" type="pres">
      <dgm:prSet presAssocID="{2993FB76-1669-4923-82AD-086BB25D0268}" presName="hierRoot1" presStyleCnt="0"/>
      <dgm:spPr/>
    </dgm:pt>
    <dgm:pt modelId="{B1361770-50F2-4C5D-B714-01F3ECD451F1}" type="pres">
      <dgm:prSet presAssocID="{2993FB76-1669-4923-82AD-086BB25D0268}" presName="composite" presStyleCnt="0"/>
      <dgm:spPr/>
    </dgm:pt>
    <dgm:pt modelId="{D528FF1D-0021-4173-9C66-9716DB3D7830}" type="pres">
      <dgm:prSet presAssocID="{2993FB76-1669-4923-82AD-086BB25D0268}" presName="background" presStyleLbl="node0" presStyleIdx="3" presStyleCnt="4"/>
      <dgm:spPr/>
    </dgm:pt>
    <dgm:pt modelId="{3A398CCF-AF77-426B-B7B3-4D7495180F8E}" type="pres">
      <dgm:prSet presAssocID="{2993FB76-1669-4923-82AD-086BB25D0268}" presName="text" presStyleLbl="fgAcc0" presStyleIdx="3" presStyleCnt="4">
        <dgm:presLayoutVars>
          <dgm:chPref val="3"/>
        </dgm:presLayoutVars>
      </dgm:prSet>
      <dgm:spPr/>
    </dgm:pt>
    <dgm:pt modelId="{171EF82B-CCC2-4632-84D2-42D2B61311FD}" type="pres">
      <dgm:prSet presAssocID="{2993FB76-1669-4923-82AD-086BB25D0268}" presName="hierChild2" presStyleCnt="0"/>
      <dgm:spPr/>
    </dgm:pt>
  </dgm:ptLst>
  <dgm:cxnLst>
    <dgm:cxn modelId="{CA8E2813-326B-4285-A48E-85E21F8B21AA}" type="presOf" srcId="{05E0914E-BDEB-4C28-B9E8-2B8C800CDC77}" destId="{FB697A16-8297-4A0C-8F2A-0805D270CE37}" srcOrd="0" destOrd="0" presId="urn:microsoft.com/office/officeart/2005/8/layout/hierarchy1"/>
    <dgm:cxn modelId="{B72DC315-9C7E-497F-9E94-711B35DF0490}" srcId="{FEB25626-934D-4EED-BB53-29C3ACCB1546}" destId="{2993FB76-1669-4923-82AD-086BB25D0268}" srcOrd="3" destOrd="0" parTransId="{77A40DEC-DBCE-4CDC-912E-6CC5C620989F}" sibTransId="{788492EB-4673-4C1A-BA99-4B674AC13525}"/>
    <dgm:cxn modelId="{9BDE872D-2E46-4316-B64A-DD79E3224E24}" srcId="{FEB25626-934D-4EED-BB53-29C3ACCB1546}" destId="{73BC0EFD-BE10-4C61-BD7C-C9F239ACEFD6}" srcOrd="2" destOrd="0" parTransId="{691AF35D-25AB-41C5-8388-22ADA0DE0CD3}" sibTransId="{878612FC-AACE-4029-AC8E-A1F94B3408EB}"/>
    <dgm:cxn modelId="{E725BC5D-4236-4235-B997-70428822D7A0}" srcId="{FEB25626-934D-4EED-BB53-29C3ACCB1546}" destId="{05E0914E-BDEB-4C28-B9E8-2B8C800CDC77}" srcOrd="1" destOrd="0" parTransId="{829F7489-9E38-4E72-9E35-A3C2679C8A37}" sibTransId="{05F6E939-A2EE-4311-90A1-753EB65CCAFB}"/>
    <dgm:cxn modelId="{9A682F77-D8D2-409D-81F5-FA3A0CA16E36}" type="presOf" srcId="{1F1B5344-2459-4B43-90D4-D09C0ACC01EE}" destId="{10D81C1F-09E4-4212-8DBB-E43AE4CE6CFD}" srcOrd="0" destOrd="0" presId="urn:microsoft.com/office/officeart/2005/8/layout/hierarchy1"/>
    <dgm:cxn modelId="{F64985AE-EE1F-45DA-BA61-4F037F88C65D}" type="presOf" srcId="{73BC0EFD-BE10-4C61-BD7C-C9F239ACEFD6}" destId="{1D8D9FF9-7582-4BF1-81A0-E45437E02FE4}" srcOrd="0" destOrd="0" presId="urn:microsoft.com/office/officeart/2005/8/layout/hierarchy1"/>
    <dgm:cxn modelId="{D1F18ED8-4255-478B-8212-4DF48294C833}" type="presOf" srcId="{FEB25626-934D-4EED-BB53-29C3ACCB1546}" destId="{B4A9DCA5-17FE-4674-A057-1FB42948AAFB}" srcOrd="0" destOrd="0" presId="urn:microsoft.com/office/officeart/2005/8/layout/hierarchy1"/>
    <dgm:cxn modelId="{350C95D8-9743-4A60-87E3-5CEEA969EDFE}" srcId="{FEB25626-934D-4EED-BB53-29C3ACCB1546}" destId="{1F1B5344-2459-4B43-90D4-D09C0ACC01EE}" srcOrd="0" destOrd="0" parTransId="{0D00280F-225F-4BF2-AD4F-2173C71BFAF9}" sibTransId="{A497B551-8E7B-417A-B719-98D9ED650CE8}"/>
    <dgm:cxn modelId="{C676E1EE-589F-432E-947B-3E33E457616A}" type="presOf" srcId="{2993FB76-1669-4923-82AD-086BB25D0268}" destId="{3A398CCF-AF77-426B-B7B3-4D7495180F8E}" srcOrd="0" destOrd="0" presId="urn:microsoft.com/office/officeart/2005/8/layout/hierarchy1"/>
    <dgm:cxn modelId="{1A58BA8E-2514-4B7E-9C08-6731B25C1038}" type="presParOf" srcId="{B4A9DCA5-17FE-4674-A057-1FB42948AAFB}" destId="{C8F9788A-E9B1-479F-829A-BD60B063C7D3}" srcOrd="0" destOrd="0" presId="urn:microsoft.com/office/officeart/2005/8/layout/hierarchy1"/>
    <dgm:cxn modelId="{22B025F1-A18E-4975-950D-A13313BE8986}" type="presParOf" srcId="{C8F9788A-E9B1-479F-829A-BD60B063C7D3}" destId="{68E5445E-6DFC-4B4A-9599-BB2B4FC64AF9}" srcOrd="0" destOrd="0" presId="urn:microsoft.com/office/officeart/2005/8/layout/hierarchy1"/>
    <dgm:cxn modelId="{04A1DE80-23A9-42A9-8C8D-988F82CFE2DB}" type="presParOf" srcId="{68E5445E-6DFC-4B4A-9599-BB2B4FC64AF9}" destId="{ECC0A4E0-64BA-423A-9D2F-D6CA97EC671A}" srcOrd="0" destOrd="0" presId="urn:microsoft.com/office/officeart/2005/8/layout/hierarchy1"/>
    <dgm:cxn modelId="{957BA4B5-CB5A-42BD-8047-5D3D9F2AA24F}" type="presParOf" srcId="{68E5445E-6DFC-4B4A-9599-BB2B4FC64AF9}" destId="{10D81C1F-09E4-4212-8DBB-E43AE4CE6CFD}" srcOrd="1" destOrd="0" presId="urn:microsoft.com/office/officeart/2005/8/layout/hierarchy1"/>
    <dgm:cxn modelId="{C2CB77EB-5AF4-4CC8-BFE0-E4330BE2ACB6}" type="presParOf" srcId="{C8F9788A-E9B1-479F-829A-BD60B063C7D3}" destId="{ED5A1702-557B-4F6B-B527-BB167E05AE3A}" srcOrd="1" destOrd="0" presId="urn:microsoft.com/office/officeart/2005/8/layout/hierarchy1"/>
    <dgm:cxn modelId="{A4EBA621-6148-4783-B63E-B138303037C4}" type="presParOf" srcId="{B4A9DCA5-17FE-4674-A057-1FB42948AAFB}" destId="{0BF2A671-089C-4155-B120-92983A62DC7E}" srcOrd="1" destOrd="0" presId="urn:microsoft.com/office/officeart/2005/8/layout/hierarchy1"/>
    <dgm:cxn modelId="{1615702D-A93D-4809-B6F2-64F4E5F7046E}" type="presParOf" srcId="{0BF2A671-089C-4155-B120-92983A62DC7E}" destId="{67EF4D69-6871-4284-9039-BB7D82A00848}" srcOrd="0" destOrd="0" presId="urn:microsoft.com/office/officeart/2005/8/layout/hierarchy1"/>
    <dgm:cxn modelId="{FE50021D-7A17-4E8F-BA3D-638E79F15322}" type="presParOf" srcId="{67EF4D69-6871-4284-9039-BB7D82A00848}" destId="{13D82A9D-C14D-46F3-918F-F00EDE745D9E}" srcOrd="0" destOrd="0" presId="urn:microsoft.com/office/officeart/2005/8/layout/hierarchy1"/>
    <dgm:cxn modelId="{94CDBAF0-0414-46B1-8B9B-C54A8F67EFC2}" type="presParOf" srcId="{67EF4D69-6871-4284-9039-BB7D82A00848}" destId="{FB697A16-8297-4A0C-8F2A-0805D270CE37}" srcOrd="1" destOrd="0" presId="urn:microsoft.com/office/officeart/2005/8/layout/hierarchy1"/>
    <dgm:cxn modelId="{8BFCE176-008A-48C1-8AD9-B9FFEA566251}" type="presParOf" srcId="{0BF2A671-089C-4155-B120-92983A62DC7E}" destId="{98E8122C-27CE-44BB-82EA-B360B7CF9586}" srcOrd="1" destOrd="0" presId="urn:microsoft.com/office/officeart/2005/8/layout/hierarchy1"/>
    <dgm:cxn modelId="{08885C26-A0FC-45F7-B482-22084E64D31E}" type="presParOf" srcId="{B4A9DCA5-17FE-4674-A057-1FB42948AAFB}" destId="{16D3403D-6368-4D01-8D9A-3C7DA98A6A05}" srcOrd="2" destOrd="0" presId="urn:microsoft.com/office/officeart/2005/8/layout/hierarchy1"/>
    <dgm:cxn modelId="{AD3F2A85-E6D6-41DF-805C-C65C678EC077}" type="presParOf" srcId="{16D3403D-6368-4D01-8D9A-3C7DA98A6A05}" destId="{B3FBF6BC-172C-4779-BC14-9F13AA11AABD}" srcOrd="0" destOrd="0" presId="urn:microsoft.com/office/officeart/2005/8/layout/hierarchy1"/>
    <dgm:cxn modelId="{6EF7065D-9310-4CA3-A709-FEEDB2FEF40B}" type="presParOf" srcId="{B3FBF6BC-172C-4779-BC14-9F13AA11AABD}" destId="{0F50FCC9-91BA-4734-A5E9-D2FF59A66C13}" srcOrd="0" destOrd="0" presId="urn:microsoft.com/office/officeart/2005/8/layout/hierarchy1"/>
    <dgm:cxn modelId="{F8B5D59E-15C0-4BBC-AC74-3BC3FE5778ED}" type="presParOf" srcId="{B3FBF6BC-172C-4779-BC14-9F13AA11AABD}" destId="{1D8D9FF9-7582-4BF1-81A0-E45437E02FE4}" srcOrd="1" destOrd="0" presId="urn:microsoft.com/office/officeart/2005/8/layout/hierarchy1"/>
    <dgm:cxn modelId="{1C318CAD-0504-43CB-AB97-5C06F2D461FA}" type="presParOf" srcId="{16D3403D-6368-4D01-8D9A-3C7DA98A6A05}" destId="{24C26F01-69E7-492C-9920-3C1088AFA76B}" srcOrd="1" destOrd="0" presId="urn:microsoft.com/office/officeart/2005/8/layout/hierarchy1"/>
    <dgm:cxn modelId="{8D52668B-AD75-4676-8CAA-F1BC10012EBE}" type="presParOf" srcId="{B4A9DCA5-17FE-4674-A057-1FB42948AAFB}" destId="{FE6EC948-3D55-4518-8FF5-9278B1967AD0}" srcOrd="3" destOrd="0" presId="urn:microsoft.com/office/officeart/2005/8/layout/hierarchy1"/>
    <dgm:cxn modelId="{7CAEA4C1-7F43-4A6E-A8C2-7A666AE8E11E}" type="presParOf" srcId="{FE6EC948-3D55-4518-8FF5-9278B1967AD0}" destId="{B1361770-50F2-4C5D-B714-01F3ECD451F1}" srcOrd="0" destOrd="0" presId="urn:microsoft.com/office/officeart/2005/8/layout/hierarchy1"/>
    <dgm:cxn modelId="{8E173A8C-FC68-438C-87F8-4893DDC6080A}" type="presParOf" srcId="{B1361770-50F2-4C5D-B714-01F3ECD451F1}" destId="{D528FF1D-0021-4173-9C66-9716DB3D7830}" srcOrd="0" destOrd="0" presId="urn:microsoft.com/office/officeart/2005/8/layout/hierarchy1"/>
    <dgm:cxn modelId="{C89E0620-4AA1-463E-99DA-305BF7E6AD69}" type="presParOf" srcId="{B1361770-50F2-4C5D-B714-01F3ECD451F1}" destId="{3A398CCF-AF77-426B-B7B3-4D7495180F8E}" srcOrd="1" destOrd="0" presId="urn:microsoft.com/office/officeart/2005/8/layout/hierarchy1"/>
    <dgm:cxn modelId="{E693D585-36BC-48AE-9C1B-A19ACB2E1FD0}" type="presParOf" srcId="{FE6EC948-3D55-4518-8FF5-9278B1967AD0}" destId="{171EF82B-CCC2-4632-84D2-42D2B61311F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EE6738D-8598-41F8-8FB2-E554DC7F9B33}"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s-CO"/>
        </a:p>
      </dgm:t>
    </dgm:pt>
    <dgm:pt modelId="{49C9020B-9BE1-4031-9532-3AD349E251FC}">
      <dgm:prSet phldrT="[Texto]"/>
      <dgm:spPr/>
      <dgm:t>
        <a:bodyPr/>
        <a:lstStyle/>
        <a:p>
          <a:pPr>
            <a:lnSpc>
              <a:spcPct val="100000"/>
            </a:lnSpc>
            <a:defRPr cap="all"/>
          </a:pPr>
          <a:r>
            <a:rPr lang="es-CO"/>
            <a:t>Identificar personas y áreas que estén trabajando en el tema</a:t>
          </a:r>
        </a:p>
      </dgm:t>
    </dgm:pt>
    <dgm:pt modelId="{E8B4D855-0588-4649-80E4-A12E8FC237DC}" type="parTrans" cxnId="{F7E5CBC0-68B7-48F1-B3E7-A73E91E06969}">
      <dgm:prSet/>
      <dgm:spPr/>
      <dgm:t>
        <a:bodyPr/>
        <a:lstStyle/>
        <a:p>
          <a:endParaRPr lang="es-CO"/>
        </a:p>
      </dgm:t>
    </dgm:pt>
    <dgm:pt modelId="{04BBF7FD-6956-4127-B22C-8E45772FD50D}" type="sibTrans" cxnId="{F7E5CBC0-68B7-48F1-B3E7-A73E91E06969}">
      <dgm:prSet/>
      <dgm:spPr/>
      <dgm:t>
        <a:bodyPr/>
        <a:lstStyle/>
        <a:p>
          <a:endParaRPr lang="es-CO"/>
        </a:p>
      </dgm:t>
    </dgm:pt>
    <dgm:pt modelId="{60DB60CC-1CAF-4C33-BE7D-BCEF94F7F38D}">
      <dgm:prSet phldrT="[Texto]"/>
      <dgm:spPr/>
      <dgm:t>
        <a:bodyPr/>
        <a:lstStyle/>
        <a:p>
          <a:pPr>
            <a:lnSpc>
              <a:spcPct val="100000"/>
            </a:lnSpc>
            <a:defRPr cap="all"/>
          </a:pPr>
          <a:r>
            <a:rPr lang="es-CO"/>
            <a:t>El comité debe estar conformado por áreas del negocio y tecnología</a:t>
          </a:r>
        </a:p>
      </dgm:t>
    </dgm:pt>
    <dgm:pt modelId="{FA4EE010-C659-4D81-9B73-D1DE73A16452}" type="parTrans" cxnId="{4F67370D-8159-4722-8922-3187A15004B3}">
      <dgm:prSet/>
      <dgm:spPr/>
      <dgm:t>
        <a:bodyPr/>
        <a:lstStyle/>
        <a:p>
          <a:endParaRPr lang="es-CO"/>
        </a:p>
      </dgm:t>
    </dgm:pt>
    <dgm:pt modelId="{25AA46A9-AA1F-4C82-99B3-894634E9777F}" type="sibTrans" cxnId="{4F67370D-8159-4722-8922-3187A15004B3}">
      <dgm:prSet/>
      <dgm:spPr/>
      <dgm:t>
        <a:bodyPr/>
        <a:lstStyle/>
        <a:p>
          <a:endParaRPr lang="es-CO"/>
        </a:p>
      </dgm:t>
    </dgm:pt>
    <dgm:pt modelId="{38B1273B-CB5F-4B91-ADE4-F6F0926A5E1E}">
      <dgm:prSet phldrT="[Texto]"/>
      <dgm:spPr/>
      <dgm:t>
        <a:bodyPr/>
        <a:lstStyle/>
        <a:p>
          <a:pPr>
            <a:lnSpc>
              <a:spcPct val="100000"/>
            </a:lnSpc>
            <a:defRPr cap="all"/>
          </a:pPr>
          <a:r>
            <a:rPr lang="es-CO" dirty="0"/>
            <a:t>Debe incluir administradores y generadores de datos</a:t>
          </a:r>
        </a:p>
      </dgm:t>
    </dgm:pt>
    <dgm:pt modelId="{852E057A-25FA-4625-B426-C159C63F46B5}" type="parTrans" cxnId="{7AF922E2-DE26-4591-90AB-7E7BCB4364F7}">
      <dgm:prSet/>
      <dgm:spPr/>
      <dgm:t>
        <a:bodyPr/>
        <a:lstStyle/>
        <a:p>
          <a:endParaRPr lang="es-CO"/>
        </a:p>
      </dgm:t>
    </dgm:pt>
    <dgm:pt modelId="{EF829F25-28D8-4A36-A7A2-0F8F74A98B1A}" type="sibTrans" cxnId="{7AF922E2-DE26-4591-90AB-7E7BCB4364F7}">
      <dgm:prSet/>
      <dgm:spPr/>
      <dgm:t>
        <a:bodyPr/>
        <a:lstStyle/>
        <a:p>
          <a:endParaRPr lang="es-CO"/>
        </a:p>
      </dgm:t>
    </dgm:pt>
    <dgm:pt modelId="{F29EE18F-E031-4C32-ABF0-2119A59A00B2}" type="pres">
      <dgm:prSet presAssocID="{FEE6738D-8598-41F8-8FB2-E554DC7F9B33}" presName="root" presStyleCnt="0">
        <dgm:presLayoutVars>
          <dgm:dir/>
          <dgm:resizeHandles val="exact"/>
        </dgm:presLayoutVars>
      </dgm:prSet>
      <dgm:spPr/>
    </dgm:pt>
    <dgm:pt modelId="{05DF014A-9A78-4866-B2FE-E02D73872718}" type="pres">
      <dgm:prSet presAssocID="{49C9020B-9BE1-4031-9532-3AD349E251FC}" presName="compNode" presStyleCnt="0"/>
      <dgm:spPr/>
    </dgm:pt>
    <dgm:pt modelId="{65A6D8F7-FDE3-4FFE-807F-2AA4B1B5FAE7}" type="pres">
      <dgm:prSet presAssocID="{49C9020B-9BE1-4031-9532-3AD349E251FC}" presName="iconBgRect" presStyleLbl="bgShp" presStyleIdx="0" presStyleCnt="3"/>
      <dgm:spPr/>
    </dgm:pt>
    <dgm:pt modelId="{8364CD5A-0A21-4BCE-BA11-3D6B29D269C4}" type="pres">
      <dgm:prSet presAssocID="{49C9020B-9BE1-4031-9532-3AD349E251F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1A7FF4B2-59B4-4A90-831C-01E2D1F84F17}" type="pres">
      <dgm:prSet presAssocID="{49C9020B-9BE1-4031-9532-3AD349E251FC}" presName="spaceRect" presStyleCnt="0"/>
      <dgm:spPr/>
    </dgm:pt>
    <dgm:pt modelId="{2C3839AE-7014-4D6D-A2FC-767A5357DD1A}" type="pres">
      <dgm:prSet presAssocID="{49C9020B-9BE1-4031-9532-3AD349E251FC}" presName="textRect" presStyleLbl="revTx" presStyleIdx="0" presStyleCnt="3">
        <dgm:presLayoutVars>
          <dgm:chMax val="1"/>
          <dgm:chPref val="1"/>
        </dgm:presLayoutVars>
      </dgm:prSet>
      <dgm:spPr/>
    </dgm:pt>
    <dgm:pt modelId="{8C0EEDA2-8F35-42AD-8A0E-A65E244C4ACF}" type="pres">
      <dgm:prSet presAssocID="{04BBF7FD-6956-4127-B22C-8E45772FD50D}" presName="sibTrans" presStyleCnt="0"/>
      <dgm:spPr/>
    </dgm:pt>
    <dgm:pt modelId="{075D4591-FF41-4B41-9DE4-3A6BCAFA8754}" type="pres">
      <dgm:prSet presAssocID="{60DB60CC-1CAF-4C33-BE7D-BCEF94F7F38D}" presName="compNode" presStyleCnt="0"/>
      <dgm:spPr/>
    </dgm:pt>
    <dgm:pt modelId="{B051B211-7D5E-4DEF-B647-D9A011D87A59}" type="pres">
      <dgm:prSet presAssocID="{60DB60CC-1CAF-4C33-BE7D-BCEF94F7F38D}" presName="iconBgRect" presStyleLbl="bgShp" presStyleIdx="1" presStyleCnt="3"/>
      <dgm:spPr/>
    </dgm:pt>
    <dgm:pt modelId="{6062DA76-665B-4135-A78A-D7D75B2B53BA}" type="pres">
      <dgm:prSet presAssocID="{60DB60CC-1CAF-4C33-BE7D-BCEF94F7F38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rdenador"/>
        </a:ext>
      </dgm:extLst>
    </dgm:pt>
    <dgm:pt modelId="{2B763B19-6E2C-4221-9024-BB4F473AC927}" type="pres">
      <dgm:prSet presAssocID="{60DB60CC-1CAF-4C33-BE7D-BCEF94F7F38D}" presName="spaceRect" presStyleCnt="0"/>
      <dgm:spPr/>
    </dgm:pt>
    <dgm:pt modelId="{38BD401A-9AE1-4700-8E1C-229236560EB9}" type="pres">
      <dgm:prSet presAssocID="{60DB60CC-1CAF-4C33-BE7D-BCEF94F7F38D}" presName="textRect" presStyleLbl="revTx" presStyleIdx="1" presStyleCnt="3">
        <dgm:presLayoutVars>
          <dgm:chMax val="1"/>
          <dgm:chPref val="1"/>
        </dgm:presLayoutVars>
      </dgm:prSet>
      <dgm:spPr/>
    </dgm:pt>
    <dgm:pt modelId="{F1118EE9-36AB-4BB1-84FA-A7CC11AF149E}" type="pres">
      <dgm:prSet presAssocID="{25AA46A9-AA1F-4C82-99B3-894634E9777F}" presName="sibTrans" presStyleCnt="0"/>
      <dgm:spPr/>
    </dgm:pt>
    <dgm:pt modelId="{1DDC747B-9EE5-49DC-B7A9-81B195534346}" type="pres">
      <dgm:prSet presAssocID="{38B1273B-CB5F-4B91-ADE4-F6F0926A5E1E}" presName="compNode" presStyleCnt="0"/>
      <dgm:spPr/>
    </dgm:pt>
    <dgm:pt modelId="{98C5B462-1942-4984-9F76-6B175CF6EDDB}" type="pres">
      <dgm:prSet presAssocID="{38B1273B-CB5F-4B91-ADE4-F6F0926A5E1E}" presName="iconBgRect" presStyleLbl="bgShp" presStyleIdx="2" presStyleCnt="3"/>
      <dgm:spPr/>
    </dgm:pt>
    <dgm:pt modelId="{2BB6297B-0D29-4B88-BE9C-83E939CC272B}" type="pres">
      <dgm:prSet presAssocID="{38B1273B-CB5F-4B91-ADE4-F6F0926A5E1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uarios"/>
        </a:ext>
      </dgm:extLst>
    </dgm:pt>
    <dgm:pt modelId="{F7E7154E-025E-4F4F-B5BC-57880C640293}" type="pres">
      <dgm:prSet presAssocID="{38B1273B-CB5F-4B91-ADE4-F6F0926A5E1E}" presName="spaceRect" presStyleCnt="0"/>
      <dgm:spPr/>
    </dgm:pt>
    <dgm:pt modelId="{CBEC9BA4-67B7-4E68-83A3-0C16B7DDD8F0}" type="pres">
      <dgm:prSet presAssocID="{38B1273B-CB5F-4B91-ADE4-F6F0926A5E1E}" presName="textRect" presStyleLbl="revTx" presStyleIdx="2" presStyleCnt="3">
        <dgm:presLayoutVars>
          <dgm:chMax val="1"/>
          <dgm:chPref val="1"/>
        </dgm:presLayoutVars>
      </dgm:prSet>
      <dgm:spPr/>
    </dgm:pt>
  </dgm:ptLst>
  <dgm:cxnLst>
    <dgm:cxn modelId="{27897607-E23D-491E-89FF-493E2FE0ECF0}" type="presOf" srcId="{FEE6738D-8598-41F8-8FB2-E554DC7F9B33}" destId="{F29EE18F-E031-4C32-ABF0-2119A59A00B2}" srcOrd="0" destOrd="0" presId="urn:microsoft.com/office/officeart/2018/5/layout/IconCircleLabelList"/>
    <dgm:cxn modelId="{4F67370D-8159-4722-8922-3187A15004B3}" srcId="{FEE6738D-8598-41F8-8FB2-E554DC7F9B33}" destId="{60DB60CC-1CAF-4C33-BE7D-BCEF94F7F38D}" srcOrd="1" destOrd="0" parTransId="{FA4EE010-C659-4D81-9B73-D1DE73A16452}" sibTransId="{25AA46A9-AA1F-4C82-99B3-894634E9777F}"/>
    <dgm:cxn modelId="{B8D8101D-D05D-41F9-B3FE-F54D2F7D49BB}" type="presOf" srcId="{49C9020B-9BE1-4031-9532-3AD349E251FC}" destId="{2C3839AE-7014-4D6D-A2FC-767A5357DD1A}" srcOrd="0" destOrd="0" presId="urn:microsoft.com/office/officeart/2018/5/layout/IconCircleLabelList"/>
    <dgm:cxn modelId="{7D47D195-3D76-4F3A-A90E-784615FF4372}" type="presOf" srcId="{60DB60CC-1CAF-4C33-BE7D-BCEF94F7F38D}" destId="{38BD401A-9AE1-4700-8E1C-229236560EB9}" srcOrd="0" destOrd="0" presId="urn:microsoft.com/office/officeart/2018/5/layout/IconCircleLabelList"/>
    <dgm:cxn modelId="{F7E5CBC0-68B7-48F1-B3E7-A73E91E06969}" srcId="{FEE6738D-8598-41F8-8FB2-E554DC7F9B33}" destId="{49C9020B-9BE1-4031-9532-3AD349E251FC}" srcOrd="0" destOrd="0" parTransId="{E8B4D855-0588-4649-80E4-A12E8FC237DC}" sibTransId="{04BBF7FD-6956-4127-B22C-8E45772FD50D}"/>
    <dgm:cxn modelId="{D77663E0-988B-4016-824D-6D20AE4E7915}" type="presOf" srcId="{38B1273B-CB5F-4B91-ADE4-F6F0926A5E1E}" destId="{CBEC9BA4-67B7-4E68-83A3-0C16B7DDD8F0}" srcOrd="0" destOrd="0" presId="urn:microsoft.com/office/officeart/2018/5/layout/IconCircleLabelList"/>
    <dgm:cxn modelId="{7AF922E2-DE26-4591-90AB-7E7BCB4364F7}" srcId="{FEE6738D-8598-41F8-8FB2-E554DC7F9B33}" destId="{38B1273B-CB5F-4B91-ADE4-F6F0926A5E1E}" srcOrd="2" destOrd="0" parTransId="{852E057A-25FA-4625-B426-C159C63F46B5}" sibTransId="{EF829F25-28D8-4A36-A7A2-0F8F74A98B1A}"/>
    <dgm:cxn modelId="{B84645E9-12ED-4AEA-80C6-AA6B212245EF}" type="presParOf" srcId="{F29EE18F-E031-4C32-ABF0-2119A59A00B2}" destId="{05DF014A-9A78-4866-B2FE-E02D73872718}" srcOrd="0" destOrd="0" presId="urn:microsoft.com/office/officeart/2018/5/layout/IconCircleLabelList"/>
    <dgm:cxn modelId="{67D3B51B-D1C5-4994-A8B0-C457B3A50CAA}" type="presParOf" srcId="{05DF014A-9A78-4866-B2FE-E02D73872718}" destId="{65A6D8F7-FDE3-4FFE-807F-2AA4B1B5FAE7}" srcOrd="0" destOrd="0" presId="urn:microsoft.com/office/officeart/2018/5/layout/IconCircleLabelList"/>
    <dgm:cxn modelId="{82E07E59-249D-4965-828C-01E3738648AB}" type="presParOf" srcId="{05DF014A-9A78-4866-B2FE-E02D73872718}" destId="{8364CD5A-0A21-4BCE-BA11-3D6B29D269C4}" srcOrd="1" destOrd="0" presId="urn:microsoft.com/office/officeart/2018/5/layout/IconCircleLabelList"/>
    <dgm:cxn modelId="{3E32D24A-0D4F-452E-840D-462D3364347D}" type="presParOf" srcId="{05DF014A-9A78-4866-B2FE-E02D73872718}" destId="{1A7FF4B2-59B4-4A90-831C-01E2D1F84F17}" srcOrd="2" destOrd="0" presId="urn:microsoft.com/office/officeart/2018/5/layout/IconCircleLabelList"/>
    <dgm:cxn modelId="{026CC413-1679-4741-9184-0342CCCF771C}" type="presParOf" srcId="{05DF014A-9A78-4866-B2FE-E02D73872718}" destId="{2C3839AE-7014-4D6D-A2FC-767A5357DD1A}" srcOrd="3" destOrd="0" presId="urn:microsoft.com/office/officeart/2018/5/layout/IconCircleLabelList"/>
    <dgm:cxn modelId="{8042D1F6-07A4-4A01-B412-1B54B0E79941}" type="presParOf" srcId="{F29EE18F-E031-4C32-ABF0-2119A59A00B2}" destId="{8C0EEDA2-8F35-42AD-8A0E-A65E244C4ACF}" srcOrd="1" destOrd="0" presId="urn:microsoft.com/office/officeart/2018/5/layout/IconCircleLabelList"/>
    <dgm:cxn modelId="{70D7C849-46C5-4E5E-AC0D-C2BDCD57727B}" type="presParOf" srcId="{F29EE18F-E031-4C32-ABF0-2119A59A00B2}" destId="{075D4591-FF41-4B41-9DE4-3A6BCAFA8754}" srcOrd="2" destOrd="0" presId="urn:microsoft.com/office/officeart/2018/5/layout/IconCircleLabelList"/>
    <dgm:cxn modelId="{45786208-20BD-43A6-864F-78DE09F3667C}" type="presParOf" srcId="{075D4591-FF41-4B41-9DE4-3A6BCAFA8754}" destId="{B051B211-7D5E-4DEF-B647-D9A011D87A59}" srcOrd="0" destOrd="0" presId="urn:microsoft.com/office/officeart/2018/5/layout/IconCircleLabelList"/>
    <dgm:cxn modelId="{4881F0A9-CC71-4602-A2E9-573571371F19}" type="presParOf" srcId="{075D4591-FF41-4B41-9DE4-3A6BCAFA8754}" destId="{6062DA76-665B-4135-A78A-D7D75B2B53BA}" srcOrd="1" destOrd="0" presId="urn:microsoft.com/office/officeart/2018/5/layout/IconCircleLabelList"/>
    <dgm:cxn modelId="{D3F210B7-782F-45D3-9E79-E2519751C034}" type="presParOf" srcId="{075D4591-FF41-4B41-9DE4-3A6BCAFA8754}" destId="{2B763B19-6E2C-4221-9024-BB4F473AC927}" srcOrd="2" destOrd="0" presId="urn:microsoft.com/office/officeart/2018/5/layout/IconCircleLabelList"/>
    <dgm:cxn modelId="{C22C7678-1B24-4A64-B5DE-7900C57C9082}" type="presParOf" srcId="{075D4591-FF41-4B41-9DE4-3A6BCAFA8754}" destId="{38BD401A-9AE1-4700-8E1C-229236560EB9}" srcOrd="3" destOrd="0" presId="urn:microsoft.com/office/officeart/2018/5/layout/IconCircleLabelList"/>
    <dgm:cxn modelId="{4A46BADF-EA1F-473B-924F-EA89E7EE2932}" type="presParOf" srcId="{F29EE18F-E031-4C32-ABF0-2119A59A00B2}" destId="{F1118EE9-36AB-4BB1-84FA-A7CC11AF149E}" srcOrd="3" destOrd="0" presId="urn:microsoft.com/office/officeart/2018/5/layout/IconCircleLabelList"/>
    <dgm:cxn modelId="{13C2B021-C849-4535-869B-2583520367A9}" type="presParOf" srcId="{F29EE18F-E031-4C32-ABF0-2119A59A00B2}" destId="{1DDC747B-9EE5-49DC-B7A9-81B195534346}" srcOrd="4" destOrd="0" presId="urn:microsoft.com/office/officeart/2018/5/layout/IconCircleLabelList"/>
    <dgm:cxn modelId="{86820F08-9B78-499B-A323-CACDB35EC28C}" type="presParOf" srcId="{1DDC747B-9EE5-49DC-B7A9-81B195534346}" destId="{98C5B462-1942-4984-9F76-6B175CF6EDDB}" srcOrd="0" destOrd="0" presId="urn:microsoft.com/office/officeart/2018/5/layout/IconCircleLabelList"/>
    <dgm:cxn modelId="{B91334E5-B75A-47AD-BAE4-425D4B6048B5}" type="presParOf" srcId="{1DDC747B-9EE5-49DC-B7A9-81B195534346}" destId="{2BB6297B-0D29-4B88-BE9C-83E939CC272B}" srcOrd="1" destOrd="0" presId="urn:microsoft.com/office/officeart/2018/5/layout/IconCircleLabelList"/>
    <dgm:cxn modelId="{76B2DA02-0677-4199-89B5-4FBA06BB84F5}" type="presParOf" srcId="{1DDC747B-9EE5-49DC-B7A9-81B195534346}" destId="{F7E7154E-025E-4F4F-B5BC-57880C640293}" srcOrd="2" destOrd="0" presId="urn:microsoft.com/office/officeart/2018/5/layout/IconCircleLabelList"/>
    <dgm:cxn modelId="{9DF834E7-9763-4C71-B493-D3E70D1358DC}" type="presParOf" srcId="{1DDC747B-9EE5-49DC-B7A9-81B195534346}" destId="{CBEC9BA4-67B7-4E68-83A3-0C16B7DDD8F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D82F4FA-71C4-43C4-B9F2-8C2447132AD3}" type="doc">
      <dgm:prSet loTypeId="urn:microsoft.com/office/officeart/2005/8/layout/hierarchy1" loCatId="hierarchy" qsTypeId="urn:microsoft.com/office/officeart/2005/8/quickstyle/simple5" qsCatId="simple" csTypeId="urn:microsoft.com/office/officeart/2005/8/colors/accent1_2" csCatId="accent1" phldr="1"/>
      <dgm:spPr/>
      <dgm:t>
        <a:bodyPr/>
        <a:lstStyle/>
        <a:p>
          <a:endParaRPr lang="es-CO"/>
        </a:p>
      </dgm:t>
    </dgm:pt>
    <dgm:pt modelId="{AC243BDE-34B0-4118-8500-7BD0685F2B1C}">
      <dgm:prSet phldrT="[Texto]"/>
      <dgm:spPr/>
      <dgm:t>
        <a:bodyPr/>
        <a:lstStyle/>
        <a:p>
          <a:r>
            <a:rPr lang="es-CO" dirty="0"/>
            <a:t>Definir las métricas del modelo de DG</a:t>
          </a:r>
        </a:p>
      </dgm:t>
    </dgm:pt>
    <dgm:pt modelId="{05DFCB97-0146-46F2-BA1A-C74872725D5F}" type="parTrans" cxnId="{FF58BD8A-4442-4A53-A198-0AFCB948BE61}">
      <dgm:prSet/>
      <dgm:spPr/>
      <dgm:t>
        <a:bodyPr/>
        <a:lstStyle/>
        <a:p>
          <a:endParaRPr lang="es-CO"/>
        </a:p>
      </dgm:t>
    </dgm:pt>
    <dgm:pt modelId="{8F979001-5A73-4BD8-8D52-D1B994BF4A92}" type="sibTrans" cxnId="{FF58BD8A-4442-4A53-A198-0AFCB948BE61}">
      <dgm:prSet/>
      <dgm:spPr/>
      <dgm:t>
        <a:bodyPr/>
        <a:lstStyle/>
        <a:p>
          <a:endParaRPr lang="es-CO"/>
        </a:p>
      </dgm:t>
    </dgm:pt>
    <dgm:pt modelId="{5096D46F-6928-4A8D-B8BA-BAB888142471}">
      <dgm:prSet phldrT="[Texto]"/>
      <dgm:spPr/>
      <dgm:t>
        <a:bodyPr/>
        <a:lstStyle/>
        <a:p>
          <a:r>
            <a:rPr lang="es-CO" dirty="0"/>
            <a:t>Hacer seguimiento a la conversión de activos no gobernados a gobernados</a:t>
          </a:r>
        </a:p>
      </dgm:t>
    </dgm:pt>
    <dgm:pt modelId="{A758C3F4-CE33-4934-8D51-351DEC7310AB}" type="parTrans" cxnId="{72FCCD2F-2C44-43E5-9A8B-514C873EDB21}">
      <dgm:prSet/>
      <dgm:spPr/>
      <dgm:t>
        <a:bodyPr/>
        <a:lstStyle/>
        <a:p>
          <a:endParaRPr lang="es-CO"/>
        </a:p>
      </dgm:t>
    </dgm:pt>
    <dgm:pt modelId="{B44C0CF5-A3FF-4475-8705-964343D030FC}" type="sibTrans" cxnId="{72FCCD2F-2C44-43E5-9A8B-514C873EDB21}">
      <dgm:prSet/>
      <dgm:spPr/>
      <dgm:t>
        <a:bodyPr/>
        <a:lstStyle/>
        <a:p>
          <a:endParaRPr lang="es-CO"/>
        </a:p>
      </dgm:t>
    </dgm:pt>
    <dgm:pt modelId="{30727A21-484E-48D7-B5B8-99B9B346E88B}">
      <dgm:prSet phldrT="[Texto]"/>
      <dgm:spPr/>
      <dgm:t>
        <a:bodyPr/>
        <a:lstStyle/>
        <a:p>
          <a:r>
            <a:rPr lang="es-CO" dirty="0"/>
            <a:t>Los componentes en desarrollo se deben adaptar al modelo de gobierno</a:t>
          </a:r>
        </a:p>
      </dgm:t>
    </dgm:pt>
    <dgm:pt modelId="{80FC4806-713E-4173-A7CB-9180DC2DA955}" type="parTrans" cxnId="{035B5E87-44A8-4960-A04A-6F9F25091780}">
      <dgm:prSet/>
      <dgm:spPr/>
      <dgm:t>
        <a:bodyPr/>
        <a:lstStyle/>
        <a:p>
          <a:endParaRPr lang="es-CO"/>
        </a:p>
      </dgm:t>
    </dgm:pt>
    <dgm:pt modelId="{2636E8DA-5121-4EE8-BA77-68C182533D99}" type="sibTrans" cxnId="{035B5E87-44A8-4960-A04A-6F9F25091780}">
      <dgm:prSet/>
      <dgm:spPr/>
      <dgm:t>
        <a:bodyPr/>
        <a:lstStyle/>
        <a:p>
          <a:endParaRPr lang="es-CO"/>
        </a:p>
      </dgm:t>
    </dgm:pt>
    <dgm:pt modelId="{FEE247EA-C732-4F64-9555-5FC56BA181D9}">
      <dgm:prSet phldrT="[Texto]"/>
      <dgm:spPr/>
      <dgm:t>
        <a:bodyPr/>
        <a:lstStyle/>
        <a:p>
          <a:r>
            <a:rPr lang="es-CO" dirty="0"/>
            <a:t>Buscar la adopción del modelo por parte de los usuarios</a:t>
          </a:r>
        </a:p>
      </dgm:t>
    </dgm:pt>
    <dgm:pt modelId="{96A1C092-9513-4769-8654-9300D78C213D}" type="parTrans" cxnId="{C506AFF9-EE8D-497E-83EA-71435663D1E7}">
      <dgm:prSet/>
      <dgm:spPr/>
      <dgm:t>
        <a:bodyPr/>
        <a:lstStyle/>
        <a:p>
          <a:endParaRPr lang="es-CO"/>
        </a:p>
      </dgm:t>
    </dgm:pt>
    <dgm:pt modelId="{74231DFB-F0E6-437E-AAA0-EA61884A9D5E}" type="sibTrans" cxnId="{C506AFF9-EE8D-497E-83EA-71435663D1E7}">
      <dgm:prSet/>
      <dgm:spPr/>
      <dgm:t>
        <a:bodyPr/>
        <a:lstStyle/>
        <a:p>
          <a:endParaRPr lang="es-CO"/>
        </a:p>
      </dgm:t>
    </dgm:pt>
    <dgm:pt modelId="{76FF3D2F-93FB-477D-899C-B864F7C8E5F8}" type="pres">
      <dgm:prSet presAssocID="{DD82F4FA-71C4-43C4-B9F2-8C2447132AD3}" presName="hierChild1" presStyleCnt="0">
        <dgm:presLayoutVars>
          <dgm:chPref val="1"/>
          <dgm:dir/>
          <dgm:animOne val="branch"/>
          <dgm:animLvl val="lvl"/>
          <dgm:resizeHandles/>
        </dgm:presLayoutVars>
      </dgm:prSet>
      <dgm:spPr/>
    </dgm:pt>
    <dgm:pt modelId="{FC8438AC-5126-4B04-B860-918295491EB5}" type="pres">
      <dgm:prSet presAssocID="{AC243BDE-34B0-4118-8500-7BD0685F2B1C}" presName="hierRoot1" presStyleCnt="0"/>
      <dgm:spPr/>
    </dgm:pt>
    <dgm:pt modelId="{433E7EDC-027F-4762-AFD0-5F29239CC4BA}" type="pres">
      <dgm:prSet presAssocID="{AC243BDE-34B0-4118-8500-7BD0685F2B1C}" presName="composite" presStyleCnt="0"/>
      <dgm:spPr/>
    </dgm:pt>
    <dgm:pt modelId="{5416152E-F988-4D08-BFF5-9C5276B525AA}" type="pres">
      <dgm:prSet presAssocID="{AC243BDE-34B0-4118-8500-7BD0685F2B1C}" presName="background" presStyleLbl="node0" presStyleIdx="0" presStyleCnt="4"/>
      <dgm:spPr/>
    </dgm:pt>
    <dgm:pt modelId="{593BE657-CF12-4D82-9732-4240F7BF2AD9}" type="pres">
      <dgm:prSet presAssocID="{AC243BDE-34B0-4118-8500-7BD0685F2B1C}" presName="text" presStyleLbl="fgAcc0" presStyleIdx="0" presStyleCnt="4">
        <dgm:presLayoutVars>
          <dgm:chPref val="3"/>
        </dgm:presLayoutVars>
      </dgm:prSet>
      <dgm:spPr/>
    </dgm:pt>
    <dgm:pt modelId="{6BDF75D6-4693-4921-A4E4-5837783543D6}" type="pres">
      <dgm:prSet presAssocID="{AC243BDE-34B0-4118-8500-7BD0685F2B1C}" presName="hierChild2" presStyleCnt="0"/>
      <dgm:spPr/>
    </dgm:pt>
    <dgm:pt modelId="{35175181-1C1C-4F12-AB30-0C35205114D5}" type="pres">
      <dgm:prSet presAssocID="{5096D46F-6928-4A8D-B8BA-BAB888142471}" presName="hierRoot1" presStyleCnt="0"/>
      <dgm:spPr/>
    </dgm:pt>
    <dgm:pt modelId="{3B160573-DA29-4382-A027-17DD623C15D3}" type="pres">
      <dgm:prSet presAssocID="{5096D46F-6928-4A8D-B8BA-BAB888142471}" presName="composite" presStyleCnt="0"/>
      <dgm:spPr/>
    </dgm:pt>
    <dgm:pt modelId="{D7259C89-A511-483C-B5A8-8A419E7449D1}" type="pres">
      <dgm:prSet presAssocID="{5096D46F-6928-4A8D-B8BA-BAB888142471}" presName="background" presStyleLbl="node0" presStyleIdx="1" presStyleCnt="4"/>
      <dgm:spPr/>
    </dgm:pt>
    <dgm:pt modelId="{AC799AEB-D48E-4930-AD96-D28D263B8DEF}" type="pres">
      <dgm:prSet presAssocID="{5096D46F-6928-4A8D-B8BA-BAB888142471}" presName="text" presStyleLbl="fgAcc0" presStyleIdx="1" presStyleCnt="4">
        <dgm:presLayoutVars>
          <dgm:chPref val="3"/>
        </dgm:presLayoutVars>
      </dgm:prSet>
      <dgm:spPr/>
    </dgm:pt>
    <dgm:pt modelId="{7F591A16-B7E3-4E17-AC74-48D261622D14}" type="pres">
      <dgm:prSet presAssocID="{5096D46F-6928-4A8D-B8BA-BAB888142471}" presName="hierChild2" presStyleCnt="0"/>
      <dgm:spPr/>
    </dgm:pt>
    <dgm:pt modelId="{CA086C07-1486-45B9-87EC-AFF3288E1D91}" type="pres">
      <dgm:prSet presAssocID="{30727A21-484E-48D7-B5B8-99B9B346E88B}" presName="hierRoot1" presStyleCnt="0"/>
      <dgm:spPr/>
    </dgm:pt>
    <dgm:pt modelId="{82882340-790D-45C7-9FC6-9996C06F26F5}" type="pres">
      <dgm:prSet presAssocID="{30727A21-484E-48D7-B5B8-99B9B346E88B}" presName="composite" presStyleCnt="0"/>
      <dgm:spPr/>
    </dgm:pt>
    <dgm:pt modelId="{2F933CD8-818F-440F-AC99-2EBC19CBC583}" type="pres">
      <dgm:prSet presAssocID="{30727A21-484E-48D7-B5B8-99B9B346E88B}" presName="background" presStyleLbl="node0" presStyleIdx="2" presStyleCnt="4"/>
      <dgm:spPr/>
    </dgm:pt>
    <dgm:pt modelId="{86B346A2-847A-4887-9A79-74BFE6F3DC0A}" type="pres">
      <dgm:prSet presAssocID="{30727A21-484E-48D7-B5B8-99B9B346E88B}" presName="text" presStyleLbl="fgAcc0" presStyleIdx="2" presStyleCnt="4">
        <dgm:presLayoutVars>
          <dgm:chPref val="3"/>
        </dgm:presLayoutVars>
      </dgm:prSet>
      <dgm:spPr/>
    </dgm:pt>
    <dgm:pt modelId="{9D734577-A208-4FD6-98EE-14484B81625C}" type="pres">
      <dgm:prSet presAssocID="{30727A21-484E-48D7-B5B8-99B9B346E88B}" presName="hierChild2" presStyleCnt="0"/>
      <dgm:spPr/>
    </dgm:pt>
    <dgm:pt modelId="{58941CF3-B1F7-48DF-83F8-99F82D4DF371}" type="pres">
      <dgm:prSet presAssocID="{FEE247EA-C732-4F64-9555-5FC56BA181D9}" presName="hierRoot1" presStyleCnt="0"/>
      <dgm:spPr/>
    </dgm:pt>
    <dgm:pt modelId="{772B6D80-55B0-4D8E-8A9D-3CEB0DF6511C}" type="pres">
      <dgm:prSet presAssocID="{FEE247EA-C732-4F64-9555-5FC56BA181D9}" presName="composite" presStyleCnt="0"/>
      <dgm:spPr/>
    </dgm:pt>
    <dgm:pt modelId="{FDA0EC19-FEF4-43E3-862A-79588CC18B88}" type="pres">
      <dgm:prSet presAssocID="{FEE247EA-C732-4F64-9555-5FC56BA181D9}" presName="background" presStyleLbl="node0" presStyleIdx="3" presStyleCnt="4"/>
      <dgm:spPr/>
    </dgm:pt>
    <dgm:pt modelId="{3C568598-E01B-45A4-B315-23AD3D95AC77}" type="pres">
      <dgm:prSet presAssocID="{FEE247EA-C732-4F64-9555-5FC56BA181D9}" presName="text" presStyleLbl="fgAcc0" presStyleIdx="3" presStyleCnt="4">
        <dgm:presLayoutVars>
          <dgm:chPref val="3"/>
        </dgm:presLayoutVars>
      </dgm:prSet>
      <dgm:spPr/>
    </dgm:pt>
    <dgm:pt modelId="{A27AD8C0-430C-4404-8352-FCF035A388CB}" type="pres">
      <dgm:prSet presAssocID="{FEE247EA-C732-4F64-9555-5FC56BA181D9}" presName="hierChild2" presStyleCnt="0"/>
      <dgm:spPr/>
    </dgm:pt>
  </dgm:ptLst>
  <dgm:cxnLst>
    <dgm:cxn modelId="{72FCCD2F-2C44-43E5-9A8B-514C873EDB21}" srcId="{DD82F4FA-71C4-43C4-B9F2-8C2447132AD3}" destId="{5096D46F-6928-4A8D-B8BA-BAB888142471}" srcOrd="1" destOrd="0" parTransId="{A758C3F4-CE33-4934-8D51-351DEC7310AB}" sibTransId="{B44C0CF5-A3FF-4475-8705-964343D030FC}"/>
    <dgm:cxn modelId="{B96C1477-025F-4FD4-B472-519CF8061E72}" type="presOf" srcId="{30727A21-484E-48D7-B5B8-99B9B346E88B}" destId="{86B346A2-847A-4887-9A79-74BFE6F3DC0A}" srcOrd="0" destOrd="0" presId="urn:microsoft.com/office/officeart/2005/8/layout/hierarchy1"/>
    <dgm:cxn modelId="{2E0B1685-99CD-4D67-BFEA-7487776AB9FA}" type="presOf" srcId="{5096D46F-6928-4A8D-B8BA-BAB888142471}" destId="{AC799AEB-D48E-4930-AD96-D28D263B8DEF}" srcOrd="0" destOrd="0" presId="urn:microsoft.com/office/officeart/2005/8/layout/hierarchy1"/>
    <dgm:cxn modelId="{035B5E87-44A8-4960-A04A-6F9F25091780}" srcId="{DD82F4FA-71C4-43C4-B9F2-8C2447132AD3}" destId="{30727A21-484E-48D7-B5B8-99B9B346E88B}" srcOrd="2" destOrd="0" parTransId="{80FC4806-713E-4173-A7CB-9180DC2DA955}" sibTransId="{2636E8DA-5121-4EE8-BA77-68C182533D99}"/>
    <dgm:cxn modelId="{FF58BD8A-4442-4A53-A198-0AFCB948BE61}" srcId="{DD82F4FA-71C4-43C4-B9F2-8C2447132AD3}" destId="{AC243BDE-34B0-4118-8500-7BD0685F2B1C}" srcOrd="0" destOrd="0" parTransId="{05DFCB97-0146-46F2-BA1A-C74872725D5F}" sibTransId="{8F979001-5A73-4BD8-8D52-D1B994BF4A92}"/>
    <dgm:cxn modelId="{938209B6-7E21-46ED-AB06-17F0085E9089}" type="presOf" srcId="{AC243BDE-34B0-4118-8500-7BD0685F2B1C}" destId="{593BE657-CF12-4D82-9732-4240F7BF2AD9}" srcOrd="0" destOrd="0" presId="urn:microsoft.com/office/officeart/2005/8/layout/hierarchy1"/>
    <dgm:cxn modelId="{3A898ED0-F856-4A52-A315-C276DB604C5F}" type="presOf" srcId="{DD82F4FA-71C4-43C4-B9F2-8C2447132AD3}" destId="{76FF3D2F-93FB-477D-899C-B864F7C8E5F8}" srcOrd="0" destOrd="0" presId="urn:microsoft.com/office/officeart/2005/8/layout/hierarchy1"/>
    <dgm:cxn modelId="{D5D0FBEF-4EC5-4451-BE7D-77694E93180E}" type="presOf" srcId="{FEE247EA-C732-4F64-9555-5FC56BA181D9}" destId="{3C568598-E01B-45A4-B315-23AD3D95AC77}" srcOrd="0" destOrd="0" presId="urn:microsoft.com/office/officeart/2005/8/layout/hierarchy1"/>
    <dgm:cxn modelId="{C506AFF9-EE8D-497E-83EA-71435663D1E7}" srcId="{DD82F4FA-71C4-43C4-B9F2-8C2447132AD3}" destId="{FEE247EA-C732-4F64-9555-5FC56BA181D9}" srcOrd="3" destOrd="0" parTransId="{96A1C092-9513-4769-8654-9300D78C213D}" sibTransId="{74231DFB-F0E6-437E-AAA0-EA61884A9D5E}"/>
    <dgm:cxn modelId="{77760ABC-D022-435C-BD5D-FE7C8E24B823}" type="presParOf" srcId="{76FF3D2F-93FB-477D-899C-B864F7C8E5F8}" destId="{FC8438AC-5126-4B04-B860-918295491EB5}" srcOrd="0" destOrd="0" presId="urn:microsoft.com/office/officeart/2005/8/layout/hierarchy1"/>
    <dgm:cxn modelId="{2FF54991-DD03-49FF-A7A7-BE2DF5531066}" type="presParOf" srcId="{FC8438AC-5126-4B04-B860-918295491EB5}" destId="{433E7EDC-027F-4762-AFD0-5F29239CC4BA}" srcOrd="0" destOrd="0" presId="urn:microsoft.com/office/officeart/2005/8/layout/hierarchy1"/>
    <dgm:cxn modelId="{4176DE48-A63A-45DB-A060-D541FDD16F9D}" type="presParOf" srcId="{433E7EDC-027F-4762-AFD0-5F29239CC4BA}" destId="{5416152E-F988-4D08-BFF5-9C5276B525AA}" srcOrd="0" destOrd="0" presId="urn:microsoft.com/office/officeart/2005/8/layout/hierarchy1"/>
    <dgm:cxn modelId="{85962605-EED0-4441-8BD8-E43F8E10D9F0}" type="presParOf" srcId="{433E7EDC-027F-4762-AFD0-5F29239CC4BA}" destId="{593BE657-CF12-4D82-9732-4240F7BF2AD9}" srcOrd="1" destOrd="0" presId="urn:microsoft.com/office/officeart/2005/8/layout/hierarchy1"/>
    <dgm:cxn modelId="{253BC8CF-953B-4720-9DB0-60C83F2D30EE}" type="presParOf" srcId="{FC8438AC-5126-4B04-B860-918295491EB5}" destId="{6BDF75D6-4693-4921-A4E4-5837783543D6}" srcOrd="1" destOrd="0" presId="urn:microsoft.com/office/officeart/2005/8/layout/hierarchy1"/>
    <dgm:cxn modelId="{69DC94EB-C8E1-422D-B736-7D58D03BE554}" type="presParOf" srcId="{76FF3D2F-93FB-477D-899C-B864F7C8E5F8}" destId="{35175181-1C1C-4F12-AB30-0C35205114D5}" srcOrd="1" destOrd="0" presId="urn:microsoft.com/office/officeart/2005/8/layout/hierarchy1"/>
    <dgm:cxn modelId="{2EC0A795-8B3B-4AA1-BE95-216D8C8D3364}" type="presParOf" srcId="{35175181-1C1C-4F12-AB30-0C35205114D5}" destId="{3B160573-DA29-4382-A027-17DD623C15D3}" srcOrd="0" destOrd="0" presId="urn:microsoft.com/office/officeart/2005/8/layout/hierarchy1"/>
    <dgm:cxn modelId="{6C25B5F5-4D00-4047-BA9A-E54D1A5A487A}" type="presParOf" srcId="{3B160573-DA29-4382-A027-17DD623C15D3}" destId="{D7259C89-A511-483C-B5A8-8A419E7449D1}" srcOrd="0" destOrd="0" presId="urn:microsoft.com/office/officeart/2005/8/layout/hierarchy1"/>
    <dgm:cxn modelId="{9A7815AD-9892-4936-9587-D3D1B781B174}" type="presParOf" srcId="{3B160573-DA29-4382-A027-17DD623C15D3}" destId="{AC799AEB-D48E-4930-AD96-D28D263B8DEF}" srcOrd="1" destOrd="0" presId="urn:microsoft.com/office/officeart/2005/8/layout/hierarchy1"/>
    <dgm:cxn modelId="{A3871793-B75A-4DB0-AE93-70153912E8D9}" type="presParOf" srcId="{35175181-1C1C-4F12-AB30-0C35205114D5}" destId="{7F591A16-B7E3-4E17-AC74-48D261622D14}" srcOrd="1" destOrd="0" presId="urn:microsoft.com/office/officeart/2005/8/layout/hierarchy1"/>
    <dgm:cxn modelId="{FE70FF48-6AB9-4FF1-83D9-142CF05A564E}" type="presParOf" srcId="{76FF3D2F-93FB-477D-899C-B864F7C8E5F8}" destId="{CA086C07-1486-45B9-87EC-AFF3288E1D91}" srcOrd="2" destOrd="0" presId="urn:microsoft.com/office/officeart/2005/8/layout/hierarchy1"/>
    <dgm:cxn modelId="{B5F25743-B22F-4D0A-80E6-4C914726A821}" type="presParOf" srcId="{CA086C07-1486-45B9-87EC-AFF3288E1D91}" destId="{82882340-790D-45C7-9FC6-9996C06F26F5}" srcOrd="0" destOrd="0" presId="urn:microsoft.com/office/officeart/2005/8/layout/hierarchy1"/>
    <dgm:cxn modelId="{D4FE88A4-B646-4822-9901-C87B28E92D9F}" type="presParOf" srcId="{82882340-790D-45C7-9FC6-9996C06F26F5}" destId="{2F933CD8-818F-440F-AC99-2EBC19CBC583}" srcOrd="0" destOrd="0" presId="urn:microsoft.com/office/officeart/2005/8/layout/hierarchy1"/>
    <dgm:cxn modelId="{8F3984DF-6961-4C20-B29F-3AC043C1F193}" type="presParOf" srcId="{82882340-790D-45C7-9FC6-9996C06F26F5}" destId="{86B346A2-847A-4887-9A79-74BFE6F3DC0A}" srcOrd="1" destOrd="0" presId="urn:microsoft.com/office/officeart/2005/8/layout/hierarchy1"/>
    <dgm:cxn modelId="{26863B79-8DF6-408A-BD39-E8D60C11E684}" type="presParOf" srcId="{CA086C07-1486-45B9-87EC-AFF3288E1D91}" destId="{9D734577-A208-4FD6-98EE-14484B81625C}" srcOrd="1" destOrd="0" presId="urn:microsoft.com/office/officeart/2005/8/layout/hierarchy1"/>
    <dgm:cxn modelId="{8DA21742-8E85-457F-9C4E-FA1C2201A88A}" type="presParOf" srcId="{76FF3D2F-93FB-477D-899C-B864F7C8E5F8}" destId="{58941CF3-B1F7-48DF-83F8-99F82D4DF371}" srcOrd="3" destOrd="0" presId="urn:microsoft.com/office/officeart/2005/8/layout/hierarchy1"/>
    <dgm:cxn modelId="{2F17C113-1F94-48BE-A4C6-62F0718975B1}" type="presParOf" srcId="{58941CF3-B1F7-48DF-83F8-99F82D4DF371}" destId="{772B6D80-55B0-4D8E-8A9D-3CEB0DF6511C}" srcOrd="0" destOrd="0" presId="urn:microsoft.com/office/officeart/2005/8/layout/hierarchy1"/>
    <dgm:cxn modelId="{D50F4F31-B8CA-4BB6-8029-D705617FC344}" type="presParOf" srcId="{772B6D80-55B0-4D8E-8A9D-3CEB0DF6511C}" destId="{FDA0EC19-FEF4-43E3-862A-79588CC18B88}" srcOrd="0" destOrd="0" presId="urn:microsoft.com/office/officeart/2005/8/layout/hierarchy1"/>
    <dgm:cxn modelId="{07CB539E-E8A0-40EE-8680-2492BE171EDD}" type="presParOf" srcId="{772B6D80-55B0-4D8E-8A9D-3CEB0DF6511C}" destId="{3C568598-E01B-45A4-B315-23AD3D95AC77}" srcOrd="1" destOrd="0" presId="urn:microsoft.com/office/officeart/2005/8/layout/hierarchy1"/>
    <dgm:cxn modelId="{A0F13ABF-BFC7-4DD0-B588-796A91CADD26}" type="presParOf" srcId="{58941CF3-B1F7-48DF-83F8-99F82D4DF371}" destId="{A27AD8C0-430C-4404-8352-FCF035A388C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3BFDE54-5DA1-42B0-B384-E0AD794EAC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CO"/>
        </a:p>
      </dgm:t>
    </dgm:pt>
    <dgm:pt modelId="{39E2CFD2-6AEE-4D22-B59D-227B36C87020}">
      <dgm:prSet phldrT="[Texto]" custT="1"/>
      <dgm:spPr/>
      <dgm:t>
        <a:bodyPr/>
        <a:lstStyle/>
        <a:p>
          <a:r>
            <a:rPr lang="es-CO" sz="1800" dirty="0"/>
            <a:t>Capa estratégica</a:t>
          </a:r>
        </a:p>
      </dgm:t>
    </dgm:pt>
    <dgm:pt modelId="{DBAD9B0D-B24E-4DC6-A987-41B5D499CEEA}" type="parTrans" cxnId="{47F4460E-DAE6-45CF-A833-0E3CA9436922}">
      <dgm:prSet/>
      <dgm:spPr/>
      <dgm:t>
        <a:bodyPr/>
        <a:lstStyle/>
        <a:p>
          <a:endParaRPr lang="es-CO" sz="1200"/>
        </a:p>
      </dgm:t>
    </dgm:pt>
    <dgm:pt modelId="{3C32E06B-0FB8-49BC-AEFB-7741FCC66118}" type="sibTrans" cxnId="{47F4460E-DAE6-45CF-A833-0E3CA9436922}">
      <dgm:prSet/>
      <dgm:spPr/>
      <dgm:t>
        <a:bodyPr/>
        <a:lstStyle/>
        <a:p>
          <a:endParaRPr lang="es-CO" sz="1200"/>
        </a:p>
      </dgm:t>
    </dgm:pt>
    <dgm:pt modelId="{54FFD4DC-EE88-45F3-A2B7-D31B8702D426}">
      <dgm:prSet phldrT="[Texto]" custT="1"/>
      <dgm:spPr/>
      <dgm:t>
        <a:bodyPr/>
        <a:lstStyle/>
        <a:p>
          <a:r>
            <a:rPr lang="es-CO" sz="1400" dirty="0"/>
            <a:t>Gobierno de datos</a:t>
          </a:r>
        </a:p>
      </dgm:t>
    </dgm:pt>
    <dgm:pt modelId="{B1443A80-55B6-4E43-81E3-00250FCA721D}" type="parTrans" cxnId="{C78F8E3C-7A98-4463-B164-9181DF91E402}">
      <dgm:prSet/>
      <dgm:spPr/>
      <dgm:t>
        <a:bodyPr/>
        <a:lstStyle/>
        <a:p>
          <a:endParaRPr lang="es-CO" sz="1200"/>
        </a:p>
      </dgm:t>
    </dgm:pt>
    <dgm:pt modelId="{0B2C9FA1-BB35-447E-A75A-6439CDABB8F5}" type="sibTrans" cxnId="{C78F8E3C-7A98-4463-B164-9181DF91E402}">
      <dgm:prSet/>
      <dgm:spPr/>
      <dgm:t>
        <a:bodyPr/>
        <a:lstStyle/>
        <a:p>
          <a:endParaRPr lang="es-CO" sz="1200"/>
        </a:p>
      </dgm:t>
    </dgm:pt>
    <dgm:pt modelId="{068B517E-2FA1-4CE6-A876-0832F0195316}">
      <dgm:prSet phldrT="[Texto]" custT="1"/>
      <dgm:spPr/>
      <dgm:t>
        <a:bodyPr/>
        <a:lstStyle/>
        <a:p>
          <a:r>
            <a:rPr lang="es-CO" sz="1800" dirty="0"/>
            <a:t>Capa táctica</a:t>
          </a:r>
        </a:p>
      </dgm:t>
    </dgm:pt>
    <dgm:pt modelId="{1DFE61AC-5602-48F5-8038-2382EED5B94A}" type="parTrans" cxnId="{BC86594D-6443-4E7E-B2AC-F6220C462F2B}">
      <dgm:prSet/>
      <dgm:spPr/>
      <dgm:t>
        <a:bodyPr/>
        <a:lstStyle/>
        <a:p>
          <a:endParaRPr lang="es-CO" sz="1200"/>
        </a:p>
      </dgm:t>
    </dgm:pt>
    <dgm:pt modelId="{BD990356-6649-4702-98BC-BDC2CEEEBD8D}" type="sibTrans" cxnId="{BC86594D-6443-4E7E-B2AC-F6220C462F2B}">
      <dgm:prSet/>
      <dgm:spPr/>
      <dgm:t>
        <a:bodyPr/>
        <a:lstStyle/>
        <a:p>
          <a:endParaRPr lang="es-CO" sz="1200"/>
        </a:p>
      </dgm:t>
    </dgm:pt>
    <dgm:pt modelId="{4EECA372-4331-4870-A53D-E9F59126CCCE}">
      <dgm:prSet phldrT="[Texto]" custT="1"/>
      <dgm:spPr/>
      <dgm:t>
        <a:bodyPr/>
        <a:lstStyle/>
        <a:p>
          <a:r>
            <a:rPr lang="es-CO" sz="1400" dirty="0"/>
            <a:t>Diseño y modelado de datos</a:t>
          </a:r>
        </a:p>
      </dgm:t>
    </dgm:pt>
    <dgm:pt modelId="{853DF1F7-450A-42B6-8883-920BB85BC4D0}" type="parTrans" cxnId="{12A34A97-2235-4A68-8E20-E9B5E0AF4E7E}">
      <dgm:prSet/>
      <dgm:spPr/>
      <dgm:t>
        <a:bodyPr/>
        <a:lstStyle/>
        <a:p>
          <a:endParaRPr lang="es-CO" sz="1200"/>
        </a:p>
      </dgm:t>
    </dgm:pt>
    <dgm:pt modelId="{F42DCBA5-4E80-449A-A6A8-A7C6B25D0B7B}" type="sibTrans" cxnId="{12A34A97-2235-4A68-8E20-E9B5E0AF4E7E}">
      <dgm:prSet/>
      <dgm:spPr/>
      <dgm:t>
        <a:bodyPr/>
        <a:lstStyle/>
        <a:p>
          <a:endParaRPr lang="es-CO" sz="1200"/>
        </a:p>
      </dgm:t>
    </dgm:pt>
    <dgm:pt modelId="{AEEE67EE-A08F-4018-8D71-61CFE380C543}">
      <dgm:prSet custT="1"/>
      <dgm:spPr/>
      <dgm:t>
        <a:bodyPr/>
        <a:lstStyle/>
        <a:p>
          <a:r>
            <a:rPr lang="es-CO" sz="1800" dirty="0"/>
            <a:t>Capa operativa</a:t>
          </a:r>
        </a:p>
      </dgm:t>
    </dgm:pt>
    <dgm:pt modelId="{0349AB73-F804-43FD-B31B-7C824B4EAB30}" type="parTrans" cxnId="{D09E94DE-8577-48EA-8BF1-15B38353E2C4}">
      <dgm:prSet/>
      <dgm:spPr/>
      <dgm:t>
        <a:bodyPr/>
        <a:lstStyle/>
        <a:p>
          <a:endParaRPr lang="es-CO" sz="1200"/>
        </a:p>
      </dgm:t>
    </dgm:pt>
    <dgm:pt modelId="{9DDFF50B-73C3-4003-B384-0D142A73FD26}" type="sibTrans" cxnId="{D09E94DE-8577-48EA-8BF1-15B38353E2C4}">
      <dgm:prSet/>
      <dgm:spPr/>
      <dgm:t>
        <a:bodyPr/>
        <a:lstStyle/>
        <a:p>
          <a:endParaRPr lang="es-CO" sz="1200"/>
        </a:p>
      </dgm:t>
    </dgm:pt>
    <dgm:pt modelId="{9E1BDB57-0CF8-4EF8-B852-7E2DA69930D9}">
      <dgm:prSet phldrT="[Texto]" custT="1"/>
      <dgm:spPr/>
      <dgm:t>
        <a:bodyPr/>
        <a:lstStyle/>
        <a:p>
          <a:r>
            <a:rPr lang="es-CO" sz="1400" dirty="0"/>
            <a:t>Arquitectura de datos</a:t>
          </a:r>
        </a:p>
      </dgm:t>
    </dgm:pt>
    <dgm:pt modelId="{756C95CE-6B04-4434-840C-5E152F957D5A}" type="parTrans" cxnId="{2B013FB4-2803-4C71-888F-34DD1736C543}">
      <dgm:prSet/>
      <dgm:spPr/>
      <dgm:t>
        <a:bodyPr/>
        <a:lstStyle/>
        <a:p>
          <a:endParaRPr lang="es-CO" sz="1200"/>
        </a:p>
      </dgm:t>
    </dgm:pt>
    <dgm:pt modelId="{68D8485D-47A8-4DD1-8BFD-8D306FFD8DA9}" type="sibTrans" cxnId="{2B013FB4-2803-4C71-888F-34DD1736C543}">
      <dgm:prSet/>
      <dgm:spPr/>
      <dgm:t>
        <a:bodyPr/>
        <a:lstStyle/>
        <a:p>
          <a:endParaRPr lang="es-CO" sz="1200"/>
        </a:p>
      </dgm:t>
    </dgm:pt>
    <dgm:pt modelId="{00176ABF-834F-454D-BBC9-3048CF68E9C9}">
      <dgm:prSet phldrT="[Texto]" custT="1"/>
      <dgm:spPr/>
      <dgm:t>
        <a:bodyPr/>
        <a:lstStyle/>
        <a:p>
          <a:r>
            <a:rPr lang="es-CO" sz="1400" dirty="0"/>
            <a:t>Integración e interoperabilidad de datos</a:t>
          </a:r>
        </a:p>
      </dgm:t>
    </dgm:pt>
    <dgm:pt modelId="{7B58D1DE-E974-4250-8678-3DEA18AA0144}" type="parTrans" cxnId="{74393B45-A90C-4270-9B7D-40FC6F124510}">
      <dgm:prSet/>
      <dgm:spPr/>
      <dgm:t>
        <a:bodyPr/>
        <a:lstStyle/>
        <a:p>
          <a:endParaRPr lang="es-CO" sz="1200"/>
        </a:p>
      </dgm:t>
    </dgm:pt>
    <dgm:pt modelId="{AA83E5F0-55C1-45DB-979C-8970894FA618}" type="sibTrans" cxnId="{74393B45-A90C-4270-9B7D-40FC6F124510}">
      <dgm:prSet/>
      <dgm:spPr/>
      <dgm:t>
        <a:bodyPr/>
        <a:lstStyle/>
        <a:p>
          <a:endParaRPr lang="es-CO" sz="1200"/>
        </a:p>
      </dgm:t>
    </dgm:pt>
    <dgm:pt modelId="{99B60E11-A450-4C64-9728-35F6D8D052AF}">
      <dgm:prSet phldrT="[Texto]" custT="1"/>
      <dgm:spPr/>
      <dgm:t>
        <a:bodyPr/>
        <a:lstStyle/>
        <a:p>
          <a:r>
            <a:rPr lang="es-CO" sz="1400" dirty="0"/>
            <a:t>Seguridad de datos</a:t>
          </a:r>
        </a:p>
      </dgm:t>
    </dgm:pt>
    <dgm:pt modelId="{15811828-4D81-415F-8BA6-C8FEA975B29D}" type="parTrans" cxnId="{0EA2B08A-8977-437E-A547-70755748EE12}">
      <dgm:prSet/>
      <dgm:spPr/>
      <dgm:t>
        <a:bodyPr/>
        <a:lstStyle/>
        <a:p>
          <a:endParaRPr lang="es-CO" sz="1200"/>
        </a:p>
      </dgm:t>
    </dgm:pt>
    <dgm:pt modelId="{FF092875-C4C6-47D3-B3C7-0A9464E2A029}" type="sibTrans" cxnId="{0EA2B08A-8977-437E-A547-70755748EE12}">
      <dgm:prSet/>
      <dgm:spPr/>
      <dgm:t>
        <a:bodyPr/>
        <a:lstStyle/>
        <a:p>
          <a:endParaRPr lang="es-CO" sz="1200"/>
        </a:p>
      </dgm:t>
    </dgm:pt>
    <dgm:pt modelId="{D7C77125-2A59-4F50-9C0C-BEA13D36C2FF}">
      <dgm:prSet phldrT="[Texto]" custT="1"/>
      <dgm:spPr/>
      <dgm:t>
        <a:bodyPr/>
        <a:lstStyle/>
        <a:p>
          <a:r>
            <a:rPr lang="es-CO" sz="1400" dirty="0"/>
            <a:t>Almacenamiento y operación de datos</a:t>
          </a:r>
        </a:p>
      </dgm:t>
    </dgm:pt>
    <dgm:pt modelId="{6723765A-BA4B-4AF0-A15A-F6A4DBADCCBF}" type="parTrans" cxnId="{E3557721-A58D-4BF2-9E38-91F3A99F4540}">
      <dgm:prSet/>
      <dgm:spPr/>
      <dgm:t>
        <a:bodyPr/>
        <a:lstStyle/>
        <a:p>
          <a:endParaRPr lang="es-CO" sz="1200"/>
        </a:p>
      </dgm:t>
    </dgm:pt>
    <dgm:pt modelId="{9233F2FF-D6E9-425D-B729-EC28E3540C41}" type="sibTrans" cxnId="{E3557721-A58D-4BF2-9E38-91F3A99F4540}">
      <dgm:prSet/>
      <dgm:spPr/>
      <dgm:t>
        <a:bodyPr/>
        <a:lstStyle/>
        <a:p>
          <a:endParaRPr lang="es-CO" sz="1200"/>
        </a:p>
      </dgm:t>
    </dgm:pt>
    <dgm:pt modelId="{F25C802B-B771-40AA-BA4E-9A77D73F045F}">
      <dgm:prSet custT="1"/>
      <dgm:spPr/>
      <dgm:t>
        <a:bodyPr/>
        <a:lstStyle/>
        <a:p>
          <a:r>
            <a:rPr lang="es-CO" sz="1400" dirty="0"/>
            <a:t>Bodegas de datos e inteligencia de negocios</a:t>
          </a:r>
        </a:p>
      </dgm:t>
    </dgm:pt>
    <dgm:pt modelId="{CE6AFB55-8FF5-4BA9-BABB-626084BED77C}" type="parTrans" cxnId="{BA331661-4AEC-4383-9FFD-49D44DF7A3F5}">
      <dgm:prSet/>
      <dgm:spPr/>
      <dgm:t>
        <a:bodyPr/>
        <a:lstStyle/>
        <a:p>
          <a:endParaRPr lang="es-CO" sz="1200"/>
        </a:p>
      </dgm:t>
    </dgm:pt>
    <dgm:pt modelId="{08DCEA0D-B713-4890-B6F7-9C53A3C657DF}" type="sibTrans" cxnId="{BA331661-4AEC-4383-9FFD-49D44DF7A3F5}">
      <dgm:prSet/>
      <dgm:spPr/>
      <dgm:t>
        <a:bodyPr/>
        <a:lstStyle/>
        <a:p>
          <a:endParaRPr lang="es-CO" sz="1200"/>
        </a:p>
      </dgm:t>
    </dgm:pt>
    <dgm:pt modelId="{87D63DF7-4CBC-4C00-8DB7-F275E5A3CFFF}">
      <dgm:prSet custT="1"/>
      <dgm:spPr/>
      <dgm:t>
        <a:bodyPr/>
        <a:lstStyle/>
        <a:p>
          <a:r>
            <a:rPr lang="es-CO" sz="1400" dirty="0"/>
            <a:t>Administración de documentos y contenidos</a:t>
          </a:r>
        </a:p>
      </dgm:t>
    </dgm:pt>
    <dgm:pt modelId="{E4E43684-3AAA-4B10-8C13-83415045A6EC}" type="parTrans" cxnId="{C388C861-D70D-4DBE-9CE9-C993EF05F409}">
      <dgm:prSet/>
      <dgm:spPr/>
      <dgm:t>
        <a:bodyPr/>
        <a:lstStyle/>
        <a:p>
          <a:endParaRPr lang="es-CO" sz="1200"/>
        </a:p>
      </dgm:t>
    </dgm:pt>
    <dgm:pt modelId="{7E8532BF-1AAB-4FF0-B616-D569826D3137}" type="sibTrans" cxnId="{C388C861-D70D-4DBE-9CE9-C993EF05F409}">
      <dgm:prSet/>
      <dgm:spPr/>
      <dgm:t>
        <a:bodyPr/>
        <a:lstStyle/>
        <a:p>
          <a:endParaRPr lang="es-CO" sz="1200"/>
        </a:p>
      </dgm:t>
    </dgm:pt>
    <dgm:pt modelId="{E8B8DFEB-6F4C-4C02-ADB6-AC10C1189C15}">
      <dgm:prSet custT="1"/>
      <dgm:spPr/>
      <dgm:t>
        <a:bodyPr/>
        <a:lstStyle/>
        <a:p>
          <a:r>
            <a:rPr lang="es-CO" sz="1400" dirty="0"/>
            <a:t>Datos maestros y de referencia</a:t>
          </a:r>
        </a:p>
      </dgm:t>
    </dgm:pt>
    <dgm:pt modelId="{3059FE91-EBF1-4ED2-9EAC-1DE351DD4BC1}" type="parTrans" cxnId="{3811577C-70EC-4DDF-BD9A-624F5CF49E82}">
      <dgm:prSet/>
      <dgm:spPr/>
      <dgm:t>
        <a:bodyPr/>
        <a:lstStyle/>
        <a:p>
          <a:endParaRPr lang="es-CO" sz="1200"/>
        </a:p>
      </dgm:t>
    </dgm:pt>
    <dgm:pt modelId="{99543C9C-F7C7-4BA5-ACD2-B873DE0867A3}" type="sibTrans" cxnId="{3811577C-70EC-4DDF-BD9A-624F5CF49E82}">
      <dgm:prSet/>
      <dgm:spPr/>
      <dgm:t>
        <a:bodyPr/>
        <a:lstStyle/>
        <a:p>
          <a:endParaRPr lang="es-CO" sz="1200"/>
        </a:p>
      </dgm:t>
    </dgm:pt>
    <dgm:pt modelId="{6A1B4A14-2395-44E0-8B38-67F24A4C2164}">
      <dgm:prSet custT="1"/>
      <dgm:spPr/>
      <dgm:t>
        <a:bodyPr/>
        <a:lstStyle/>
        <a:p>
          <a:r>
            <a:rPr lang="es-CO" sz="1400" dirty="0"/>
            <a:t>Calidad de datos</a:t>
          </a:r>
        </a:p>
      </dgm:t>
    </dgm:pt>
    <dgm:pt modelId="{48EA89ED-6B7A-43CE-B7D1-742FCC987A34}" type="parTrans" cxnId="{7482EDD8-C5D1-43D1-88FA-BFF2372F1431}">
      <dgm:prSet/>
      <dgm:spPr/>
      <dgm:t>
        <a:bodyPr/>
        <a:lstStyle/>
        <a:p>
          <a:endParaRPr lang="es-CO" sz="1200"/>
        </a:p>
      </dgm:t>
    </dgm:pt>
    <dgm:pt modelId="{4BFE8455-2739-4B30-8CAA-37A40768B118}" type="sibTrans" cxnId="{7482EDD8-C5D1-43D1-88FA-BFF2372F1431}">
      <dgm:prSet/>
      <dgm:spPr/>
      <dgm:t>
        <a:bodyPr/>
        <a:lstStyle/>
        <a:p>
          <a:endParaRPr lang="es-CO" sz="1200"/>
        </a:p>
      </dgm:t>
    </dgm:pt>
    <dgm:pt modelId="{23FE370B-880F-4300-96CC-38C68DBCFB0A}">
      <dgm:prSet phldrT="[Texto]" custT="1"/>
      <dgm:spPr/>
      <dgm:t>
        <a:bodyPr/>
        <a:lstStyle/>
        <a:p>
          <a:r>
            <a:rPr lang="es-CO" sz="1400" dirty="0"/>
            <a:t>Analítica y Big Data</a:t>
          </a:r>
        </a:p>
      </dgm:t>
    </dgm:pt>
    <dgm:pt modelId="{4FD87C5F-B471-4842-B41A-63CA0CD3360A}" type="parTrans" cxnId="{1CAB9736-B1CD-4396-882A-B96CBBE94CED}">
      <dgm:prSet/>
      <dgm:spPr/>
      <dgm:t>
        <a:bodyPr/>
        <a:lstStyle/>
        <a:p>
          <a:endParaRPr lang="es-CO" sz="1200"/>
        </a:p>
      </dgm:t>
    </dgm:pt>
    <dgm:pt modelId="{A47CE3FD-F12A-4DFA-97D9-41441C68A670}" type="sibTrans" cxnId="{1CAB9736-B1CD-4396-882A-B96CBBE94CED}">
      <dgm:prSet/>
      <dgm:spPr/>
      <dgm:t>
        <a:bodyPr/>
        <a:lstStyle/>
        <a:p>
          <a:endParaRPr lang="es-CO" sz="1200"/>
        </a:p>
      </dgm:t>
    </dgm:pt>
    <dgm:pt modelId="{93003A41-61FF-4B9F-B79E-0AF5856269C2}" type="pres">
      <dgm:prSet presAssocID="{63BFDE54-5DA1-42B0-B384-E0AD794EAC3B}" presName="linear" presStyleCnt="0">
        <dgm:presLayoutVars>
          <dgm:animLvl val="lvl"/>
          <dgm:resizeHandles val="exact"/>
        </dgm:presLayoutVars>
      </dgm:prSet>
      <dgm:spPr/>
    </dgm:pt>
    <dgm:pt modelId="{9B00BCE1-1B5D-4DEC-899A-D096EFA01425}" type="pres">
      <dgm:prSet presAssocID="{39E2CFD2-6AEE-4D22-B59D-227B36C87020}" presName="parentText" presStyleLbl="node1" presStyleIdx="0" presStyleCnt="3">
        <dgm:presLayoutVars>
          <dgm:chMax val="0"/>
          <dgm:bulletEnabled val="1"/>
        </dgm:presLayoutVars>
      </dgm:prSet>
      <dgm:spPr/>
    </dgm:pt>
    <dgm:pt modelId="{0D5283E2-A23F-41E5-BC55-AF2EF544E9D0}" type="pres">
      <dgm:prSet presAssocID="{39E2CFD2-6AEE-4D22-B59D-227B36C87020}" presName="childText" presStyleLbl="revTx" presStyleIdx="0" presStyleCnt="3">
        <dgm:presLayoutVars>
          <dgm:bulletEnabled val="1"/>
        </dgm:presLayoutVars>
      </dgm:prSet>
      <dgm:spPr/>
    </dgm:pt>
    <dgm:pt modelId="{10C8B6F7-F745-476F-BDA8-00D3DA539EB6}" type="pres">
      <dgm:prSet presAssocID="{068B517E-2FA1-4CE6-A876-0832F0195316}" presName="parentText" presStyleLbl="node1" presStyleIdx="1" presStyleCnt="3">
        <dgm:presLayoutVars>
          <dgm:chMax val="0"/>
          <dgm:bulletEnabled val="1"/>
        </dgm:presLayoutVars>
      </dgm:prSet>
      <dgm:spPr/>
    </dgm:pt>
    <dgm:pt modelId="{A5A3BE01-EE1F-49EB-A0AB-0939D75B3438}" type="pres">
      <dgm:prSet presAssocID="{068B517E-2FA1-4CE6-A876-0832F0195316}" presName="childText" presStyleLbl="revTx" presStyleIdx="1" presStyleCnt="3">
        <dgm:presLayoutVars>
          <dgm:bulletEnabled val="1"/>
        </dgm:presLayoutVars>
      </dgm:prSet>
      <dgm:spPr/>
    </dgm:pt>
    <dgm:pt modelId="{EFA9638A-30AE-4E14-8AB0-865585751B47}" type="pres">
      <dgm:prSet presAssocID="{AEEE67EE-A08F-4018-8D71-61CFE380C543}" presName="parentText" presStyleLbl="node1" presStyleIdx="2" presStyleCnt="3">
        <dgm:presLayoutVars>
          <dgm:chMax val="0"/>
          <dgm:bulletEnabled val="1"/>
        </dgm:presLayoutVars>
      </dgm:prSet>
      <dgm:spPr/>
    </dgm:pt>
    <dgm:pt modelId="{0FD277B0-47D7-4774-B3B6-BB6108E19245}" type="pres">
      <dgm:prSet presAssocID="{AEEE67EE-A08F-4018-8D71-61CFE380C543}" presName="childText" presStyleLbl="revTx" presStyleIdx="2" presStyleCnt="3">
        <dgm:presLayoutVars>
          <dgm:bulletEnabled val="1"/>
        </dgm:presLayoutVars>
      </dgm:prSet>
      <dgm:spPr/>
    </dgm:pt>
  </dgm:ptLst>
  <dgm:cxnLst>
    <dgm:cxn modelId="{63CBC700-0048-4A8E-8985-05DD7D692C27}" type="presOf" srcId="{00176ABF-834F-454D-BBC9-3048CF68E9C9}" destId="{A5A3BE01-EE1F-49EB-A0AB-0939D75B3438}" srcOrd="0" destOrd="1" presId="urn:microsoft.com/office/officeart/2005/8/layout/vList2"/>
    <dgm:cxn modelId="{47F4460E-DAE6-45CF-A833-0E3CA9436922}" srcId="{63BFDE54-5DA1-42B0-B384-E0AD794EAC3B}" destId="{39E2CFD2-6AEE-4D22-B59D-227B36C87020}" srcOrd="0" destOrd="0" parTransId="{DBAD9B0D-B24E-4DC6-A987-41B5D499CEEA}" sibTransId="{3C32E06B-0FB8-49BC-AEFB-7741FCC66118}"/>
    <dgm:cxn modelId="{17753917-F543-4EA7-8551-7FB7118CE0F8}" type="presOf" srcId="{9E1BDB57-0CF8-4EF8-B852-7E2DA69930D9}" destId="{0D5283E2-A23F-41E5-BC55-AF2EF544E9D0}" srcOrd="0" destOrd="1" presId="urn:microsoft.com/office/officeart/2005/8/layout/vList2"/>
    <dgm:cxn modelId="{E3557721-A58D-4BF2-9E38-91F3A99F4540}" srcId="{068B517E-2FA1-4CE6-A876-0832F0195316}" destId="{D7C77125-2A59-4F50-9C0C-BEA13D36C2FF}" srcOrd="3" destOrd="0" parTransId="{6723765A-BA4B-4AF0-A15A-F6A4DBADCCBF}" sibTransId="{9233F2FF-D6E9-425D-B729-EC28E3540C41}"/>
    <dgm:cxn modelId="{80C86322-2190-4D21-9AC1-D5B62E126051}" type="presOf" srcId="{54FFD4DC-EE88-45F3-A2B7-D31B8702D426}" destId="{0D5283E2-A23F-41E5-BC55-AF2EF544E9D0}" srcOrd="0" destOrd="0" presId="urn:microsoft.com/office/officeart/2005/8/layout/vList2"/>
    <dgm:cxn modelId="{F8040D2F-5114-44ED-80E7-438446E5C37A}" type="presOf" srcId="{E8B8DFEB-6F4C-4C02-ADB6-AC10C1189C15}" destId="{0FD277B0-47D7-4774-B3B6-BB6108E19245}" srcOrd="0" destOrd="2" presId="urn:microsoft.com/office/officeart/2005/8/layout/vList2"/>
    <dgm:cxn modelId="{BD72A231-805E-49E0-92D3-84A3099AC199}" type="presOf" srcId="{4EECA372-4331-4870-A53D-E9F59126CCCE}" destId="{A5A3BE01-EE1F-49EB-A0AB-0939D75B3438}" srcOrd="0" destOrd="0" presId="urn:microsoft.com/office/officeart/2005/8/layout/vList2"/>
    <dgm:cxn modelId="{2D0B5533-B7B8-4AC0-A941-C4507AF7AF61}" type="presOf" srcId="{87D63DF7-4CBC-4C00-8DB7-F275E5A3CFFF}" destId="{0FD277B0-47D7-4774-B3B6-BB6108E19245}" srcOrd="0" destOrd="1" presId="urn:microsoft.com/office/officeart/2005/8/layout/vList2"/>
    <dgm:cxn modelId="{1CAB9736-B1CD-4396-882A-B96CBBE94CED}" srcId="{39E2CFD2-6AEE-4D22-B59D-227B36C87020}" destId="{23FE370B-880F-4300-96CC-38C68DBCFB0A}" srcOrd="2" destOrd="0" parTransId="{4FD87C5F-B471-4842-B41A-63CA0CD3360A}" sibTransId="{A47CE3FD-F12A-4DFA-97D9-41441C68A670}"/>
    <dgm:cxn modelId="{09392338-E03E-487B-AC46-ACA57B12BFBA}" type="presOf" srcId="{39E2CFD2-6AEE-4D22-B59D-227B36C87020}" destId="{9B00BCE1-1B5D-4DEC-899A-D096EFA01425}" srcOrd="0" destOrd="0" presId="urn:microsoft.com/office/officeart/2005/8/layout/vList2"/>
    <dgm:cxn modelId="{C78F8E3C-7A98-4463-B164-9181DF91E402}" srcId="{39E2CFD2-6AEE-4D22-B59D-227B36C87020}" destId="{54FFD4DC-EE88-45F3-A2B7-D31B8702D426}" srcOrd="0" destOrd="0" parTransId="{B1443A80-55B6-4E43-81E3-00250FCA721D}" sibTransId="{0B2C9FA1-BB35-447E-A75A-6439CDABB8F5}"/>
    <dgm:cxn modelId="{74393B45-A90C-4270-9B7D-40FC6F124510}" srcId="{068B517E-2FA1-4CE6-A876-0832F0195316}" destId="{00176ABF-834F-454D-BBC9-3048CF68E9C9}" srcOrd="1" destOrd="0" parTransId="{7B58D1DE-E974-4250-8678-3DEA18AA0144}" sibTransId="{AA83E5F0-55C1-45DB-979C-8970894FA618}"/>
    <dgm:cxn modelId="{2116014A-BF6B-4845-BAE6-A4B3798649EA}" type="presOf" srcId="{23FE370B-880F-4300-96CC-38C68DBCFB0A}" destId="{0D5283E2-A23F-41E5-BC55-AF2EF544E9D0}" srcOrd="0" destOrd="2" presId="urn:microsoft.com/office/officeart/2005/8/layout/vList2"/>
    <dgm:cxn modelId="{BC86594D-6443-4E7E-B2AC-F6220C462F2B}" srcId="{63BFDE54-5DA1-42B0-B384-E0AD794EAC3B}" destId="{068B517E-2FA1-4CE6-A876-0832F0195316}" srcOrd="1" destOrd="0" parTransId="{1DFE61AC-5602-48F5-8038-2382EED5B94A}" sibTransId="{BD990356-6649-4702-98BC-BDC2CEEEBD8D}"/>
    <dgm:cxn modelId="{60193C5A-B4F1-442A-8567-07C1F71B2487}" type="presOf" srcId="{068B517E-2FA1-4CE6-A876-0832F0195316}" destId="{10C8B6F7-F745-476F-BDA8-00D3DA539EB6}" srcOrd="0" destOrd="0" presId="urn:microsoft.com/office/officeart/2005/8/layout/vList2"/>
    <dgm:cxn modelId="{BA331661-4AEC-4383-9FFD-49D44DF7A3F5}" srcId="{AEEE67EE-A08F-4018-8D71-61CFE380C543}" destId="{F25C802B-B771-40AA-BA4E-9A77D73F045F}" srcOrd="0" destOrd="0" parTransId="{CE6AFB55-8FF5-4BA9-BABB-626084BED77C}" sibTransId="{08DCEA0D-B713-4890-B6F7-9C53A3C657DF}"/>
    <dgm:cxn modelId="{C388C861-D70D-4DBE-9CE9-C993EF05F409}" srcId="{AEEE67EE-A08F-4018-8D71-61CFE380C543}" destId="{87D63DF7-4CBC-4C00-8DB7-F275E5A3CFFF}" srcOrd="1" destOrd="0" parTransId="{E4E43684-3AAA-4B10-8C13-83415045A6EC}" sibTransId="{7E8532BF-1AAB-4FF0-B616-D569826D3137}"/>
    <dgm:cxn modelId="{0A974C6D-CA74-46BC-A004-B653E75E0FBC}" type="presOf" srcId="{F25C802B-B771-40AA-BA4E-9A77D73F045F}" destId="{0FD277B0-47D7-4774-B3B6-BB6108E19245}" srcOrd="0" destOrd="0" presId="urn:microsoft.com/office/officeart/2005/8/layout/vList2"/>
    <dgm:cxn modelId="{92887675-A3DC-462B-A7BD-953A62BF8694}" type="presOf" srcId="{6A1B4A14-2395-44E0-8B38-67F24A4C2164}" destId="{0FD277B0-47D7-4774-B3B6-BB6108E19245}" srcOrd="0" destOrd="3" presId="urn:microsoft.com/office/officeart/2005/8/layout/vList2"/>
    <dgm:cxn modelId="{3811577C-70EC-4DDF-BD9A-624F5CF49E82}" srcId="{AEEE67EE-A08F-4018-8D71-61CFE380C543}" destId="{E8B8DFEB-6F4C-4C02-ADB6-AC10C1189C15}" srcOrd="2" destOrd="0" parTransId="{3059FE91-EBF1-4ED2-9EAC-1DE351DD4BC1}" sibTransId="{99543C9C-F7C7-4BA5-ACD2-B873DE0867A3}"/>
    <dgm:cxn modelId="{0EA2B08A-8977-437E-A547-70755748EE12}" srcId="{068B517E-2FA1-4CE6-A876-0832F0195316}" destId="{99B60E11-A450-4C64-9728-35F6D8D052AF}" srcOrd="2" destOrd="0" parTransId="{15811828-4D81-415F-8BA6-C8FEA975B29D}" sibTransId="{FF092875-C4C6-47D3-B3C7-0A9464E2A029}"/>
    <dgm:cxn modelId="{9AA79892-67CD-459B-93CA-FD04C6C844C4}" type="presOf" srcId="{AEEE67EE-A08F-4018-8D71-61CFE380C543}" destId="{EFA9638A-30AE-4E14-8AB0-865585751B47}" srcOrd="0" destOrd="0" presId="urn:microsoft.com/office/officeart/2005/8/layout/vList2"/>
    <dgm:cxn modelId="{93EDD895-90E8-497B-8F2D-94936383FBDE}" type="presOf" srcId="{99B60E11-A450-4C64-9728-35F6D8D052AF}" destId="{A5A3BE01-EE1F-49EB-A0AB-0939D75B3438}" srcOrd="0" destOrd="2" presId="urn:microsoft.com/office/officeart/2005/8/layout/vList2"/>
    <dgm:cxn modelId="{12A34A97-2235-4A68-8E20-E9B5E0AF4E7E}" srcId="{068B517E-2FA1-4CE6-A876-0832F0195316}" destId="{4EECA372-4331-4870-A53D-E9F59126CCCE}" srcOrd="0" destOrd="0" parTransId="{853DF1F7-450A-42B6-8883-920BB85BC4D0}" sibTransId="{F42DCBA5-4E80-449A-A6A8-A7C6B25D0B7B}"/>
    <dgm:cxn modelId="{5CAEF9AA-C762-4144-A9DD-029EE7E9A322}" type="presOf" srcId="{63BFDE54-5DA1-42B0-B384-E0AD794EAC3B}" destId="{93003A41-61FF-4B9F-B79E-0AF5856269C2}" srcOrd="0" destOrd="0" presId="urn:microsoft.com/office/officeart/2005/8/layout/vList2"/>
    <dgm:cxn modelId="{2B013FB4-2803-4C71-888F-34DD1736C543}" srcId="{39E2CFD2-6AEE-4D22-B59D-227B36C87020}" destId="{9E1BDB57-0CF8-4EF8-B852-7E2DA69930D9}" srcOrd="1" destOrd="0" parTransId="{756C95CE-6B04-4434-840C-5E152F957D5A}" sibTransId="{68D8485D-47A8-4DD1-8BFD-8D306FFD8DA9}"/>
    <dgm:cxn modelId="{CFF50EBA-A954-424A-B06A-F9B5E6434559}" type="presOf" srcId="{D7C77125-2A59-4F50-9C0C-BEA13D36C2FF}" destId="{A5A3BE01-EE1F-49EB-A0AB-0939D75B3438}" srcOrd="0" destOrd="3" presId="urn:microsoft.com/office/officeart/2005/8/layout/vList2"/>
    <dgm:cxn modelId="{7482EDD8-C5D1-43D1-88FA-BFF2372F1431}" srcId="{AEEE67EE-A08F-4018-8D71-61CFE380C543}" destId="{6A1B4A14-2395-44E0-8B38-67F24A4C2164}" srcOrd="3" destOrd="0" parTransId="{48EA89ED-6B7A-43CE-B7D1-742FCC987A34}" sibTransId="{4BFE8455-2739-4B30-8CAA-37A40768B118}"/>
    <dgm:cxn modelId="{D09E94DE-8577-48EA-8BF1-15B38353E2C4}" srcId="{63BFDE54-5DA1-42B0-B384-E0AD794EAC3B}" destId="{AEEE67EE-A08F-4018-8D71-61CFE380C543}" srcOrd="2" destOrd="0" parTransId="{0349AB73-F804-43FD-B31B-7C824B4EAB30}" sibTransId="{9DDFF50B-73C3-4003-B384-0D142A73FD26}"/>
    <dgm:cxn modelId="{3C02DE85-9DCE-4155-853E-6093291FE26B}" type="presParOf" srcId="{93003A41-61FF-4B9F-B79E-0AF5856269C2}" destId="{9B00BCE1-1B5D-4DEC-899A-D096EFA01425}" srcOrd="0" destOrd="0" presId="urn:microsoft.com/office/officeart/2005/8/layout/vList2"/>
    <dgm:cxn modelId="{45C92F94-98A3-47AF-B1FA-1E473D03495C}" type="presParOf" srcId="{93003A41-61FF-4B9F-B79E-0AF5856269C2}" destId="{0D5283E2-A23F-41E5-BC55-AF2EF544E9D0}" srcOrd="1" destOrd="0" presId="urn:microsoft.com/office/officeart/2005/8/layout/vList2"/>
    <dgm:cxn modelId="{75460D8D-B28E-4400-8385-CE9870C9EF5D}" type="presParOf" srcId="{93003A41-61FF-4B9F-B79E-0AF5856269C2}" destId="{10C8B6F7-F745-476F-BDA8-00D3DA539EB6}" srcOrd="2" destOrd="0" presId="urn:microsoft.com/office/officeart/2005/8/layout/vList2"/>
    <dgm:cxn modelId="{C68C5D22-8146-46AA-8493-7F88E7FAEC96}" type="presParOf" srcId="{93003A41-61FF-4B9F-B79E-0AF5856269C2}" destId="{A5A3BE01-EE1F-49EB-A0AB-0939D75B3438}" srcOrd="3" destOrd="0" presId="urn:microsoft.com/office/officeart/2005/8/layout/vList2"/>
    <dgm:cxn modelId="{CCB4BA11-504D-4367-91F0-2A1C14D6DFC8}" type="presParOf" srcId="{93003A41-61FF-4B9F-B79E-0AF5856269C2}" destId="{EFA9638A-30AE-4E14-8AB0-865585751B47}" srcOrd="4" destOrd="0" presId="urn:microsoft.com/office/officeart/2005/8/layout/vList2"/>
    <dgm:cxn modelId="{A67A8DF9-BDF1-405F-9B50-BD2C51F36F16}" type="presParOf" srcId="{93003A41-61FF-4B9F-B79E-0AF5856269C2}" destId="{0FD277B0-47D7-4774-B3B6-BB6108E19245}"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0791F73-C6D8-4472-AFF5-413C322DA153}"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s-CO"/>
        </a:p>
      </dgm:t>
    </dgm:pt>
    <dgm:pt modelId="{0D67F764-4400-40FF-BD60-4C4C664C186D}">
      <dgm:prSet phldrT="[Texto]"/>
      <dgm:spPr/>
      <dgm:t>
        <a:bodyPr/>
        <a:lstStyle/>
        <a:p>
          <a:r>
            <a:rPr lang="es-CO" dirty="0"/>
            <a:t>Inmuebles</a:t>
          </a:r>
        </a:p>
      </dgm:t>
    </dgm:pt>
    <dgm:pt modelId="{0EB24998-0DE4-415D-833E-DD9E71C88EE3}" type="parTrans" cxnId="{EB59F020-2929-484D-9B53-C8109B8FBEA6}">
      <dgm:prSet/>
      <dgm:spPr/>
      <dgm:t>
        <a:bodyPr/>
        <a:lstStyle/>
        <a:p>
          <a:endParaRPr lang="es-CO"/>
        </a:p>
      </dgm:t>
    </dgm:pt>
    <dgm:pt modelId="{40057BAB-A93A-4FCD-8943-A01DFE83CDC4}" type="sibTrans" cxnId="{EB59F020-2929-484D-9B53-C8109B8FBEA6}">
      <dgm:prSet/>
      <dgm:spPr/>
      <dgm:t>
        <a:bodyPr/>
        <a:lstStyle/>
        <a:p>
          <a:endParaRPr lang="es-CO"/>
        </a:p>
      </dgm:t>
    </dgm:pt>
    <dgm:pt modelId="{AE4C5B91-E8A5-4D8B-9C9E-D0328C97697A}">
      <dgm:prSet phldrT="[Texto]"/>
      <dgm:spPr/>
      <dgm:t>
        <a:bodyPr/>
        <a:lstStyle/>
        <a:p>
          <a:r>
            <a:rPr lang="es-CO" dirty="0"/>
            <a:t>Datos asociados a los inmuebles disponibles y ocupados</a:t>
          </a:r>
        </a:p>
      </dgm:t>
    </dgm:pt>
    <dgm:pt modelId="{F67DDBD9-94BE-4DF4-8508-92E534ACAD57}" type="parTrans" cxnId="{E7085ECD-0308-4393-8F77-CC609B06E8C4}">
      <dgm:prSet/>
      <dgm:spPr/>
      <dgm:t>
        <a:bodyPr/>
        <a:lstStyle/>
        <a:p>
          <a:endParaRPr lang="es-CO"/>
        </a:p>
      </dgm:t>
    </dgm:pt>
    <dgm:pt modelId="{BE769EF2-D80A-40A7-ADBF-9490BCE6C1B0}" type="sibTrans" cxnId="{E7085ECD-0308-4393-8F77-CC609B06E8C4}">
      <dgm:prSet/>
      <dgm:spPr/>
      <dgm:t>
        <a:bodyPr/>
        <a:lstStyle/>
        <a:p>
          <a:endParaRPr lang="es-CO"/>
        </a:p>
      </dgm:t>
    </dgm:pt>
    <dgm:pt modelId="{4B5B9A7D-71CA-436F-8799-64B11B8A9443}">
      <dgm:prSet phldrT="[Texto]"/>
      <dgm:spPr/>
      <dgm:t>
        <a:bodyPr/>
        <a:lstStyle/>
        <a:p>
          <a:r>
            <a:rPr lang="es-CO" b="1" dirty="0"/>
            <a:t>Responsable: </a:t>
          </a:r>
          <a:r>
            <a:rPr lang="es-CO" b="0" dirty="0"/>
            <a:t>Operaciones</a:t>
          </a:r>
          <a:endParaRPr lang="es-CO" b="1" dirty="0"/>
        </a:p>
      </dgm:t>
    </dgm:pt>
    <dgm:pt modelId="{213DA47A-515E-45FE-8F4F-5E4672F10F83}" type="parTrans" cxnId="{97069E16-D388-43E4-826D-BF65FD46A82C}">
      <dgm:prSet/>
      <dgm:spPr/>
      <dgm:t>
        <a:bodyPr/>
        <a:lstStyle/>
        <a:p>
          <a:endParaRPr lang="es-CO"/>
        </a:p>
      </dgm:t>
    </dgm:pt>
    <dgm:pt modelId="{F219A117-1060-415D-B97E-90C3769696F0}" type="sibTrans" cxnId="{97069E16-D388-43E4-826D-BF65FD46A82C}">
      <dgm:prSet/>
      <dgm:spPr/>
      <dgm:t>
        <a:bodyPr/>
        <a:lstStyle/>
        <a:p>
          <a:endParaRPr lang="es-CO"/>
        </a:p>
      </dgm:t>
    </dgm:pt>
    <dgm:pt modelId="{06A5D95D-0F24-45F2-8C7F-AD81FB35E13B}">
      <dgm:prSet phldrT="[Texto]"/>
      <dgm:spPr/>
      <dgm:t>
        <a:bodyPr/>
        <a:lstStyle/>
        <a:p>
          <a:r>
            <a:rPr lang="es-CO" dirty="0"/>
            <a:t>Clientes</a:t>
          </a:r>
        </a:p>
      </dgm:t>
    </dgm:pt>
    <dgm:pt modelId="{C04C17A9-40E6-468E-B0EE-38464E98C979}" type="parTrans" cxnId="{2E959EC9-5352-4F97-ABAD-8C4830575E3B}">
      <dgm:prSet/>
      <dgm:spPr/>
      <dgm:t>
        <a:bodyPr/>
        <a:lstStyle/>
        <a:p>
          <a:endParaRPr lang="es-CO"/>
        </a:p>
      </dgm:t>
    </dgm:pt>
    <dgm:pt modelId="{5FCC4D05-26A3-4564-A537-A990E2FB0FCF}" type="sibTrans" cxnId="{2E959EC9-5352-4F97-ABAD-8C4830575E3B}">
      <dgm:prSet/>
      <dgm:spPr/>
      <dgm:t>
        <a:bodyPr/>
        <a:lstStyle/>
        <a:p>
          <a:endParaRPr lang="es-CO"/>
        </a:p>
      </dgm:t>
    </dgm:pt>
    <dgm:pt modelId="{AEADA2DA-902A-41AC-A606-C334816581F9}">
      <dgm:prSet phldrT="[Texto]"/>
      <dgm:spPr/>
      <dgm:t>
        <a:bodyPr/>
        <a:lstStyle/>
        <a:p>
          <a:r>
            <a:rPr lang="es-CO" dirty="0"/>
            <a:t>Datos asociados a los clientes actuales del negocio</a:t>
          </a:r>
        </a:p>
      </dgm:t>
    </dgm:pt>
    <dgm:pt modelId="{A8AF8BB4-10B8-4181-9A74-4FA76632209F}" type="parTrans" cxnId="{D5D0009D-8BB4-4E13-9CBE-B2D0E7D98E83}">
      <dgm:prSet/>
      <dgm:spPr/>
      <dgm:t>
        <a:bodyPr/>
        <a:lstStyle/>
        <a:p>
          <a:endParaRPr lang="es-CO"/>
        </a:p>
      </dgm:t>
    </dgm:pt>
    <dgm:pt modelId="{7873F544-8F75-4548-9550-B86111A88377}" type="sibTrans" cxnId="{D5D0009D-8BB4-4E13-9CBE-B2D0E7D98E83}">
      <dgm:prSet/>
      <dgm:spPr/>
      <dgm:t>
        <a:bodyPr/>
        <a:lstStyle/>
        <a:p>
          <a:endParaRPr lang="es-CO"/>
        </a:p>
      </dgm:t>
    </dgm:pt>
    <dgm:pt modelId="{BABA2E37-6BA2-4358-BCBB-E74651312755}">
      <dgm:prSet phldrT="[Texto]"/>
      <dgm:spPr/>
      <dgm:t>
        <a:bodyPr/>
        <a:lstStyle/>
        <a:p>
          <a:r>
            <a:rPr lang="es-CO" b="1" dirty="0"/>
            <a:t>Responsable: </a:t>
          </a:r>
          <a:r>
            <a:rPr lang="es-CO" b="0" dirty="0"/>
            <a:t>Servicio</a:t>
          </a:r>
          <a:endParaRPr lang="es-CO" b="1" dirty="0"/>
        </a:p>
      </dgm:t>
    </dgm:pt>
    <dgm:pt modelId="{935C89F0-153E-4832-9FBD-CB13E744798D}" type="parTrans" cxnId="{789D036F-77E0-486B-A13D-E8531959B6F1}">
      <dgm:prSet/>
      <dgm:spPr/>
      <dgm:t>
        <a:bodyPr/>
        <a:lstStyle/>
        <a:p>
          <a:endParaRPr lang="es-CO"/>
        </a:p>
      </dgm:t>
    </dgm:pt>
    <dgm:pt modelId="{25412401-F44E-4C67-BCFE-B4E96E657727}" type="sibTrans" cxnId="{789D036F-77E0-486B-A13D-E8531959B6F1}">
      <dgm:prSet/>
      <dgm:spPr/>
      <dgm:t>
        <a:bodyPr/>
        <a:lstStyle/>
        <a:p>
          <a:endParaRPr lang="es-CO"/>
        </a:p>
      </dgm:t>
    </dgm:pt>
    <dgm:pt modelId="{5A19FF76-58A3-408A-B5E4-82A21C7EADCE}">
      <dgm:prSet phldrT="[Texto]"/>
      <dgm:spPr/>
      <dgm:t>
        <a:bodyPr/>
        <a:lstStyle/>
        <a:p>
          <a:r>
            <a:rPr lang="es-CO" dirty="0"/>
            <a:t>Proveedores</a:t>
          </a:r>
        </a:p>
      </dgm:t>
    </dgm:pt>
    <dgm:pt modelId="{59252717-5EAD-49F1-9A2F-85D54EA87274}" type="parTrans" cxnId="{049EA0DF-EDF0-4C51-9D11-813D645F333E}">
      <dgm:prSet/>
      <dgm:spPr/>
      <dgm:t>
        <a:bodyPr/>
        <a:lstStyle/>
        <a:p>
          <a:endParaRPr lang="es-CO"/>
        </a:p>
      </dgm:t>
    </dgm:pt>
    <dgm:pt modelId="{4834BE8D-E12F-437F-9A5A-54CC8C842159}" type="sibTrans" cxnId="{049EA0DF-EDF0-4C51-9D11-813D645F333E}">
      <dgm:prSet/>
      <dgm:spPr/>
      <dgm:t>
        <a:bodyPr/>
        <a:lstStyle/>
        <a:p>
          <a:endParaRPr lang="es-CO"/>
        </a:p>
      </dgm:t>
    </dgm:pt>
    <dgm:pt modelId="{9DB2342F-B58E-4092-B751-75421CAF7B5D}">
      <dgm:prSet phldrT="[Texto]"/>
      <dgm:spPr/>
      <dgm:t>
        <a:bodyPr/>
        <a:lstStyle/>
        <a:p>
          <a:r>
            <a:rPr lang="es-CO" dirty="0"/>
            <a:t>Datos asociados a los proveedores de servicios de la organización</a:t>
          </a:r>
        </a:p>
      </dgm:t>
    </dgm:pt>
    <dgm:pt modelId="{312ECCCE-33D8-4643-9117-370177A8BA07}" type="parTrans" cxnId="{F7C4A8FB-0E1E-4106-BCCD-52425623889A}">
      <dgm:prSet/>
      <dgm:spPr/>
      <dgm:t>
        <a:bodyPr/>
        <a:lstStyle/>
        <a:p>
          <a:endParaRPr lang="es-CO"/>
        </a:p>
      </dgm:t>
    </dgm:pt>
    <dgm:pt modelId="{90146208-1A9E-445F-A326-82BC8A7B73AB}" type="sibTrans" cxnId="{F7C4A8FB-0E1E-4106-BCCD-52425623889A}">
      <dgm:prSet/>
      <dgm:spPr/>
      <dgm:t>
        <a:bodyPr/>
        <a:lstStyle/>
        <a:p>
          <a:endParaRPr lang="es-CO"/>
        </a:p>
      </dgm:t>
    </dgm:pt>
    <dgm:pt modelId="{06A22AC8-8372-4349-AC05-DD3808F73A0B}">
      <dgm:prSet phldrT="[Texto]"/>
      <dgm:spPr/>
      <dgm:t>
        <a:bodyPr/>
        <a:lstStyle/>
        <a:p>
          <a:r>
            <a:rPr lang="es-CO" b="1" dirty="0"/>
            <a:t>Responsable: </a:t>
          </a:r>
          <a:r>
            <a:rPr lang="es-CO" b="0" dirty="0"/>
            <a:t>Operaciones</a:t>
          </a:r>
          <a:endParaRPr lang="es-CO" b="1" dirty="0"/>
        </a:p>
      </dgm:t>
    </dgm:pt>
    <dgm:pt modelId="{449DEA23-EC48-48E1-B75A-50197ECBAAB2}" type="parTrans" cxnId="{79796DA4-8D20-4456-A9C2-20DDABC038B5}">
      <dgm:prSet/>
      <dgm:spPr/>
      <dgm:t>
        <a:bodyPr/>
        <a:lstStyle/>
        <a:p>
          <a:endParaRPr lang="es-CO"/>
        </a:p>
      </dgm:t>
    </dgm:pt>
    <dgm:pt modelId="{42F0B562-8379-454B-B405-46A752817A3C}" type="sibTrans" cxnId="{79796DA4-8D20-4456-A9C2-20DDABC038B5}">
      <dgm:prSet/>
      <dgm:spPr/>
      <dgm:t>
        <a:bodyPr/>
        <a:lstStyle/>
        <a:p>
          <a:endParaRPr lang="es-CO"/>
        </a:p>
      </dgm:t>
    </dgm:pt>
    <dgm:pt modelId="{A060B97E-B75B-4366-9FAE-3328C1DBF6FE}">
      <dgm:prSet/>
      <dgm:spPr/>
      <dgm:t>
        <a:bodyPr/>
        <a:lstStyle/>
        <a:p>
          <a:r>
            <a:rPr lang="es-CO" dirty="0"/>
            <a:t>Empleados</a:t>
          </a:r>
        </a:p>
      </dgm:t>
    </dgm:pt>
    <dgm:pt modelId="{CEEE7644-AF7A-4C17-97CC-49B7D9085DC5}" type="parTrans" cxnId="{FEA31298-BE70-4BC3-A8C7-BCA74B424D48}">
      <dgm:prSet/>
      <dgm:spPr/>
      <dgm:t>
        <a:bodyPr/>
        <a:lstStyle/>
        <a:p>
          <a:endParaRPr lang="es-CO"/>
        </a:p>
      </dgm:t>
    </dgm:pt>
    <dgm:pt modelId="{D0FB4316-FFFE-4B56-9371-1C4FFDDC72EC}" type="sibTrans" cxnId="{FEA31298-BE70-4BC3-A8C7-BCA74B424D48}">
      <dgm:prSet/>
      <dgm:spPr/>
      <dgm:t>
        <a:bodyPr/>
        <a:lstStyle/>
        <a:p>
          <a:endParaRPr lang="es-CO"/>
        </a:p>
      </dgm:t>
    </dgm:pt>
    <dgm:pt modelId="{DC1E8F73-BB2B-4679-9028-982C1D645F3C}">
      <dgm:prSet/>
      <dgm:spPr/>
      <dgm:t>
        <a:bodyPr/>
        <a:lstStyle/>
        <a:p>
          <a:r>
            <a:rPr lang="es-CO" dirty="0"/>
            <a:t>Prospectos</a:t>
          </a:r>
        </a:p>
      </dgm:t>
    </dgm:pt>
    <dgm:pt modelId="{072B06F8-0D70-464D-B63C-AB09A72A69BB}" type="parTrans" cxnId="{14717FFB-EFE2-4772-99DD-5CBA9CC9E003}">
      <dgm:prSet/>
      <dgm:spPr/>
      <dgm:t>
        <a:bodyPr/>
        <a:lstStyle/>
        <a:p>
          <a:endParaRPr lang="es-CO"/>
        </a:p>
      </dgm:t>
    </dgm:pt>
    <dgm:pt modelId="{5C482837-9C64-41B0-AAC7-3A4B571B9423}" type="sibTrans" cxnId="{14717FFB-EFE2-4772-99DD-5CBA9CC9E003}">
      <dgm:prSet/>
      <dgm:spPr/>
      <dgm:t>
        <a:bodyPr/>
        <a:lstStyle/>
        <a:p>
          <a:endParaRPr lang="es-CO"/>
        </a:p>
      </dgm:t>
    </dgm:pt>
    <dgm:pt modelId="{1EEA2E0F-479B-45E6-931A-833F95EA7626}">
      <dgm:prSet/>
      <dgm:spPr/>
      <dgm:t>
        <a:bodyPr/>
        <a:lstStyle/>
        <a:p>
          <a:r>
            <a:rPr lang="es-CO" dirty="0"/>
            <a:t>Finanzas</a:t>
          </a:r>
        </a:p>
      </dgm:t>
    </dgm:pt>
    <dgm:pt modelId="{B0C32978-8EBA-4E6C-9697-2A27FC8E8B12}" type="parTrans" cxnId="{E39BBDFC-5B24-4F7C-B1BC-450707F729CA}">
      <dgm:prSet/>
      <dgm:spPr/>
      <dgm:t>
        <a:bodyPr/>
        <a:lstStyle/>
        <a:p>
          <a:endParaRPr lang="es-CO"/>
        </a:p>
      </dgm:t>
    </dgm:pt>
    <dgm:pt modelId="{491CFB0F-A7F9-4A4D-8D86-6AF7D0BEC60A}" type="sibTrans" cxnId="{E39BBDFC-5B24-4F7C-B1BC-450707F729CA}">
      <dgm:prSet/>
      <dgm:spPr/>
      <dgm:t>
        <a:bodyPr/>
        <a:lstStyle/>
        <a:p>
          <a:endParaRPr lang="es-CO"/>
        </a:p>
      </dgm:t>
    </dgm:pt>
    <dgm:pt modelId="{4A891A9D-AF97-422E-8776-8434EE11EFCA}">
      <dgm:prSet/>
      <dgm:spPr/>
      <dgm:t>
        <a:bodyPr/>
        <a:lstStyle/>
        <a:p>
          <a:r>
            <a:rPr lang="es-CO" dirty="0"/>
            <a:t>Datos asociados a los empleados</a:t>
          </a:r>
        </a:p>
      </dgm:t>
    </dgm:pt>
    <dgm:pt modelId="{F65E42A2-A9BE-4EEA-9CBB-053275D15777}" type="parTrans" cxnId="{471F091A-ECEE-4C1B-A520-FCA7E9A86A78}">
      <dgm:prSet/>
      <dgm:spPr/>
      <dgm:t>
        <a:bodyPr/>
        <a:lstStyle/>
        <a:p>
          <a:endParaRPr lang="es-CO"/>
        </a:p>
      </dgm:t>
    </dgm:pt>
    <dgm:pt modelId="{0A1B8231-1E4F-4362-BA55-AF607AF6815B}" type="sibTrans" cxnId="{471F091A-ECEE-4C1B-A520-FCA7E9A86A78}">
      <dgm:prSet/>
      <dgm:spPr/>
      <dgm:t>
        <a:bodyPr/>
        <a:lstStyle/>
        <a:p>
          <a:endParaRPr lang="es-CO"/>
        </a:p>
      </dgm:t>
    </dgm:pt>
    <dgm:pt modelId="{A2A6B85A-E782-460D-9419-08012DB55C44}">
      <dgm:prSet/>
      <dgm:spPr/>
      <dgm:t>
        <a:bodyPr/>
        <a:lstStyle/>
        <a:p>
          <a:r>
            <a:rPr lang="es-CO" b="1" dirty="0"/>
            <a:t>Responsable: </a:t>
          </a:r>
          <a:r>
            <a:rPr lang="es-CO" b="0" dirty="0"/>
            <a:t>Talento humano</a:t>
          </a:r>
          <a:endParaRPr lang="es-CO" b="1" dirty="0"/>
        </a:p>
      </dgm:t>
    </dgm:pt>
    <dgm:pt modelId="{7D28DF49-8285-417D-A067-C18D233FE984}" type="parTrans" cxnId="{939C6F82-2D84-458B-9B85-B9591E8AF367}">
      <dgm:prSet/>
      <dgm:spPr/>
      <dgm:t>
        <a:bodyPr/>
        <a:lstStyle/>
        <a:p>
          <a:endParaRPr lang="es-CO"/>
        </a:p>
      </dgm:t>
    </dgm:pt>
    <dgm:pt modelId="{56E5F04F-7D69-4E9D-A915-7EDB044B7AB0}" type="sibTrans" cxnId="{939C6F82-2D84-458B-9B85-B9591E8AF367}">
      <dgm:prSet/>
      <dgm:spPr/>
      <dgm:t>
        <a:bodyPr/>
        <a:lstStyle/>
        <a:p>
          <a:endParaRPr lang="es-CO"/>
        </a:p>
      </dgm:t>
    </dgm:pt>
    <dgm:pt modelId="{FF935EB1-C305-4891-B8FA-B728E5670F95}">
      <dgm:prSet/>
      <dgm:spPr/>
      <dgm:t>
        <a:bodyPr/>
        <a:lstStyle/>
        <a:p>
          <a:r>
            <a:rPr lang="es-CO" b="1" dirty="0"/>
            <a:t>Responsable: </a:t>
          </a:r>
          <a:r>
            <a:rPr lang="es-CO" b="0" dirty="0"/>
            <a:t>Comercial</a:t>
          </a:r>
          <a:endParaRPr lang="es-CO" b="1" dirty="0"/>
        </a:p>
      </dgm:t>
    </dgm:pt>
    <dgm:pt modelId="{0718AE7A-C302-494D-AFF9-F9FF51803B6B}" type="parTrans" cxnId="{D4E36E6B-C727-4EC4-9F46-229CE8D2D149}">
      <dgm:prSet/>
      <dgm:spPr/>
      <dgm:t>
        <a:bodyPr/>
        <a:lstStyle/>
        <a:p>
          <a:endParaRPr lang="es-CO"/>
        </a:p>
      </dgm:t>
    </dgm:pt>
    <dgm:pt modelId="{F9836761-93A5-4230-9D2B-4BEB893430CB}" type="sibTrans" cxnId="{D4E36E6B-C727-4EC4-9F46-229CE8D2D149}">
      <dgm:prSet/>
      <dgm:spPr/>
      <dgm:t>
        <a:bodyPr/>
        <a:lstStyle/>
        <a:p>
          <a:endParaRPr lang="es-CO"/>
        </a:p>
      </dgm:t>
    </dgm:pt>
    <dgm:pt modelId="{B8D6220D-85C3-4165-B8BD-40321343AABF}">
      <dgm:prSet/>
      <dgm:spPr/>
      <dgm:t>
        <a:bodyPr/>
        <a:lstStyle/>
        <a:p>
          <a:r>
            <a:rPr lang="es-CO" dirty="0"/>
            <a:t>Datos asociados a los prospectos comerciales</a:t>
          </a:r>
        </a:p>
      </dgm:t>
    </dgm:pt>
    <dgm:pt modelId="{00A320BB-64F9-4D6D-BA05-F02E4D5BB8FB}" type="parTrans" cxnId="{F28B82A4-5760-4E47-AFFA-6C1895C50B73}">
      <dgm:prSet/>
      <dgm:spPr/>
      <dgm:t>
        <a:bodyPr/>
        <a:lstStyle/>
        <a:p>
          <a:endParaRPr lang="es-CO"/>
        </a:p>
      </dgm:t>
    </dgm:pt>
    <dgm:pt modelId="{1A18A3C5-EE2B-45F5-89F7-412E7BDFB3C7}" type="sibTrans" cxnId="{F28B82A4-5760-4E47-AFFA-6C1895C50B73}">
      <dgm:prSet/>
      <dgm:spPr/>
      <dgm:t>
        <a:bodyPr/>
        <a:lstStyle/>
        <a:p>
          <a:endParaRPr lang="es-CO"/>
        </a:p>
      </dgm:t>
    </dgm:pt>
    <dgm:pt modelId="{7798B973-BCBE-4964-9215-AA6F2C9F978D}">
      <dgm:prSet/>
      <dgm:spPr/>
      <dgm:t>
        <a:bodyPr/>
        <a:lstStyle/>
        <a:p>
          <a:r>
            <a:rPr lang="es-CO" b="1" dirty="0"/>
            <a:t>Responsable: </a:t>
          </a:r>
          <a:r>
            <a:rPr lang="es-CO" b="0" dirty="0"/>
            <a:t>Dirección estratégica</a:t>
          </a:r>
          <a:endParaRPr lang="es-CO" b="1" dirty="0"/>
        </a:p>
      </dgm:t>
    </dgm:pt>
    <dgm:pt modelId="{B0F4E21F-5B5F-4E17-80BB-B1C25B6E6F48}" type="parTrans" cxnId="{4FA88F7D-A044-4A5F-B85B-223E8EE26226}">
      <dgm:prSet/>
      <dgm:spPr/>
      <dgm:t>
        <a:bodyPr/>
        <a:lstStyle/>
        <a:p>
          <a:endParaRPr lang="es-CO"/>
        </a:p>
      </dgm:t>
    </dgm:pt>
    <dgm:pt modelId="{1A77CB35-CD69-4A82-BE0F-C7674A90BA13}" type="sibTrans" cxnId="{4FA88F7D-A044-4A5F-B85B-223E8EE26226}">
      <dgm:prSet/>
      <dgm:spPr/>
      <dgm:t>
        <a:bodyPr/>
        <a:lstStyle/>
        <a:p>
          <a:endParaRPr lang="es-CO"/>
        </a:p>
      </dgm:t>
    </dgm:pt>
    <dgm:pt modelId="{DBD12F79-6F02-4A6F-B830-B5F2A5CDE9EF}">
      <dgm:prSet/>
      <dgm:spPr/>
      <dgm:t>
        <a:bodyPr/>
        <a:lstStyle/>
        <a:p>
          <a:r>
            <a:rPr lang="es-CO" dirty="0"/>
            <a:t>Datos asociados a la contabilidad y al componente financiero del negocio</a:t>
          </a:r>
        </a:p>
      </dgm:t>
    </dgm:pt>
    <dgm:pt modelId="{2B0286EF-7952-44B2-9AD2-FB9306CA7194}" type="parTrans" cxnId="{8D3F87BE-7C97-4573-9679-D090947AB883}">
      <dgm:prSet/>
      <dgm:spPr/>
      <dgm:t>
        <a:bodyPr/>
        <a:lstStyle/>
        <a:p>
          <a:endParaRPr lang="es-CO"/>
        </a:p>
      </dgm:t>
    </dgm:pt>
    <dgm:pt modelId="{2927262A-D7DB-4F24-9B82-0BCC3950C114}" type="sibTrans" cxnId="{8D3F87BE-7C97-4573-9679-D090947AB883}">
      <dgm:prSet/>
      <dgm:spPr/>
      <dgm:t>
        <a:bodyPr/>
        <a:lstStyle/>
        <a:p>
          <a:endParaRPr lang="es-CO"/>
        </a:p>
      </dgm:t>
    </dgm:pt>
    <dgm:pt modelId="{980A6BF9-430A-4A36-B2D9-DAAC81769311}" type="pres">
      <dgm:prSet presAssocID="{70791F73-C6D8-4472-AFF5-413C322DA153}" presName="theList" presStyleCnt="0">
        <dgm:presLayoutVars>
          <dgm:dir/>
          <dgm:animLvl val="lvl"/>
          <dgm:resizeHandles val="exact"/>
        </dgm:presLayoutVars>
      </dgm:prSet>
      <dgm:spPr/>
    </dgm:pt>
    <dgm:pt modelId="{44D0FF93-4CF2-4B81-9115-BE08B7C61349}" type="pres">
      <dgm:prSet presAssocID="{0D67F764-4400-40FF-BD60-4C4C664C186D}" presName="compNode" presStyleCnt="0"/>
      <dgm:spPr/>
    </dgm:pt>
    <dgm:pt modelId="{99EFE87D-9F82-47B4-8BA1-1D2C30BED3C8}" type="pres">
      <dgm:prSet presAssocID="{0D67F764-4400-40FF-BD60-4C4C664C186D}" presName="aNode" presStyleLbl="bgShp" presStyleIdx="0" presStyleCnt="6"/>
      <dgm:spPr/>
    </dgm:pt>
    <dgm:pt modelId="{01273530-CA97-464B-A0B7-7549B57C6A9F}" type="pres">
      <dgm:prSet presAssocID="{0D67F764-4400-40FF-BD60-4C4C664C186D}" presName="textNode" presStyleLbl="bgShp" presStyleIdx="0" presStyleCnt="6"/>
      <dgm:spPr/>
    </dgm:pt>
    <dgm:pt modelId="{AAAF87B0-542C-4F86-BD79-63EFF08A3225}" type="pres">
      <dgm:prSet presAssocID="{0D67F764-4400-40FF-BD60-4C4C664C186D}" presName="compChildNode" presStyleCnt="0"/>
      <dgm:spPr/>
    </dgm:pt>
    <dgm:pt modelId="{0EEFC4D4-8290-4ABF-8B0B-AF1BABAE9010}" type="pres">
      <dgm:prSet presAssocID="{0D67F764-4400-40FF-BD60-4C4C664C186D}" presName="theInnerList" presStyleCnt="0"/>
      <dgm:spPr/>
    </dgm:pt>
    <dgm:pt modelId="{CB0916B4-E64D-40A8-8486-6414E0F49A42}" type="pres">
      <dgm:prSet presAssocID="{AE4C5B91-E8A5-4D8B-9C9E-D0328C97697A}" presName="childNode" presStyleLbl="node1" presStyleIdx="0" presStyleCnt="12">
        <dgm:presLayoutVars>
          <dgm:bulletEnabled val="1"/>
        </dgm:presLayoutVars>
      </dgm:prSet>
      <dgm:spPr/>
    </dgm:pt>
    <dgm:pt modelId="{B7E96550-9D2B-4393-A3B8-F60935910921}" type="pres">
      <dgm:prSet presAssocID="{AE4C5B91-E8A5-4D8B-9C9E-D0328C97697A}" presName="aSpace2" presStyleCnt="0"/>
      <dgm:spPr/>
    </dgm:pt>
    <dgm:pt modelId="{C620DCB4-D9D3-403B-8C18-D9647D75F080}" type="pres">
      <dgm:prSet presAssocID="{4B5B9A7D-71CA-436F-8799-64B11B8A9443}" presName="childNode" presStyleLbl="node1" presStyleIdx="1" presStyleCnt="12">
        <dgm:presLayoutVars>
          <dgm:bulletEnabled val="1"/>
        </dgm:presLayoutVars>
      </dgm:prSet>
      <dgm:spPr/>
    </dgm:pt>
    <dgm:pt modelId="{844F043A-1BB4-44C6-99A2-FE225E112A9C}" type="pres">
      <dgm:prSet presAssocID="{0D67F764-4400-40FF-BD60-4C4C664C186D}" presName="aSpace" presStyleCnt="0"/>
      <dgm:spPr/>
    </dgm:pt>
    <dgm:pt modelId="{6A6BB274-C223-4AF0-8E93-3D8CBB267395}" type="pres">
      <dgm:prSet presAssocID="{06A5D95D-0F24-45F2-8C7F-AD81FB35E13B}" presName="compNode" presStyleCnt="0"/>
      <dgm:spPr/>
    </dgm:pt>
    <dgm:pt modelId="{A5C63D66-F504-467B-BDD9-6D47DA7C8F69}" type="pres">
      <dgm:prSet presAssocID="{06A5D95D-0F24-45F2-8C7F-AD81FB35E13B}" presName="aNode" presStyleLbl="bgShp" presStyleIdx="1" presStyleCnt="6"/>
      <dgm:spPr/>
    </dgm:pt>
    <dgm:pt modelId="{FCF394F4-EECB-4168-AAC8-FCCCDDA9C92A}" type="pres">
      <dgm:prSet presAssocID="{06A5D95D-0F24-45F2-8C7F-AD81FB35E13B}" presName="textNode" presStyleLbl="bgShp" presStyleIdx="1" presStyleCnt="6"/>
      <dgm:spPr/>
    </dgm:pt>
    <dgm:pt modelId="{FAE5B384-5A20-490C-B219-114BC8269532}" type="pres">
      <dgm:prSet presAssocID="{06A5D95D-0F24-45F2-8C7F-AD81FB35E13B}" presName="compChildNode" presStyleCnt="0"/>
      <dgm:spPr/>
    </dgm:pt>
    <dgm:pt modelId="{66A746EC-0B23-4A97-A7D3-3EA1E0B71B57}" type="pres">
      <dgm:prSet presAssocID="{06A5D95D-0F24-45F2-8C7F-AD81FB35E13B}" presName="theInnerList" presStyleCnt="0"/>
      <dgm:spPr/>
    </dgm:pt>
    <dgm:pt modelId="{27059899-AF0A-4365-8425-07369EE0BCA3}" type="pres">
      <dgm:prSet presAssocID="{AEADA2DA-902A-41AC-A606-C334816581F9}" presName="childNode" presStyleLbl="node1" presStyleIdx="2" presStyleCnt="12">
        <dgm:presLayoutVars>
          <dgm:bulletEnabled val="1"/>
        </dgm:presLayoutVars>
      </dgm:prSet>
      <dgm:spPr/>
    </dgm:pt>
    <dgm:pt modelId="{64F419A5-98D8-4F6F-93EB-4B37D1C876BF}" type="pres">
      <dgm:prSet presAssocID="{AEADA2DA-902A-41AC-A606-C334816581F9}" presName="aSpace2" presStyleCnt="0"/>
      <dgm:spPr/>
    </dgm:pt>
    <dgm:pt modelId="{2C54516C-367E-4FB2-B03E-6A768E1CE831}" type="pres">
      <dgm:prSet presAssocID="{BABA2E37-6BA2-4358-BCBB-E74651312755}" presName="childNode" presStyleLbl="node1" presStyleIdx="3" presStyleCnt="12">
        <dgm:presLayoutVars>
          <dgm:bulletEnabled val="1"/>
        </dgm:presLayoutVars>
      </dgm:prSet>
      <dgm:spPr/>
    </dgm:pt>
    <dgm:pt modelId="{4B3D1957-7C4A-4FAB-A3C3-4A3A3DB99268}" type="pres">
      <dgm:prSet presAssocID="{06A5D95D-0F24-45F2-8C7F-AD81FB35E13B}" presName="aSpace" presStyleCnt="0"/>
      <dgm:spPr/>
    </dgm:pt>
    <dgm:pt modelId="{F0D0E4C0-B490-4D78-BC90-B5BD2AABE36D}" type="pres">
      <dgm:prSet presAssocID="{5A19FF76-58A3-408A-B5E4-82A21C7EADCE}" presName="compNode" presStyleCnt="0"/>
      <dgm:spPr/>
    </dgm:pt>
    <dgm:pt modelId="{146A89FA-AADD-4E8C-B9E7-38819245E5B1}" type="pres">
      <dgm:prSet presAssocID="{5A19FF76-58A3-408A-B5E4-82A21C7EADCE}" presName="aNode" presStyleLbl="bgShp" presStyleIdx="2" presStyleCnt="6"/>
      <dgm:spPr/>
    </dgm:pt>
    <dgm:pt modelId="{BB1D9434-D9D8-4B89-8066-467695F8E0FB}" type="pres">
      <dgm:prSet presAssocID="{5A19FF76-58A3-408A-B5E4-82A21C7EADCE}" presName="textNode" presStyleLbl="bgShp" presStyleIdx="2" presStyleCnt="6"/>
      <dgm:spPr/>
    </dgm:pt>
    <dgm:pt modelId="{A18DC858-8E04-4209-AF14-6D2818EE9254}" type="pres">
      <dgm:prSet presAssocID="{5A19FF76-58A3-408A-B5E4-82A21C7EADCE}" presName="compChildNode" presStyleCnt="0"/>
      <dgm:spPr/>
    </dgm:pt>
    <dgm:pt modelId="{9AC76ECC-CACF-4502-A5BB-6B3447E014FF}" type="pres">
      <dgm:prSet presAssocID="{5A19FF76-58A3-408A-B5E4-82A21C7EADCE}" presName="theInnerList" presStyleCnt="0"/>
      <dgm:spPr/>
    </dgm:pt>
    <dgm:pt modelId="{64E50F8F-4637-4C21-B5E7-39EE89D3DE68}" type="pres">
      <dgm:prSet presAssocID="{9DB2342F-B58E-4092-B751-75421CAF7B5D}" presName="childNode" presStyleLbl="node1" presStyleIdx="4" presStyleCnt="12">
        <dgm:presLayoutVars>
          <dgm:bulletEnabled val="1"/>
        </dgm:presLayoutVars>
      </dgm:prSet>
      <dgm:spPr/>
    </dgm:pt>
    <dgm:pt modelId="{666C1090-C44C-4D65-A8CC-86A6CF8FEB1A}" type="pres">
      <dgm:prSet presAssocID="{9DB2342F-B58E-4092-B751-75421CAF7B5D}" presName="aSpace2" presStyleCnt="0"/>
      <dgm:spPr/>
    </dgm:pt>
    <dgm:pt modelId="{A563DC85-20C6-4DD2-98B4-39E7D2AEA153}" type="pres">
      <dgm:prSet presAssocID="{06A22AC8-8372-4349-AC05-DD3808F73A0B}" presName="childNode" presStyleLbl="node1" presStyleIdx="5" presStyleCnt="12">
        <dgm:presLayoutVars>
          <dgm:bulletEnabled val="1"/>
        </dgm:presLayoutVars>
      </dgm:prSet>
      <dgm:spPr/>
    </dgm:pt>
    <dgm:pt modelId="{097A5323-B6BD-4C00-ABD2-D9AA3D2AFA0C}" type="pres">
      <dgm:prSet presAssocID="{5A19FF76-58A3-408A-B5E4-82A21C7EADCE}" presName="aSpace" presStyleCnt="0"/>
      <dgm:spPr/>
    </dgm:pt>
    <dgm:pt modelId="{236980CE-D657-4A10-8AF1-6D9EDE5A0015}" type="pres">
      <dgm:prSet presAssocID="{A060B97E-B75B-4366-9FAE-3328C1DBF6FE}" presName="compNode" presStyleCnt="0"/>
      <dgm:spPr/>
    </dgm:pt>
    <dgm:pt modelId="{4F06DF40-D8D9-448A-B513-D26F2A3A2725}" type="pres">
      <dgm:prSet presAssocID="{A060B97E-B75B-4366-9FAE-3328C1DBF6FE}" presName="aNode" presStyleLbl="bgShp" presStyleIdx="3" presStyleCnt="6"/>
      <dgm:spPr/>
    </dgm:pt>
    <dgm:pt modelId="{43706C50-F11F-4C8C-9889-FC7C45B9AD53}" type="pres">
      <dgm:prSet presAssocID="{A060B97E-B75B-4366-9FAE-3328C1DBF6FE}" presName="textNode" presStyleLbl="bgShp" presStyleIdx="3" presStyleCnt="6"/>
      <dgm:spPr/>
    </dgm:pt>
    <dgm:pt modelId="{00E6C04D-E477-4E5E-9FF8-0BB0F8DCDD4E}" type="pres">
      <dgm:prSet presAssocID="{A060B97E-B75B-4366-9FAE-3328C1DBF6FE}" presName="compChildNode" presStyleCnt="0"/>
      <dgm:spPr/>
    </dgm:pt>
    <dgm:pt modelId="{DDADA1D2-E49A-4292-977C-274B5A52539F}" type="pres">
      <dgm:prSet presAssocID="{A060B97E-B75B-4366-9FAE-3328C1DBF6FE}" presName="theInnerList" presStyleCnt="0"/>
      <dgm:spPr/>
    </dgm:pt>
    <dgm:pt modelId="{B7BF0E0A-D1B3-4CEF-B34E-C6D4D5511024}" type="pres">
      <dgm:prSet presAssocID="{4A891A9D-AF97-422E-8776-8434EE11EFCA}" presName="childNode" presStyleLbl="node1" presStyleIdx="6" presStyleCnt="12">
        <dgm:presLayoutVars>
          <dgm:bulletEnabled val="1"/>
        </dgm:presLayoutVars>
      </dgm:prSet>
      <dgm:spPr/>
    </dgm:pt>
    <dgm:pt modelId="{BCAEA778-9B4A-4713-867E-3203CEDE04F7}" type="pres">
      <dgm:prSet presAssocID="{4A891A9D-AF97-422E-8776-8434EE11EFCA}" presName="aSpace2" presStyleCnt="0"/>
      <dgm:spPr/>
    </dgm:pt>
    <dgm:pt modelId="{66C7589A-21C4-442B-BC93-3E4F74079974}" type="pres">
      <dgm:prSet presAssocID="{A2A6B85A-E782-460D-9419-08012DB55C44}" presName="childNode" presStyleLbl="node1" presStyleIdx="7" presStyleCnt="12">
        <dgm:presLayoutVars>
          <dgm:bulletEnabled val="1"/>
        </dgm:presLayoutVars>
      </dgm:prSet>
      <dgm:spPr/>
    </dgm:pt>
    <dgm:pt modelId="{E3159B9A-8362-409B-A9F1-99352433B69D}" type="pres">
      <dgm:prSet presAssocID="{A060B97E-B75B-4366-9FAE-3328C1DBF6FE}" presName="aSpace" presStyleCnt="0"/>
      <dgm:spPr/>
    </dgm:pt>
    <dgm:pt modelId="{D8C7D993-DC9D-4E9C-9B24-541727D7267B}" type="pres">
      <dgm:prSet presAssocID="{DC1E8F73-BB2B-4679-9028-982C1D645F3C}" presName="compNode" presStyleCnt="0"/>
      <dgm:spPr/>
    </dgm:pt>
    <dgm:pt modelId="{840FA192-4B24-41C0-9B73-8E7FCE8352CB}" type="pres">
      <dgm:prSet presAssocID="{DC1E8F73-BB2B-4679-9028-982C1D645F3C}" presName="aNode" presStyleLbl="bgShp" presStyleIdx="4" presStyleCnt="6"/>
      <dgm:spPr/>
    </dgm:pt>
    <dgm:pt modelId="{BDC8ABD1-FB4A-47DC-903D-EB7DECA12E2E}" type="pres">
      <dgm:prSet presAssocID="{DC1E8F73-BB2B-4679-9028-982C1D645F3C}" presName="textNode" presStyleLbl="bgShp" presStyleIdx="4" presStyleCnt="6"/>
      <dgm:spPr/>
    </dgm:pt>
    <dgm:pt modelId="{E8D694EB-C575-4D76-82E3-ABD6171589FC}" type="pres">
      <dgm:prSet presAssocID="{DC1E8F73-BB2B-4679-9028-982C1D645F3C}" presName="compChildNode" presStyleCnt="0"/>
      <dgm:spPr/>
    </dgm:pt>
    <dgm:pt modelId="{06D993DD-91AA-48BC-822E-3E9E69A225D3}" type="pres">
      <dgm:prSet presAssocID="{DC1E8F73-BB2B-4679-9028-982C1D645F3C}" presName="theInnerList" presStyleCnt="0"/>
      <dgm:spPr/>
    </dgm:pt>
    <dgm:pt modelId="{6A73E468-D2F5-42BA-9920-528244CDDF8F}" type="pres">
      <dgm:prSet presAssocID="{B8D6220D-85C3-4165-B8BD-40321343AABF}" presName="childNode" presStyleLbl="node1" presStyleIdx="8" presStyleCnt="12">
        <dgm:presLayoutVars>
          <dgm:bulletEnabled val="1"/>
        </dgm:presLayoutVars>
      </dgm:prSet>
      <dgm:spPr/>
    </dgm:pt>
    <dgm:pt modelId="{F9B0CDCF-1F52-4B51-BEEA-DD09AF483BC4}" type="pres">
      <dgm:prSet presAssocID="{B8D6220D-85C3-4165-B8BD-40321343AABF}" presName="aSpace2" presStyleCnt="0"/>
      <dgm:spPr/>
    </dgm:pt>
    <dgm:pt modelId="{007818DF-7DAB-4A1D-96C9-EF1F1E53A512}" type="pres">
      <dgm:prSet presAssocID="{FF935EB1-C305-4891-B8FA-B728E5670F95}" presName="childNode" presStyleLbl="node1" presStyleIdx="9" presStyleCnt="12">
        <dgm:presLayoutVars>
          <dgm:bulletEnabled val="1"/>
        </dgm:presLayoutVars>
      </dgm:prSet>
      <dgm:spPr/>
    </dgm:pt>
    <dgm:pt modelId="{D0129CB1-151A-4ADC-9387-DD95B1D78EEC}" type="pres">
      <dgm:prSet presAssocID="{DC1E8F73-BB2B-4679-9028-982C1D645F3C}" presName="aSpace" presStyleCnt="0"/>
      <dgm:spPr/>
    </dgm:pt>
    <dgm:pt modelId="{8BBA0183-4C64-49C5-A4D3-179E4EFCE5B4}" type="pres">
      <dgm:prSet presAssocID="{1EEA2E0F-479B-45E6-931A-833F95EA7626}" presName="compNode" presStyleCnt="0"/>
      <dgm:spPr/>
    </dgm:pt>
    <dgm:pt modelId="{BB760E9A-C293-49C1-8679-11EFD791F437}" type="pres">
      <dgm:prSet presAssocID="{1EEA2E0F-479B-45E6-931A-833F95EA7626}" presName="aNode" presStyleLbl="bgShp" presStyleIdx="5" presStyleCnt="6"/>
      <dgm:spPr/>
    </dgm:pt>
    <dgm:pt modelId="{7D3A429F-3822-4A32-8878-1ED4461096A4}" type="pres">
      <dgm:prSet presAssocID="{1EEA2E0F-479B-45E6-931A-833F95EA7626}" presName="textNode" presStyleLbl="bgShp" presStyleIdx="5" presStyleCnt="6"/>
      <dgm:spPr/>
    </dgm:pt>
    <dgm:pt modelId="{A23DB8D5-D602-4904-9B82-3150C842BDE0}" type="pres">
      <dgm:prSet presAssocID="{1EEA2E0F-479B-45E6-931A-833F95EA7626}" presName="compChildNode" presStyleCnt="0"/>
      <dgm:spPr/>
    </dgm:pt>
    <dgm:pt modelId="{C2E61CAE-41E8-432B-8030-8B39D7DF80D7}" type="pres">
      <dgm:prSet presAssocID="{1EEA2E0F-479B-45E6-931A-833F95EA7626}" presName="theInnerList" presStyleCnt="0"/>
      <dgm:spPr/>
    </dgm:pt>
    <dgm:pt modelId="{C2D2A973-F6A9-4D3E-A3C7-4BDCE59ACB01}" type="pres">
      <dgm:prSet presAssocID="{DBD12F79-6F02-4A6F-B830-B5F2A5CDE9EF}" presName="childNode" presStyleLbl="node1" presStyleIdx="10" presStyleCnt="12">
        <dgm:presLayoutVars>
          <dgm:bulletEnabled val="1"/>
        </dgm:presLayoutVars>
      </dgm:prSet>
      <dgm:spPr/>
    </dgm:pt>
    <dgm:pt modelId="{35172F3F-8D23-4222-B6F3-9949779A5C70}" type="pres">
      <dgm:prSet presAssocID="{DBD12F79-6F02-4A6F-B830-B5F2A5CDE9EF}" presName="aSpace2" presStyleCnt="0"/>
      <dgm:spPr/>
    </dgm:pt>
    <dgm:pt modelId="{C69EFC7D-259C-41A1-95CA-02B9CDCE69C5}" type="pres">
      <dgm:prSet presAssocID="{7798B973-BCBE-4964-9215-AA6F2C9F978D}" presName="childNode" presStyleLbl="node1" presStyleIdx="11" presStyleCnt="12">
        <dgm:presLayoutVars>
          <dgm:bulletEnabled val="1"/>
        </dgm:presLayoutVars>
      </dgm:prSet>
      <dgm:spPr/>
    </dgm:pt>
  </dgm:ptLst>
  <dgm:cxnLst>
    <dgm:cxn modelId="{1E9E7602-7D10-4F6C-AECC-0D433F0FB10F}" type="presOf" srcId="{06A22AC8-8372-4349-AC05-DD3808F73A0B}" destId="{A563DC85-20C6-4DD2-98B4-39E7D2AEA153}" srcOrd="0" destOrd="0" presId="urn:microsoft.com/office/officeart/2005/8/layout/lProcess2"/>
    <dgm:cxn modelId="{9353A214-E41A-4AB9-86D3-B6CE94CA9413}" type="presOf" srcId="{A060B97E-B75B-4366-9FAE-3328C1DBF6FE}" destId="{43706C50-F11F-4C8C-9889-FC7C45B9AD53}" srcOrd="1" destOrd="0" presId="urn:microsoft.com/office/officeart/2005/8/layout/lProcess2"/>
    <dgm:cxn modelId="{97069E16-D388-43E4-826D-BF65FD46A82C}" srcId="{0D67F764-4400-40FF-BD60-4C4C664C186D}" destId="{4B5B9A7D-71CA-436F-8799-64B11B8A9443}" srcOrd="1" destOrd="0" parTransId="{213DA47A-515E-45FE-8F4F-5E4672F10F83}" sibTransId="{F219A117-1060-415D-B97E-90C3769696F0}"/>
    <dgm:cxn modelId="{471F091A-ECEE-4C1B-A520-FCA7E9A86A78}" srcId="{A060B97E-B75B-4366-9FAE-3328C1DBF6FE}" destId="{4A891A9D-AF97-422E-8776-8434EE11EFCA}" srcOrd="0" destOrd="0" parTransId="{F65E42A2-A9BE-4EEA-9CBB-053275D15777}" sibTransId="{0A1B8231-1E4F-4362-BA55-AF607AF6815B}"/>
    <dgm:cxn modelId="{EB59F020-2929-484D-9B53-C8109B8FBEA6}" srcId="{70791F73-C6D8-4472-AFF5-413C322DA153}" destId="{0D67F764-4400-40FF-BD60-4C4C664C186D}" srcOrd="0" destOrd="0" parTransId="{0EB24998-0DE4-415D-833E-DD9E71C88EE3}" sibTransId="{40057BAB-A93A-4FCD-8943-A01DFE83CDC4}"/>
    <dgm:cxn modelId="{788D2E23-FBB2-4F1E-8F4B-4D6B5145E2B2}" type="presOf" srcId="{A2A6B85A-E782-460D-9419-08012DB55C44}" destId="{66C7589A-21C4-442B-BC93-3E4F74079974}" srcOrd="0" destOrd="0" presId="urn:microsoft.com/office/officeart/2005/8/layout/lProcess2"/>
    <dgm:cxn modelId="{95C06A37-E7C0-4BDD-B327-3719C458CAB6}" type="presOf" srcId="{0D67F764-4400-40FF-BD60-4C4C664C186D}" destId="{01273530-CA97-464B-A0B7-7549B57C6A9F}" srcOrd="1" destOrd="0" presId="urn:microsoft.com/office/officeart/2005/8/layout/lProcess2"/>
    <dgm:cxn modelId="{B7B90B3A-DF81-4DA9-936E-7F38EDF54FAD}" type="presOf" srcId="{5A19FF76-58A3-408A-B5E4-82A21C7EADCE}" destId="{BB1D9434-D9D8-4B89-8066-467695F8E0FB}" srcOrd="1" destOrd="0" presId="urn:microsoft.com/office/officeart/2005/8/layout/lProcess2"/>
    <dgm:cxn modelId="{7493CC42-B3D3-4119-B969-AD4B57249075}" type="presOf" srcId="{4B5B9A7D-71CA-436F-8799-64B11B8A9443}" destId="{C620DCB4-D9D3-403B-8C18-D9647D75F080}" srcOrd="0" destOrd="0" presId="urn:microsoft.com/office/officeart/2005/8/layout/lProcess2"/>
    <dgm:cxn modelId="{862DF949-A05E-48E6-9546-104058341293}" type="presOf" srcId="{FF935EB1-C305-4891-B8FA-B728E5670F95}" destId="{007818DF-7DAB-4A1D-96C9-EF1F1E53A512}" srcOrd="0" destOrd="0" presId="urn:microsoft.com/office/officeart/2005/8/layout/lProcess2"/>
    <dgm:cxn modelId="{0B3C0C4E-C9AF-4A69-9D00-0B06D44953BF}" type="presOf" srcId="{0D67F764-4400-40FF-BD60-4C4C664C186D}" destId="{99EFE87D-9F82-47B4-8BA1-1D2C30BED3C8}" srcOrd="0" destOrd="0" presId="urn:microsoft.com/office/officeart/2005/8/layout/lProcess2"/>
    <dgm:cxn modelId="{EB2B6053-DF1A-4868-8BB6-4E63C9D9C4FA}" type="presOf" srcId="{AEADA2DA-902A-41AC-A606-C334816581F9}" destId="{27059899-AF0A-4365-8425-07369EE0BCA3}" srcOrd="0" destOrd="0" presId="urn:microsoft.com/office/officeart/2005/8/layout/lProcess2"/>
    <dgm:cxn modelId="{53C56861-3E65-43A7-8CCC-928949943709}" type="presOf" srcId="{4A891A9D-AF97-422E-8776-8434EE11EFCA}" destId="{B7BF0E0A-D1B3-4CEF-B34E-C6D4D5511024}" srcOrd="0" destOrd="0" presId="urn:microsoft.com/office/officeart/2005/8/layout/lProcess2"/>
    <dgm:cxn modelId="{D4E36E6B-C727-4EC4-9F46-229CE8D2D149}" srcId="{DC1E8F73-BB2B-4679-9028-982C1D645F3C}" destId="{FF935EB1-C305-4891-B8FA-B728E5670F95}" srcOrd="1" destOrd="0" parTransId="{0718AE7A-C302-494D-AFF9-F9FF51803B6B}" sibTransId="{F9836761-93A5-4230-9D2B-4BEB893430CB}"/>
    <dgm:cxn modelId="{789D036F-77E0-486B-A13D-E8531959B6F1}" srcId="{06A5D95D-0F24-45F2-8C7F-AD81FB35E13B}" destId="{BABA2E37-6BA2-4358-BCBB-E74651312755}" srcOrd="1" destOrd="0" parTransId="{935C89F0-153E-4832-9FBD-CB13E744798D}" sibTransId="{25412401-F44E-4C67-BCFE-B4E96E657727}"/>
    <dgm:cxn modelId="{4CC3666F-BBA7-4A59-8B5D-70DFEE39F282}" type="presOf" srcId="{DC1E8F73-BB2B-4679-9028-982C1D645F3C}" destId="{840FA192-4B24-41C0-9B73-8E7FCE8352CB}" srcOrd="0" destOrd="0" presId="urn:microsoft.com/office/officeart/2005/8/layout/lProcess2"/>
    <dgm:cxn modelId="{4FA88F7D-A044-4A5F-B85B-223E8EE26226}" srcId="{1EEA2E0F-479B-45E6-931A-833F95EA7626}" destId="{7798B973-BCBE-4964-9215-AA6F2C9F978D}" srcOrd="1" destOrd="0" parTransId="{B0F4E21F-5B5F-4E17-80BB-B1C25B6E6F48}" sibTransId="{1A77CB35-CD69-4A82-BE0F-C7674A90BA13}"/>
    <dgm:cxn modelId="{939C6F82-2D84-458B-9B85-B9591E8AF367}" srcId="{A060B97E-B75B-4366-9FAE-3328C1DBF6FE}" destId="{A2A6B85A-E782-460D-9419-08012DB55C44}" srcOrd="1" destOrd="0" parTransId="{7D28DF49-8285-417D-A067-C18D233FE984}" sibTransId="{56E5F04F-7D69-4E9D-A915-7EDB044B7AB0}"/>
    <dgm:cxn modelId="{776B5D92-A789-4A10-B18C-99FD8537581A}" type="presOf" srcId="{BABA2E37-6BA2-4358-BCBB-E74651312755}" destId="{2C54516C-367E-4FB2-B03E-6A768E1CE831}" srcOrd="0" destOrd="0" presId="urn:microsoft.com/office/officeart/2005/8/layout/lProcess2"/>
    <dgm:cxn modelId="{FEA31298-BE70-4BC3-A8C7-BCA74B424D48}" srcId="{70791F73-C6D8-4472-AFF5-413C322DA153}" destId="{A060B97E-B75B-4366-9FAE-3328C1DBF6FE}" srcOrd="3" destOrd="0" parTransId="{CEEE7644-AF7A-4C17-97CC-49B7D9085DC5}" sibTransId="{D0FB4316-FFFE-4B56-9371-1C4FFDDC72EC}"/>
    <dgm:cxn modelId="{D5D0009D-8BB4-4E13-9CBE-B2D0E7D98E83}" srcId="{06A5D95D-0F24-45F2-8C7F-AD81FB35E13B}" destId="{AEADA2DA-902A-41AC-A606-C334816581F9}" srcOrd="0" destOrd="0" parTransId="{A8AF8BB4-10B8-4181-9A74-4FA76632209F}" sibTransId="{7873F544-8F75-4548-9550-B86111A88377}"/>
    <dgm:cxn modelId="{A334939F-EA41-48EE-8285-01F52AF89E3F}" type="presOf" srcId="{DBD12F79-6F02-4A6F-B830-B5F2A5CDE9EF}" destId="{C2D2A973-F6A9-4D3E-A3C7-4BDCE59ACB01}" srcOrd="0" destOrd="0" presId="urn:microsoft.com/office/officeart/2005/8/layout/lProcess2"/>
    <dgm:cxn modelId="{FCA286A1-1123-45A2-9D58-22368C5F0211}" type="presOf" srcId="{5A19FF76-58A3-408A-B5E4-82A21C7EADCE}" destId="{146A89FA-AADD-4E8C-B9E7-38819245E5B1}" srcOrd="0" destOrd="0" presId="urn:microsoft.com/office/officeart/2005/8/layout/lProcess2"/>
    <dgm:cxn modelId="{79796DA4-8D20-4456-A9C2-20DDABC038B5}" srcId="{5A19FF76-58A3-408A-B5E4-82A21C7EADCE}" destId="{06A22AC8-8372-4349-AC05-DD3808F73A0B}" srcOrd="1" destOrd="0" parTransId="{449DEA23-EC48-48E1-B75A-50197ECBAAB2}" sibTransId="{42F0B562-8379-454B-B405-46A752817A3C}"/>
    <dgm:cxn modelId="{F28B82A4-5760-4E47-AFFA-6C1895C50B73}" srcId="{DC1E8F73-BB2B-4679-9028-982C1D645F3C}" destId="{B8D6220D-85C3-4165-B8BD-40321343AABF}" srcOrd="0" destOrd="0" parTransId="{00A320BB-64F9-4D6D-BA05-F02E4D5BB8FB}" sibTransId="{1A18A3C5-EE2B-45F5-89F7-412E7BDFB3C7}"/>
    <dgm:cxn modelId="{587B80AB-A294-46BB-ABE4-AAD063BA4371}" type="presOf" srcId="{B8D6220D-85C3-4165-B8BD-40321343AABF}" destId="{6A73E468-D2F5-42BA-9920-528244CDDF8F}" srcOrd="0" destOrd="0" presId="urn:microsoft.com/office/officeart/2005/8/layout/lProcess2"/>
    <dgm:cxn modelId="{6FF434B4-FCC4-4AAF-B8AB-05DE1ECDB36F}" type="presOf" srcId="{AE4C5B91-E8A5-4D8B-9C9E-D0328C97697A}" destId="{CB0916B4-E64D-40A8-8486-6414E0F49A42}" srcOrd="0" destOrd="0" presId="urn:microsoft.com/office/officeart/2005/8/layout/lProcess2"/>
    <dgm:cxn modelId="{A2F545B7-2C40-4856-A0A5-1A3AE071FE3D}" type="presOf" srcId="{1EEA2E0F-479B-45E6-931A-833F95EA7626}" destId="{7D3A429F-3822-4A32-8878-1ED4461096A4}" srcOrd="1" destOrd="0" presId="urn:microsoft.com/office/officeart/2005/8/layout/lProcess2"/>
    <dgm:cxn modelId="{8D3F87BE-7C97-4573-9679-D090947AB883}" srcId="{1EEA2E0F-479B-45E6-931A-833F95EA7626}" destId="{DBD12F79-6F02-4A6F-B830-B5F2A5CDE9EF}" srcOrd="0" destOrd="0" parTransId="{2B0286EF-7952-44B2-9AD2-FB9306CA7194}" sibTransId="{2927262A-D7DB-4F24-9B82-0BCC3950C114}"/>
    <dgm:cxn modelId="{91F4FDC8-820E-4E84-A15A-7E158C9C36B3}" type="presOf" srcId="{06A5D95D-0F24-45F2-8C7F-AD81FB35E13B}" destId="{FCF394F4-EECB-4168-AAC8-FCCCDDA9C92A}" srcOrd="1" destOrd="0" presId="urn:microsoft.com/office/officeart/2005/8/layout/lProcess2"/>
    <dgm:cxn modelId="{3E301DC9-9A29-48CA-B9BB-629AB71C7A52}" type="presOf" srcId="{1EEA2E0F-479B-45E6-931A-833F95EA7626}" destId="{BB760E9A-C293-49C1-8679-11EFD791F437}" srcOrd="0" destOrd="0" presId="urn:microsoft.com/office/officeart/2005/8/layout/lProcess2"/>
    <dgm:cxn modelId="{2E959EC9-5352-4F97-ABAD-8C4830575E3B}" srcId="{70791F73-C6D8-4472-AFF5-413C322DA153}" destId="{06A5D95D-0F24-45F2-8C7F-AD81FB35E13B}" srcOrd="1" destOrd="0" parTransId="{C04C17A9-40E6-468E-B0EE-38464E98C979}" sibTransId="{5FCC4D05-26A3-4564-A537-A990E2FB0FCF}"/>
    <dgm:cxn modelId="{5FD2AACA-567A-4CB7-A808-2D69F336E760}" type="presOf" srcId="{A060B97E-B75B-4366-9FAE-3328C1DBF6FE}" destId="{4F06DF40-D8D9-448A-B513-D26F2A3A2725}" srcOrd="0" destOrd="0" presId="urn:microsoft.com/office/officeart/2005/8/layout/lProcess2"/>
    <dgm:cxn modelId="{E7085ECD-0308-4393-8F77-CC609B06E8C4}" srcId="{0D67F764-4400-40FF-BD60-4C4C664C186D}" destId="{AE4C5B91-E8A5-4D8B-9C9E-D0328C97697A}" srcOrd="0" destOrd="0" parTransId="{F67DDBD9-94BE-4DF4-8508-92E534ACAD57}" sibTransId="{BE769EF2-D80A-40A7-ADBF-9490BCE6C1B0}"/>
    <dgm:cxn modelId="{B396A1D1-4797-4223-925A-96EA2A75A9F3}" type="presOf" srcId="{9DB2342F-B58E-4092-B751-75421CAF7B5D}" destId="{64E50F8F-4637-4C21-B5E7-39EE89D3DE68}" srcOrd="0" destOrd="0" presId="urn:microsoft.com/office/officeart/2005/8/layout/lProcess2"/>
    <dgm:cxn modelId="{049EA0DF-EDF0-4C51-9D11-813D645F333E}" srcId="{70791F73-C6D8-4472-AFF5-413C322DA153}" destId="{5A19FF76-58A3-408A-B5E4-82A21C7EADCE}" srcOrd="2" destOrd="0" parTransId="{59252717-5EAD-49F1-9A2F-85D54EA87274}" sibTransId="{4834BE8D-E12F-437F-9A5A-54CC8C842159}"/>
    <dgm:cxn modelId="{56B334E9-2BD2-4BD1-BBC2-808E60B655BC}" type="presOf" srcId="{70791F73-C6D8-4472-AFF5-413C322DA153}" destId="{980A6BF9-430A-4A36-B2D9-DAAC81769311}" srcOrd="0" destOrd="0" presId="urn:microsoft.com/office/officeart/2005/8/layout/lProcess2"/>
    <dgm:cxn modelId="{49194EEB-B9C9-4A65-8EEE-950FF9B3EDA7}" type="presOf" srcId="{7798B973-BCBE-4964-9215-AA6F2C9F978D}" destId="{C69EFC7D-259C-41A1-95CA-02B9CDCE69C5}" srcOrd="0" destOrd="0" presId="urn:microsoft.com/office/officeart/2005/8/layout/lProcess2"/>
    <dgm:cxn modelId="{BC53D8EF-8BBC-4510-937A-E5CC6874C96D}" type="presOf" srcId="{06A5D95D-0F24-45F2-8C7F-AD81FB35E13B}" destId="{A5C63D66-F504-467B-BDD9-6D47DA7C8F69}" srcOrd="0" destOrd="0" presId="urn:microsoft.com/office/officeart/2005/8/layout/lProcess2"/>
    <dgm:cxn modelId="{41FA09F7-D3EE-4C43-95C7-7358CDB60DDA}" type="presOf" srcId="{DC1E8F73-BB2B-4679-9028-982C1D645F3C}" destId="{BDC8ABD1-FB4A-47DC-903D-EB7DECA12E2E}" srcOrd="1" destOrd="0" presId="urn:microsoft.com/office/officeart/2005/8/layout/lProcess2"/>
    <dgm:cxn modelId="{14717FFB-EFE2-4772-99DD-5CBA9CC9E003}" srcId="{70791F73-C6D8-4472-AFF5-413C322DA153}" destId="{DC1E8F73-BB2B-4679-9028-982C1D645F3C}" srcOrd="4" destOrd="0" parTransId="{072B06F8-0D70-464D-B63C-AB09A72A69BB}" sibTransId="{5C482837-9C64-41B0-AAC7-3A4B571B9423}"/>
    <dgm:cxn modelId="{F7C4A8FB-0E1E-4106-BCCD-52425623889A}" srcId="{5A19FF76-58A3-408A-B5E4-82A21C7EADCE}" destId="{9DB2342F-B58E-4092-B751-75421CAF7B5D}" srcOrd="0" destOrd="0" parTransId="{312ECCCE-33D8-4643-9117-370177A8BA07}" sibTransId="{90146208-1A9E-445F-A326-82BC8A7B73AB}"/>
    <dgm:cxn modelId="{E39BBDFC-5B24-4F7C-B1BC-450707F729CA}" srcId="{70791F73-C6D8-4472-AFF5-413C322DA153}" destId="{1EEA2E0F-479B-45E6-931A-833F95EA7626}" srcOrd="5" destOrd="0" parTransId="{B0C32978-8EBA-4E6C-9697-2A27FC8E8B12}" sibTransId="{491CFB0F-A7F9-4A4D-8D86-6AF7D0BEC60A}"/>
    <dgm:cxn modelId="{1B871FF9-DA85-405A-875D-1B312C4906E8}" type="presParOf" srcId="{980A6BF9-430A-4A36-B2D9-DAAC81769311}" destId="{44D0FF93-4CF2-4B81-9115-BE08B7C61349}" srcOrd="0" destOrd="0" presId="urn:microsoft.com/office/officeart/2005/8/layout/lProcess2"/>
    <dgm:cxn modelId="{98DCFC6D-3ED1-44FC-807F-B0183D1ED98F}" type="presParOf" srcId="{44D0FF93-4CF2-4B81-9115-BE08B7C61349}" destId="{99EFE87D-9F82-47B4-8BA1-1D2C30BED3C8}" srcOrd="0" destOrd="0" presId="urn:microsoft.com/office/officeart/2005/8/layout/lProcess2"/>
    <dgm:cxn modelId="{A70E1EF4-D59C-4B15-AE25-96813ADB8883}" type="presParOf" srcId="{44D0FF93-4CF2-4B81-9115-BE08B7C61349}" destId="{01273530-CA97-464B-A0B7-7549B57C6A9F}" srcOrd="1" destOrd="0" presId="urn:microsoft.com/office/officeart/2005/8/layout/lProcess2"/>
    <dgm:cxn modelId="{B2DD389A-1853-44C0-B5CE-FF17607EB429}" type="presParOf" srcId="{44D0FF93-4CF2-4B81-9115-BE08B7C61349}" destId="{AAAF87B0-542C-4F86-BD79-63EFF08A3225}" srcOrd="2" destOrd="0" presId="urn:microsoft.com/office/officeart/2005/8/layout/lProcess2"/>
    <dgm:cxn modelId="{38E8E938-F9E3-4D57-80AB-DE85EB90D84C}" type="presParOf" srcId="{AAAF87B0-542C-4F86-BD79-63EFF08A3225}" destId="{0EEFC4D4-8290-4ABF-8B0B-AF1BABAE9010}" srcOrd="0" destOrd="0" presId="urn:microsoft.com/office/officeart/2005/8/layout/lProcess2"/>
    <dgm:cxn modelId="{038B94B7-4C5D-4A16-8D74-71D31B24FFA4}" type="presParOf" srcId="{0EEFC4D4-8290-4ABF-8B0B-AF1BABAE9010}" destId="{CB0916B4-E64D-40A8-8486-6414E0F49A42}" srcOrd="0" destOrd="0" presId="urn:microsoft.com/office/officeart/2005/8/layout/lProcess2"/>
    <dgm:cxn modelId="{6B797074-DC3D-4184-92AB-C7A3DFCCF77D}" type="presParOf" srcId="{0EEFC4D4-8290-4ABF-8B0B-AF1BABAE9010}" destId="{B7E96550-9D2B-4393-A3B8-F60935910921}" srcOrd="1" destOrd="0" presId="urn:microsoft.com/office/officeart/2005/8/layout/lProcess2"/>
    <dgm:cxn modelId="{B6B30B14-C2CB-49F2-B9B4-5F3F6627B591}" type="presParOf" srcId="{0EEFC4D4-8290-4ABF-8B0B-AF1BABAE9010}" destId="{C620DCB4-D9D3-403B-8C18-D9647D75F080}" srcOrd="2" destOrd="0" presId="urn:microsoft.com/office/officeart/2005/8/layout/lProcess2"/>
    <dgm:cxn modelId="{47DC3380-D2C8-4E81-BF46-0EBB92E3182C}" type="presParOf" srcId="{980A6BF9-430A-4A36-B2D9-DAAC81769311}" destId="{844F043A-1BB4-44C6-99A2-FE225E112A9C}" srcOrd="1" destOrd="0" presId="urn:microsoft.com/office/officeart/2005/8/layout/lProcess2"/>
    <dgm:cxn modelId="{CC17D93D-EF61-4A22-A68C-90E7F4E4215F}" type="presParOf" srcId="{980A6BF9-430A-4A36-B2D9-DAAC81769311}" destId="{6A6BB274-C223-4AF0-8E93-3D8CBB267395}" srcOrd="2" destOrd="0" presId="urn:microsoft.com/office/officeart/2005/8/layout/lProcess2"/>
    <dgm:cxn modelId="{E0CA2225-65A5-420F-BC8A-2CCCAB4E04B6}" type="presParOf" srcId="{6A6BB274-C223-4AF0-8E93-3D8CBB267395}" destId="{A5C63D66-F504-467B-BDD9-6D47DA7C8F69}" srcOrd="0" destOrd="0" presId="urn:microsoft.com/office/officeart/2005/8/layout/lProcess2"/>
    <dgm:cxn modelId="{222951D3-F605-4E02-BAD4-4AE802DD19AE}" type="presParOf" srcId="{6A6BB274-C223-4AF0-8E93-3D8CBB267395}" destId="{FCF394F4-EECB-4168-AAC8-FCCCDDA9C92A}" srcOrd="1" destOrd="0" presId="urn:microsoft.com/office/officeart/2005/8/layout/lProcess2"/>
    <dgm:cxn modelId="{C123B2D9-D5D3-4D24-9E55-C9CFFFC18D5E}" type="presParOf" srcId="{6A6BB274-C223-4AF0-8E93-3D8CBB267395}" destId="{FAE5B384-5A20-490C-B219-114BC8269532}" srcOrd="2" destOrd="0" presId="urn:microsoft.com/office/officeart/2005/8/layout/lProcess2"/>
    <dgm:cxn modelId="{B4075E3F-C39E-412C-ADFC-F90411814012}" type="presParOf" srcId="{FAE5B384-5A20-490C-B219-114BC8269532}" destId="{66A746EC-0B23-4A97-A7D3-3EA1E0B71B57}" srcOrd="0" destOrd="0" presId="urn:microsoft.com/office/officeart/2005/8/layout/lProcess2"/>
    <dgm:cxn modelId="{0E26093E-F3FD-4128-A2EE-0D749F37973A}" type="presParOf" srcId="{66A746EC-0B23-4A97-A7D3-3EA1E0B71B57}" destId="{27059899-AF0A-4365-8425-07369EE0BCA3}" srcOrd="0" destOrd="0" presId="urn:microsoft.com/office/officeart/2005/8/layout/lProcess2"/>
    <dgm:cxn modelId="{4E47D1FC-B9EE-46AE-B329-1F54F4AE577E}" type="presParOf" srcId="{66A746EC-0B23-4A97-A7D3-3EA1E0B71B57}" destId="{64F419A5-98D8-4F6F-93EB-4B37D1C876BF}" srcOrd="1" destOrd="0" presId="urn:microsoft.com/office/officeart/2005/8/layout/lProcess2"/>
    <dgm:cxn modelId="{B570D492-F84B-44C3-98D8-E7A2D2C16287}" type="presParOf" srcId="{66A746EC-0B23-4A97-A7D3-3EA1E0B71B57}" destId="{2C54516C-367E-4FB2-B03E-6A768E1CE831}" srcOrd="2" destOrd="0" presId="urn:microsoft.com/office/officeart/2005/8/layout/lProcess2"/>
    <dgm:cxn modelId="{253FE281-FDA4-4FB7-A6AF-B391318716D4}" type="presParOf" srcId="{980A6BF9-430A-4A36-B2D9-DAAC81769311}" destId="{4B3D1957-7C4A-4FAB-A3C3-4A3A3DB99268}" srcOrd="3" destOrd="0" presId="urn:microsoft.com/office/officeart/2005/8/layout/lProcess2"/>
    <dgm:cxn modelId="{7935B008-2E4C-4691-98AC-4194F7514751}" type="presParOf" srcId="{980A6BF9-430A-4A36-B2D9-DAAC81769311}" destId="{F0D0E4C0-B490-4D78-BC90-B5BD2AABE36D}" srcOrd="4" destOrd="0" presId="urn:microsoft.com/office/officeart/2005/8/layout/lProcess2"/>
    <dgm:cxn modelId="{0A5477AA-2A65-4C07-8030-7C2B510FB7FA}" type="presParOf" srcId="{F0D0E4C0-B490-4D78-BC90-B5BD2AABE36D}" destId="{146A89FA-AADD-4E8C-B9E7-38819245E5B1}" srcOrd="0" destOrd="0" presId="urn:microsoft.com/office/officeart/2005/8/layout/lProcess2"/>
    <dgm:cxn modelId="{FBFD7161-86B3-46C6-AF2C-3A73C60DC130}" type="presParOf" srcId="{F0D0E4C0-B490-4D78-BC90-B5BD2AABE36D}" destId="{BB1D9434-D9D8-4B89-8066-467695F8E0FB}" srcOrd="1" destOrd="0" presId="urn:microsoft.com/office/officeart/2005/8/layout/lProcess2"/>
    <dgm:cxn modelId="{01FAB068-8588-415B-8A87-11A07A6B1B29}" type="presParOf" srcId="{F0D0E4C0-B490-4D78-BC90-B5BD2AABE36D}" destId="{A18DC858-8E04-4209-AF14-6D2818EE9254}" srcOrd="2" destOrd="0" presId="urn:microsoft.com/office/officeart/2005/8/layout/lProcess2"/>
    <dgm:cxn modelId="{9B69D25E-CA16-405E-AB6F-2D468DB731E1}" type="presParOf" srcId="{A18DC858-8E04-4209-AF14-6D2818EE9254}" destId="{9AC76ECC-CACF-4502-A5BB-6B3447E014FF}" srcOrd="0" destOrd="0" presId="urn:microsoft.com/office/officeart/2005/8/layout/lProcess2"/>
    <dgm:cxn modelId="{9E8BDFAD-706E-47BA-9A77-AEDB25598D4C}" type="presParOf" srcId="{9AC76ECC-CACF-4502-A5BB-6B3447E014FF}" destId="{64E50F8F-4637-4C21-B5E7-39EE89D3DE68}" srcOrd="0" destOrd="0" presId="urn:microsoft.com/office/officeart/2005/8/layout/lProcess2"/>
    <dgm:cxn modelId="{194C7358-64AA-4BC2-82AE-239C874BD8FF}" type="presParOf" srcId="{9AC76ECC-CACF-4502-A5BB-6B3447E014FF}" destId="{666C1090-C44C-4D65-A8CC-86A6CF8FEB1A}" srcOrd="1" destOrd="0" presId="urn:microsoft.com/office/officeart/2005/8/layout/lProcess2"/>
    <dgm:cxn modelId="{0D03CD2F-DB80-4554-8CFD-3141F3357E0D}" type="presParOf" srcId="{9AC76ECC-CACF-4502-A5BB-6B3447E014FF}" destId="{A563DC85-20C6-4DD2-98B4-39E7D2AEA153}" srcOrd="2" destOrd="0" presId="urn:microsoft.com/office/officeart/2005/8/layout/lProcess2"/>
    <dgm:cxn modelId="{37952BEE-7C57-4208-8641-A4FD3C5956C3}" type="presParOf" srcId="{980A6BF9-430A-4A36-B2D9-DAAC81769311}" destId="{097A5323-B6BD-4C00-ABD2-D9AA3D2AFA0C}" srcOrd="5" destOrd="0" presId="urn:microsoft.com/office/officeart/2005/8/layout/lProcess2"/>
    <dgm:cxn modelId="{D3DFC6A3-1712-4916-8821-9498C33DBF57}" type="presParOf" srcId="{980A6BF9-430A-4A36-B2D9-DAAC81769311}" destId="{236980CE-D657-4A10-8AF1-6D9EDE5A0015}" srcOrd="6" destOrd="0" presId="urn:microsoft.com/office/officeart/2005/8/layout/lProcess2"/>
    <dgm:cxn modelId="{4E2580B9-D23A-4E06-9560-E261F80A06BA}" type="presParOf" srcId="{236980CE-D657-4A10-8AF1-6D9EDE5A0015}" destId="{4F06DF40-D8D9-448A-B513-D26F2A3A2725}" srcOrd="0" destOrd="0" presId="urn:microsoft.com/office/officeart/2005/8/layout/lProcess2"/>
    <dgm:cxn modelId="{C4269EDF-80F9-469F-A74E-007BE462577E}" type="presParOf" srcId="{236980CE-D657-4A10-8AF1-6D9EDE5A0015}" destId="{43706C50-F11F-4C8C-9889-FC7C45B9AD53}" srcOrd="1" destOrd="0" presId="urn:microsoft.com/office/officeart/2005/8/layout/lProcess2"/>
    <dgm:cxn modelId="{5A516135-C930-4470-920E-4CEA7C5C2385}" type="presParOf" srcId="{236980CE-D657-4A10-8AF1-6D9EDE5A0015}" destId="{00E6C04D-E477-4E5E-9FF8-0BB0F8DCDD4E}" srcOrd="2" destOrd="0" presId="urn:microsoft.com/office/officeart/2005/8/layout/lProcess2"/>
    <dgm:cxn modelId="{30C86940-FD81-4463-A94F-F40D1B3597B9}" type="presParOf" srcId="{00E6C04D-E477-4E5E-9FF8-0BB0F8DCDD4E}" destId="{DDADA1D2-E49A-4292-977C-274B5A52539F}" srcOrd="0" destOrd="0" presId="urn:microsoft.com/office/officeart/2005/8/layout/lProcess2"/>
    <dgm:cxn modelId="{2622769A-3684-4D1C-802D-7CEF2EB5BB56}" type="presParOf" srcId="{DDADA1D2-E49A-4292-977C-274B5A52539F}" destId="{B7BF0E0A-D1B3-4CEF-B34E-C6D4D5511024}" srcOrd="0" destOrd="0" presId="urn:microsoft.com/office/officeart/2005/8/layout/lProcess2"/>
    <dgm:cxn modelId="{06EA1A1A-85E1-4909-8C87-C5E943D6B85D}" type="presParOf" srcId="{DDADA1D2-E49A-4292-977C-274B5A52539F}" destId="{BCAEA778-9B4A-4713-867E-3203CEDE04F7}" srcOrd="1" destOrd="0" presId="urn:microsoft.com/office/officeart/2005/8/layout/lProcess2"/>
    <dgm:cxn modelId="{50B1B3CB-D9CB-4A6E-953D-9D2F1FC8C43D}" type="presParOf" srcId="{DDADA1D2-E49A-4292-977C-274B5A52539F}" destId="{66C7589A-21C4-442B-BC93-3E4F74079974}" srcOrd="2" destOrd="0" presId="urn:microsoft.com/office/officeart/2005/8/layout/lProcess2"/>
    <dgm:cxn modelId="{2DAB8BF1-EDAE-4B24-B8CF-012627DCAF22}" type="presParOf" srcId="{980A6BF9-430A-4A36-B2D9-DAAC81769311}" destId="{E3159B9A-8362-409B-A9F1-99352433B69D}" srcOrd="7" destOrd="0" presId="urn:microsoft.com/office/officeart/2005/8/layout/lProcess2"/>
    <dgm:cxn modelId="{0F9171DE-8148-4D72-9DC8-209C9C13E76E}" type="presParOf" srcId="{980A6BF9-430A-4A36-B2D9-DAAC81769311}" destId="{D8C7D993-DC9D-4E9C-9B24-541727D7267B}" srcOrd="8" destOrd="0" presId="urn:microsoft.com/office/officeart/2005/8/layout/lProcess2"/>
    <dgm:cxn modelId="{4E954F65-6B4B-454D-BE6E-4AB9B887CB04}" type="presParOf" srcId="{D8C7D993-DC9D-4E9C-9B24-541727D7267B}" destId="{840FA192-4B24-41C0-9B73-8E7FCE8352CB}" srcOrd="0" destOrd="0" presId="urn:microsoft.com/office/officeart/2005/8/layout/lProcess2"/>
    <dgm:cxn modelId="{4B19F252-0133-4A6F-A511-D4483DC1AFCD}" type="presParOf" srcId="{D8C7D993-DC9D-4E9C-9B24-541727D7267B}" destId="{BDC8ABD1-FB4A-47DC-903D-EB7DECA12E2E}" srcOrd="1" destOrd="0" presId="urn:microsoft.com/office/officeart/2005/8/layout/lProcess2"/>
    <dgm:cxn modelId="{55A69A67-C393-41AA-B611-26325243DE62}" type="presParOf" srcId="{D8C7D993-DC9D-4E9C-9B24-541727D7267B}" destId="{E8D694EB-C575-4D76-82E3-ABD6171589FC}" srcOrd="2" destOrd="0" presId="urn:microsoft.com/office/officeart/2005/8/layout/lProcess2"/>
    <dgm:cxn modelId="{E46120BA-6D32-4D3D-B6C1-FCFC9FD6126F}" type="presParOf" srcId="{E8D694EB-C575-4D76-82E3-ABD6171589FC}" destId="{06D993DD-91AA-48BC-822E-3E9E69A225D3}" srcOrd="0" destOrd="0" presId="urn:microsoft.com/office/officeart/2005/8/layout/lProcess2"/>
    <dgm:cxn modelId="{926DEFC6-6463-47A3-BB3D-B58CA95E2BB2}" type="presParOf" srcId="{06D993DD-91AA-48BC-822E-3E9E69A225D3}" destId="{6A73E468-D2F5-42BA-9920-528244CDDF8F}" srcOrd="0" destOrd="0" presId="urn:microsoft.com/office/officeart/2005/8/layout/lProcess2"/>
    <dgm:cxn modelId="{2ABA9C74-6062-4EDB-86D7-1A4DD6C71375}" type="presParOf" srcId="{06D993DD-91AA-48BC-822E-3E9E69A225D3}" destId="{F9B0CDCF-1F52-4B51-BEEA-DD09AF483BC4}" srcOrd="1" destOrd="0" presId="urn:microsoft.com/office/officeart/2005/8/layout/lProcess2"/>
    <dgm:cxn modelId="{C432482D-F9E7-494A-AEE2-668AE06D8864}" type="presParOf" srcId="{06D993DD-91AA-48BC-822E-3E9E69A225D3}" destId="{007818DF-7DAB-4A1D-96C9-EF1F1E53A512}" srcOrd="2" destOrd="0" presId="urn:microsoft.com/office/officeart/2005/8/layout/lProcess2"/>
    <dgm:cxn modelId="{7CABCE3C-7B73-4746-A30D-E1DABD454AC6}" type="presParOf" srcId="{980A6BF9-430A-4A36-B2D9-DAAC81769311}" destId="{D0129CB1-151A-4ADC-9387-DD95B1D78EEC}" srcOrd="9" destOrd="0" presId="urn:microsoft.com/office/officeart/2005/8/layout/lProcess2"/>
    <dgm:cxn modelId="{1013DB2D-3815-40AB-91C9-9A34738D2C1B}" type="presParOf" srcId="{980A6BF9-430A-4A36-B2D9-DAAC81769311}" destId="{8BBA0183-4C64-49C5-A4D3-179E4EFCE5B4}" srcOrd="10" destOrd="0" presId="urn:microsoft.com/office/officeart/2005/8/layout/lProcess2"/>
    <dgm:cxn modelId="{7348F012-3A3F-43EC-9DA4-02C755F50E18}" type="presParOf" srcId="{8BBA0183-4C64-49C5-A4D3-179E4EFCE5B4}" destId="{BB760E9A-C293-49C1-8679-11EFD791F437}" srcOrd="0" destOrd="0" presId="urn:microsoft.com/office/officeart/2005/8/layout/lProcess2"/>
    <dgm:cxn modelId="{54CFAEC8-2339-47B8-B469-03555C5313F6}" type="presParOf" srcId="{8BBA0183-4C64-49C5-A4D3-179E4EFCE5B4}" destId="{7D3A429F-3822-4A32-8878-1ED4461096A4}" srcOrd="1" destOrd="0" presId="urn:microsoft.com/office/officeart/2005/8/layout/lProcess2"/>
    <dgm:cxn modelId="{00F1B11F-6D68-4F07-BE19-E2EC2408B26C}" type="presParOf" srcId="{8BBA0183-4C64-49C5-A4D3-179E4EFCE5B4}" destId="{A23DB8D5-D602-4904-9B82-3150C842BDE0}" srcOrd="2" destOrd="0" presId="urn:microsoft.com/office/officeart/2005/8/layout/lProcess2"/>
    <dgm:cxn modelId="{A575E963-7013-43BD-971A-D0C3B6E5DBE2}" type="presParOf" srcId="{A23DB8D5-D602-4904-9B82-3150C842BDE0}" destId="{C2E61CAE-41E8-432B-8030-8B39D7DF80D7}" srcOrd="0" destOrd="0" presId="urn:microsoft.com/office/officeart/2005/8/layout/lProcess2"/>
    <dgm:cxn modelId="{3CD101C0-C6C3-42C2-8E44-BCC0BD6C9822}" type="presParOf" srcId="{C2E61CAE-41E8-432B-8030-8B39D7DF80D7}" destId="{C2D2A973-F6A9-4D3E-A3C7-4BDCE59ACB01}" srcOrd="0" destOrd="0" presId="urn:microsoft.com/office/officeart/2005/8/layout/lProcess2"/>
    <dgm:cxn modelId="{83ECF071-7B01-49FB-BD1C-E81F744B6E55}" type="presParOf" srcId="{C2E61CAE-41E8-432B-8030-8B39D7DF80D7}" destId="{35172F3F-8D23-4222-B6F3-9949779A5C70}" srcOrd="1" destOrd="0" presId="urn:microsoft.com/office/officeart/2005/8/layout/lProcess2"/>
    <dgm:cxn modelId="{26D957F9-BDC1-4508-9E78-63D58C346A46}" type="presParOf" srcId="{C2E61CAE-41E8-432B-8030-8B39D7DF80D7}" destId="{C69EFC7D-259C-41A1-95CA-02B9CDCE69C5}"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B93AA9-8AB9-4CDF-8859-39ACEF84FECF}">
      <dsp:nvSpPr>
        <dsp:cNvPr id="0" name=""/>
        <dsp:cNvSpPr/>
      </dsp:nvSpPr>
      <dsp:spPr>
        <a:xfrm>
          <a:off x="1481706" y="1048268"/>
          <a:ext cx="2611475" cy="261147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s-CO" sz="3400" kern="1200" dirty="0"/>
            <a:t>Gobierno de datos</a:t>
          </a:r>
        </a:p>
      </dsp:txBody>
      <dsp:txXfrm>
        <a:off x="1864148" y="1430710"/>
        <a:ext cx="1846591" cy="1846591"/>
      </dsp:txXfrm>
    </dsp:sp>
    <dsp:sp modelId="{C0A622A4-F049-4732-9CC9-244BBF0820D9}">
      <dsp:nvSpPr>
        <dsp:cNvPr id="0" name=""/>
        <dsp:cNvSpPr/>
      </dsp:nvSpPr>
      <dsp:spPr>
        <a:xfrm>
          <a:off x="2134575" y="466"/>
          <a:ext cx="1305737" cy="13057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CO" sz="1100" kern="1200" dirty="0"/>
            <a:t>Identificar liderazgo</a:t>
          </a:r>
        </a:p>
      </dsp:txBody>
      <dsp:txXfrm>
        <a:off x="2325796" y="191687"/>
        <a:ext cx="923295" cy="923295"/>
      </dsp:txXfrm>
    </dsp:sp>
    <dsp:sp modelId="{8CAA679F-D89D-4E14-BC1F-31D8AA9F883D}">
      <dsp:nvSpPr>
        <dsp:cNvPr id="0" name=""/>
        <dsp:cNvSpPr/>
      </dsp:nvSpPr>
      <dsp:spPr>
        <a:xfrm>
          <a:off x="3337131" y="498581"/>
          <a:ext cx="1305737" cy="13057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CO" sz="1100" kern="1200" dirty="0"/>
            <a:t>Establecer la visión</a:t>
          </a:r>
        </a:p>
      </dsp:txBody>
      <dsp:txXfrm>
        <a:off x="3528352" y="689802"/>
        <a:ext cx="923295" cy="923295"/>
      </dsp:txXfrm>
    </dsp:sp>
    <dsp:sp modelId="{BCA68FFA-85C3-4879-98E3-00C4ACB005D4}">
      <dsp:nvSpPr>
        <dsp:cNvPr id="0" name=""/>
        <dsp:cNvSpPr/>
      </dsp:nvSpPr>
      <dsp:spPr>
        <a:xfrm>
          <a:off x="3835246" y="1701137"/>
          <a:ext cx="1305737" cy="13057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CO" sz="1100" kern="1200" dirty="0"/>
            <a:t>Evaluar componentes existentes</a:t>
          </a:r>
        </a:p>
      </dsp:txBody>
      <dsp:txXfrm>
        <a:off x="4026467" y="1892358"/>
        <a:ext cx="923295" cy="923295"/>
      </dsp:txXfrm>
    </dsp:sp>
    <dsp:sp modelId="{CA3A868E-1DF2-4078-94F6-035DD8084C11}">
      <dsp:nvSpPr>
        <dsp:cNvPr id="0" name=""/>
        <dsp:cNvSpPr/>
      </dsp:nvSpPr>
      <dsp:spPr>
        <a:xfrm>
          <a:off x="3337131" y="2903693"/>
          <a:ext cx="1305737" cy="13057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CO" sz="1100" kern="1200" dirty="0"/>
            <a:t>Determinar el nivel adecuado de gobierno</a:t>
          </a:r>
        </a:p>
      </dsp:txBody>
      <dsp:txXfrm>
        <a:off x="3528352" y="3094914"/>
        <a:ext cx="923295" cy="923295"/>
      </dsp:txXfrm>
    </dsp:sp>
    <dsp:sp modelId="{64789180-71EF-4388-94DF-88A65490E4D4}">
      <dsp:nvSpPr>
        <dsp:cNvPr id="0" name=""/>
        <dsp:cNvSpPr/>
      </dsp:nvSpPr>
      <dsp:spPr>
        <a:xfrm>
          <a:off x="2134575" y="3401808"/>
          <a:ext cx="1305737" cy="13057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CO" sz="1100" kern="1200" dirty="0"/>
            <a:t>Automatizar el gobierno de datos</a:t>
          </a:r>
        </a:p>
      </dsp:txBody>
      <dsp:txXfrm>
        <a:off x="2325796" y="3593029"/>
        <a:ext cx="923295" cy="923295"/>
      </dsp:txXfrm>
    </dsp:sp>
    <dsp:sp modelId="{E5C566AB-AFBC-4AF4-9983-DCF62D5D3FA6}">
      <dsp:nvSpPr>
        <dsp:cNvPr id="0" name=""/>
        <dsp:cNvSpPr/>
      </dsp:nvSpPr>
      <dsp:spPr>
        <a:xfrm>
          <a:off x="932019" y="2903693"/>
          <a:ext cx="1305737" cy="13057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CO" sz="1100" kern="1200" dirty="0"/>
            <a:t>Enfocarse en personas y procesos</a:t>
          </a:r>
        </a:p>
      </dsp:txBody>
      <dsp:txXfrm>
        <a:off x="1123240" y="3094914"/>
        <a:ext cx="923295" cy="923295"/>
      </dsp:txXfrm>
    </dsp:sp>
    <dsp:sp modelId="{165279A8-EA71-492D-A85C-A96B43ECBCA3}">
      <dsp:nvSpPr>
        <dsp:cNvPr id="0" name=""/>
        <dsp:cNvSpPr/>
      </dsp:nvSpPr>
      <dsp:spPr>
        <a:xfrm>
          <a:off x="433904" y="1701137"/>
          <a:ext cx="1305737" cy="13057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CO" sz="1100" kern="1200" dirty="0"/>
            <a:t>Establecer un comité de gobierno de datos</a:t>
          </a:r>
        </a:p>
      </dsp:txBody>
      <dsp:txXfrm>
        <a:off x="625125" y="1892358"/>
        <a:ext cx="923295" cy="923295"/>
      </dsp:txXfrm>
    </dsp:sp>
    <dsp:sp modelId="{3499DC23-290B-4A10-A71E-366A5A258CB0}">
      <dsp:nvSpPr>
        <dsp:cNvPr id="0" name=""/>
        <dsp:cNvSpPr/>
      </dsp:nvSpPr>
      <dsp:spPr>
        <a:xfrm>
          <a:off x="932019" y="498581"/>
          <a:ext cx="1305737" cy="13057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CO" sz="1100" kern="1200" dirty="0"/>
            <a:t>Crear una línea de trabajo</a:t>
          </a:r>
        </a:p>
      </dsp:txBody>
      <dsp:txXfrm>
        <a:off x="1123240" y="689802"/>
        <a:ext cx="923295" cy="9232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3AF60C-CDD6-49CD-987F-AF1F9B6969F3}">
      <dsp:nvSpPr>
        <dsp:cNvPr id="0" name=""/>
        <dsp:cNvSpPr/>
      </dsp:nvSpPr>
      <dsp:spPr>
        <a:xfrm>
          <a:off x="331304"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504557-9270-4338-9321-07C7D640508A}">
      <dsp:nvSpPr>
        <dsp:cNvPr id="0" name=""/>
        <dsp:cNvSpPr/>
      </dsp:nvSpPr>
      <dsp:spPr>
        <a:xfrm>
          <a:off x="550450" y="1007132"/>
          <a:ext cx="590009" cy="5900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BFAC90-71B5-4648-844E-4D70E22A8F4C}">
      <dsp:nvSpPr>
        <dsp:cNvPr id="0" name=""/>
        <dsp:cNvSpPr/>
      </dsp:nvSpPr>
      <dsp:spPr>
        <a:xfrm>
          <a:off x="2584"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Generar un enfoque desde la cabeza de la organización</a:t>
          </a:r>
        </a:p>
      </dsp:txBody>
      <dsp:txXfrm>
        <a:off x="2584" y="2136579"/>
        <a:ext cx="1685742" cy="674296"/>
      </dsp:txXfrm>
    </dsp:sp>
    <dsp:sp modelId="{59A60DC8-5070-4BA2-8CE1-BB8F4C519CE0}">
      <dsp:nvSpPr>
        <dsp:cNvPr id="0" name=""/>
        <dsp:cNvSpPr/>
      </dsp:nvSpPr>
      <dsp:spPr>
        <a:xfrm>
          <a:off x="2312051"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5F2E1A-F0B6-4E36-B413-6C49B0F54A79}">
      <dsp:nvSpPr>
        <dsp:cNvPr id="0" name=""/>
        <dsp:cNvSpPr/>
      </dsp:nvSpPr>
      <dsp:spPr>
        <a:xfrm>
          <a:off x="2531198" y="1007132"/>
          <a:ext cx="590009" cy="5900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750B87-988C-46B5-B755-7EE7FE98760C}">
      <dsp:nvSpPr>
        <dsp:cNvPr id="0" name=""/>
        <dsp:cNvSpPr/>
      </dsp:nvSpPr>
      <dsp:spPr>
        <a:xfrm>
          <a:off x="1983331"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Identificar líderes que movilicen el programa de DG</a:t>
          </a:r>
        </a:p>
      </dsp:txBody>
      <dsp:txXfrm>
        <a:off x="1983331" y="2136579"/>
        <a:ext cx="1685742" cy="674296"/>
      </dsp:txXfrm>
    </dsp:sp>
    <dsp:sp modelId="{EDB3A0CB-C93A-45F7-A395-98B1C11944E8}">
      <dsp:nvSpPr>
        <dsp:cNvPr id="0" name=""/>
        <dsp:cNvSpPr/>
      </dsp:nvSpPr>
      <dsp:spPr>
        <a:xfrm>
          <a:off x="4292798"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CB96A5-53F5-4779-B306-3B7F1125B2AB}">
      <dsp:nvSpPr>
        <dsp:cNvPr id="0" name=""/>
        <dsp:cNvSpPr/>
      </dsp:nvSpPr>
      <dsp:spPr>
        <a:xfrm>
          <a:off x="4511945" y="1007132"/>
          <a:ext cx="590009" cy="5900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81E31A-0D4D-4D5B-9A08-00A28113B53D}">
      <dsp:nvSpPr>
        <dsp:cNvPr id="0" name=""/>
        <dsp:cNvSpPr/>
      </dsp:nvSpPr>
      <dsp:spPr>
        <a:xfrm>
          <a:off x="3964078"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Reconocer los datos como un activo no como una responsabilidad técnica</a:t>
          </a:r>
        </a:p>
      </dsp:txBody>
      <dsp:txXfrm>
        <a:off x="3964078" y="2136579"/>
        <a:ext cx="1685742" cy="674296"/>
      </dsp:txXfrm>
    </dsp:sp>
    <dsp:sp modelId="{9BB7A6FE-B2B5-42D2-9F55-4C979B7A3479}">
      <dsp:nvSpPr>
        <dsp:cNvPr id="0" name=""/>
        <dsp:cNvSpPr/>
      </dsp:nvSpPr>
      <dsp:spPr>
        <a:xfrm>
          <a:off x="6273545"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F058DE-9EC5-4F40-AB94-5D45B5AFBCC9}">
      <dsp:nvSpPr>
        <dsp:cNvPr id="0" name=""/>
        <dsp:cNvSpPr/>
      </dsp:nvSpPr>
      <dsp:spPr>
        <a:xfrm>
          <a:off x="6492692" y="1007132"/>
          <a:ext cx="590009" cy="5900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403FA6-66E0-438E-872C-E3DF1480C9B5}">
      <dsp:nvSpPr>
        <dsp:cNvPr id="0" name=""/>
        <dsp:cNvSpPr/>
      </dsp:nvSpPr>
      <dsp:spPr>
        <a:xfrm>
          <a:off x="5944825"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Proporcionar la visión de el uso esperado de los datos</a:t>
          </a:r>
        </a:p>
      </dsp:txBody>
      <dsp:txXfrm>
        <a:off x="5944825" y="2136579"/>
        <a:ext cx="1685742" cy="674296"/>
      </dsp:txXfrm>
    </dsp:sp>
    <dsp:sp modelId="{ACA51E68-CCEA-4785-8777-E537E34B82BA}">
      <dsp:nvSpPr>
        <dsp:cNvPr id="0" name=""/>
        <dsp:cNvSpPr/>
      </dsp:nvSpPr>
      <dsp:spPr>
        <a:xfrm>
          <a:off x="8254292"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488631-228C-41D0-BBA8-8B98F6277A8E}">
      <dsp:nvSpPr>
        <dsp:cNvPr id="0" name=""/>
        <dsp:cNvSpPr/>
      </dsp:nvSpPr>
      <dsp:spPr>
        <a:xfrm>
          <a:off x="8473439" y="1007132"/>
          <a:ext cx="590009" cy="59000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747609-CD34-4EA0-9A90-2DE4079BF426}">
      <dsp:nvSpPr>
        <dsp:cNvPr id="0" name=""/>
        <dsp:cNvSpPr/>
      </dsp:nvSpPr>
      <dsp:spPr>
        <a:xfrm>
          <a:off x="7925573"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dirty="0"/>
            <a:t>Ser defensores del cambio y ayudar a eliminar cualquier barrera</a:t>
          </a:r>
        </a:p>
      </dsp:txBody>
      <dsp:txXfrm>
        <a:off x="7925573" y="2136579"/>
        <a:ext cx="1685742" cy="6742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706A7-1E1D-4D69-9AEC-E4FB68557269}">
      <dsp:nvSpPr>
        <dsp:cNvPr id="0" name=""/>
        <dsp:cNvSpPr/>
      </dsp:nvSpPr>
      <dsp:spPr>
        <a:xfrm>
          <a:off x="3173"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7EA5436-3ABA-42A2-9DE9-0985697349BF}">
      <dsp:nvSpPr>
        <dsp:cNvPr id="0" name=""/>
        <dsp:cNvSpPr/>
      </dsp:nvSpPr>
      <dsp:spPr>
        <a:xfrm>
          <a:off x="254900"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kern="1200"/>
            <a:t>Crear y comunicar la visión del esquema de DG</a:t>
          </a:r>
        </a:p>
      </dsp:txBody>
      <dsp:txXfrm>
        <a:off x="297036" y="1241826"/>
        <a:ext cx="2181278" cy="1354352"/>
      </dsp:txXfrm>
    </dsp:sp>
    <dsp:sp modelId="{3ECDA97B-FF9A-4031-A697-14BFC2495AD1}">
      <dsp:nvSpPr>
        <dsp:cNvPr id="0" name=""/>
        <dsp:cNvSpPr/>
      </dsp:nvSpPr>
      <dsp:spPr>
        <a:xfrm>
          <a:off x="2772178"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1CD8000-C221-4226-A3F7-07991DD5FC63}">
      <dsp:nvSpPr>
        <dsp:cNvPr id="0" name=""/>
        <dsp:cNvSpPr/>
      </dsp:nvSpPr>
      <dsp:spPr>
        <a:xfrm>
          <a:off x="3023906"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kern="1200"/>
            <a:t>Mostrar el impacto del modelo de gobierno a los puestos de trabajo</a:t>
          </a:r>
        </a:p>
      </dsp:txBody>
      <dsp:txXfrm>
        <a:off x="3066042" y="1241826"/>
        <a:ext cx="2181278" cy="1354352"/>
      </dsp:txXfrm>
    </dsp:sp>
    <dsp:sp modelId="{8101F1B3-D08B-4CC2-AA2B-C10C8D96AC1D}">
      <dsp:nvSpPr>
        <dsp:cNvPr id="0" name=""/>
        <dsp:cNvSpPr/>
      </dsp:nvSpPr>
      <dsp:spPr>
        <a:xfrm>
          <a:off x="5541184"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F5C3A65-87D7-480A-9A58-75C04494A7EB}">
      <dsp:nvSpPr>
        <dsp:cNvPr id="0" name=""/>
        <dsp:cNvSpPr/>
      </dsp:nvSpPr>
      <dsp:spPr>
        <a:xfrm>
          <a:off x="5792912"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kern="1200"/>
            <a:t>Presentar cómo los elementos de datos usados cotidianamente son activos de datos</a:t>
          </a:r>
        </a:p>
      </dsp:txBody>
      <dsp:txXfrm>
        <a:off x="5835048" y="1241826"/>
        <a:ext cx="2181278" cy="1354352"/>
      </dsp:txXfrm>
    </dsp:sp>
    <dsp:sp modelId="{23CFC22D-1FFA-45DE-A0E6-8E0A2DCD413E}">
      <dsp:nvSpPr>
        <dsp:cNvPr id="0" name=""/>
        <dsp:cNvSpPr/>
      </dsp:nvSpPr>
      <dsp:spPr>
        <a:xfrm>
          <a:off x="8310190"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15DEC1E-0740-4C2D-8391-17D60761F11C}">
      <dsp:nvSpPr>
        <dsp:cNvPr id="0" name=""/>
        <dsp:cNvSpPr/>
      </dsp:nvSpPr>
      <dsp:spPr>
        <a:xfrm>
          <a:off x="8561917"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kern="1200"/>
            <a:t>Involucrar a las personas</a:t>
          </a:r>
        </a:p>
      </dsp:txBody>
      <dsp:txXfrm>
        <a:off x="8604053" y="1241826"/>
        <a:ext cx="2181278" cy="13543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42516D-A059-4FEE-BF89-29183DECECCD}">
      <dsp:nvSpPr>
        <dsp:cNvPr id="0" name=""/>
        <dsp:cNvSpPr/>
      </dsp:nvSpPr>
      <dsp:spPr>
        <a:xfrm>
          <a:off x="331304"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F13180-20A3-4127-8ADD-5719A27CDA97}">
      <dsp:nvSpPr>
        <dsp:cNvPr id="0" name=""/>
        <dsp:cNvSpPr/>
      </dsp:nvSpPr>
      <dsp:spPr>
        <a:xfrm>
          <a:off x="550450" y="1007132"/>
          <a:ext cx="590009" cy="5900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3BCAC2-A8B2-4785-AEA7-8CA908DB4535}">
      <dsp:nvSpPr>
        <dsp:cNvPr id="0" name=""/>
        <dsp:cNvSpPr/>
      </dsp:nvSpPr>
      <dsp:spPr>
        <a:xfrm>
          <a:off x="2584"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Identificar actividades que ya se estén realizando</a:t>
          </a:r>
        </a:p>
      </dsp:txBody>
      <dsp:txXfrm>
        <a:off x="2584" y="2136579"/>
        <a:ext cx="1685742" cy="674296"/>
      </dsp:txXfrm>
    </dsp:sp>
    <dsp:sp modelId="{02A7F210-0A98-49C7-A5EB-DEEBB5592AB6}">
      <dsp:nvSpPr>
        <dsp:cNvPr id="0" name=""/>
        <dsp:cNvSpPr/>
      </dsp:nvSpPr>
      <dsp:spPr>
        <a:xfrm>
          <a:off x="2312051"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E6302E-466D-4BED-AE42-D2F43F78538E}">
      <dsp:nvSpPr>
        <dsp:cNvPr id="0" name=""/>
        <dsp:cNvSpPr/>
      </dsp:nvSpPr>
      <dsp:spPr>
        <a:xfrm>
          <a:off x="2531198" y="1007132"/>
          <a:ext cx="590009" cy="5900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F1CE49-793C-44D2-971E-89DBC7054AF8}">
      <dsp:nvSpPr>
        <dsp:cNvPr id="0" name=""/>
        <dsp:cNvSpPr/>
      </dsp:nvSpPr>
      <dsp:spPr>
        <a:xfrm>
          <a:off x="1983331"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Responder a ciertas preguntas guía</a:t>
          </a:r>
        </a:p>
      </dsp:txBody>
      <dsp:txXfrm>
        <a:off x="1983331" y="2136579"/>
        <a:ext cx="1685742" cy="674296"/>
      </dsp:txXfrm>
    </dsp:sp>
    <dsp:sp modelId="{999AD1CE-C5AF-4E08-910F-5F0C1B63F795}">
      <dsp:nvSpPr>
        <dsp:cNvPr id="0" name=""/>
        <dsp:cNvSpPr/>
      </dsp:nvSpPr>
      <dsp:spPr>
        <a:xfrm>
          <a:off x="4292798"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81231E-6C2D-4807-8653-42AAE69AE324}">
      <dsp:nvSpPr>
        <dsp:cNvPr id="0" name=""/>
        <dsp:cNvSpPr/>
      </dsp:nvSpPr>
      <dsp:spPr>
        <a:xfrm>
          <a:off x="4511945" y="1007132"/>
          <a:ext cx="590009" cy="5900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3CB8B7-AE5D-4624-9BEC-F9BE35993ABB}">
      <dsp:nvSpPr>
        <dsp:cNvPr id="0" name=""/>
        <dsp:cNvSpPr/>
      </dsp:nvSpPr>
      <dsp:spPr>
        <a:xfrm>
          <a:off x="3964078"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Validar preocupaciones por la calidad</a:t>
          </a:r>
        </a:p>
      </dsp:txBody>
      <dsp:txXfrm>
        <a:off x="3964078" y="2136579"/>
        <a:ext cx="1685742" cy="674296"/>
      </dsp:txXfrm>
    </dsp:sp>
    <dsp:sp modelId="{A42C8455-1439-474B-9131-B8827C6135B9}">
      <dsp:nvSpPr>
        <dsp:cNvPr id="0" name=""/>
        <dsp:cNvSpPr/>
      </dsp:nvSpPr>
      <dsp:spPr>
        <a:xfrm>
          <a:off x="6273545"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E70D7C-C1F0-4788-96C3-DA627AEFA6EC}">
      <dsp:nvSpPr>
        <dsp:cNvPr id="0" name=""/>
        <dsp:cNvSpPr/>
      </dsp:nvSpPr>
      <dsp:spPr>
        <a:xfrm>
          <a:off x="6492692" y="1007132"/>
          <a:ext cx="590009" cy="5900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6B7D40-48E5-4FEC-90DC-9668A2F31130}">
      <dsp:nvSpPr>
        <dsp:cNvPr id="0" name=""/>
        <dsp:cNvSpPr/>
      </dsp:nvSpPr>
      <dsp:spPr>
        <a:xfrm>
          <a:off x="5944825"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Indagar sobre propuestas de linaje de datos</a:t>
          </a:r>
        </a:p>
      </dsp:txBody>
      <dsp:txXfrm>
        <a:off x="5944825" y="2136579"/>
        <a:ext cx="1685742" cy="674296"/>
      </dsp:txXfrm>
    </dsp:sp>
    <dsp:sp modelId="{3F31C55C-9937-4571-8BD4-CF555273CE60}">
      <dsp:nvSpPr>
        <dsp:cNvPr id="0" name=""/>
        <dsp:cNvSpPr/>
      </dsp:nvSpPr>
      <dsp:spPr>
        <a:xfrm>
          <a:off x="8254292" y="787986"/>
          <a:ext cx="1028302" cy="102830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4B4050-F8DC-47F8-B48E-A27A7C8EACDC}">
      <dsp:nvSpPr>
        <dsp:cNvPr id="0" name=""/>
        <dsp:cNvSpPr/>
      </dsp:nvSpPr>
      <dsp:spPr>
        <a:xfrm>
          <a:off x="8473439" y="1007132"/>
          <a:ext cx="590009" cy="59000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A0EEBD-4272-40A5-95CB-168849CB8DB1}">
      <dsp:nvSpPr>
        <dsp:cNvPr id="0" name=""/>
        <dsp:cNvSpPr/>
      </dsp:nvSpPr>
      <dsp:spPr>
        <a:xfrm>
          <a:off x="7925573" y="2136579"/>
          <a:ext cx="1685742" cy="67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CO" sz="1100" kern="1200"/>
            <a:t>Reconocer las métricas de desempeño de las áreas</a:t>
          </a:r>
        </a:p>
      </dsp:txBody>
      <dsp:txXfrm>
        <a:off x="7925573" y="2136579"/>
        <a:ext cx="1685742" cy="6742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697A7-E9D8-4278-BEAB-DF00CD112963}">
      <dsp:nvSpPr>
        <dsp:cNvPr id="0" name=""/>
        <dsp:cNvSpPr/>
      </dsp:nvSpPr>
      <dsp:spPr>
        <a:xfrm>
          <a:off x="3173"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27ECFCE-EAA7-4424-A699-A88E54E65E97}">
      <dsp:nvSpPr>
        <dsp:cNvPr id="0" name=""/>
        <dsp:cNvSpPr/>
      </dsp:nvSpPr>
      <dsp:spPr>
        <a:xfrm>
          <a:off x="254900"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dirty="0"/>
            <a:t>Entender que el modelo de gobierno varía dependiendo del tamaño de la empresa, la complejidad de los datos, los recursos y los niveles regulatorios</a:t>
          </a:r>
        </a:p>
      </dsp:txBody>
      <dsp:txXfrm>
        <a:off x="297036" y="1241826"/>
        <a:ext cx="2181278" cy="1354352"/>
      </dsp:txXfrm>
    </dsp:sp>
    <dsp:sp modelId="{7788F25B-C5BD-4C36-97CA-D4129CD4E47B}">
      <dsp:nvSpPr>
        <dsp:cNvPr id="0" name=""/>
        <dsp:cNvSpPr/>
      </dsp:nvSpPr>
      <dsp:spPr>
        <a:xfrm>
          <a:off x="2772178"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CABADF2-3ABD-4286-AFA8-73CBBBA44CA4}">
      <dsp:nvSpPr>
        <dsp:cNvPr id="0" name=""/>
        <dsp:cNvSpPr/>
      </dsp:nvSpPr>
      <dsp:spPr>
        <a:xfrm>
          <a:off x="3023906"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dirty="0"/>
            <a:t>Iniciar pequeño y controlado y después iterar</a:t>
          </a:r>
        </a:p>
      </dsp:txBody>
      <dsp:txXfrm>
        <a:off x="3066042" y="1241826"/>
        <a:ext cx="2181278" cy="1354352"/>
      </dsp:txXfrm>
    </dsp:sp>
    <dsp:sp modelId="{6141618C-3837-4315-9C6A-0507B3FEB3B4}">
      <dsp:nvSpPr>
        <dsp:cNvPr id="0" name=""/>
        <dsp:cNvSpPr/>
      </dsp:nvSpPr>
      <dsp:spPr>
        <a:xfrm>
          <a:off x="5541184"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7C7AF42-F81E-4529-9F27-1F520C3FE306}">
      <dsp:nvSpPr>
        <dsp:cNvPr id="0" name=""/>
        <dsp:cNvSpPr/>
      </dsp:nvSpPr>
      <dsp:spPr>
        <a:xfrm>
          <a:off x="5792912"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dirty="0"/>
            <a:t>Entender que el gobierno de datos debe ser práctico, manejable y proporcional</a:t>
          </a:r>
        </a:p>
      </dsp:txBody>
      <dsp:txXfrm>
        <a:off x="5835048" y="1241826"/>
        <a:ext cx="2181278" cy="1354352"/>
      </dsp:txXfrm>
    </dsp:sp>
    <dsp:sp modelId="{02B534D6-2C45-4C13-873F-57F7D282978C}">
      <dsp:nvSpPr>
        <dsp:cNvPr id="0" name=""/>
        <dsp:cNvSpPr/>
      </dsp:nvSpPr>
      <dsp:spPr>
        <a:xfrm>
          <a:off x="8310190"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4D31273-50D7-4256-A86C-6BB7256FE667}">
      <dsp:nvSpPr>
        <dsp:cNvPr id="0" name=""/>
        <dsp:cNvSpPr/>
      </dsp:nvSpPr>
      <dsp:spPr>
        <a:xfrm>
          <a:off x="8561917"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CO" sz="1300" kern="1200" dirty="0"/>
            <a:t>El modelo de gobierno se debe mezclar con las actividades del día a día</a:t>
          </a:r>
        </a:p>
      </dsp:txBody>
      <dsp:txXfrm>
        <a:off x="8604053" y="1241826"/>
        <a:ext cx="2181278" cy="13543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1C9595-DC37-4FF5-9F4C-A5D2733A34A1}">
      <dsp:nvSpPr>
        <dsp:cNvPr id="0" name=""/>
        <dsp:cNvSpPr/>
      </dsp:nvSpPr>
      <dsp:spPr>
        <a:xfrm>
          <a:off x="561200" y="291931"/>
          <a:ext cx="1749937" cy="17499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3B875B-2E1D-4D5E-912E-DC61E9555C2D}">
      <dsp:nvSpPr>
        <dsp:cNvPr id="0" name=""/>
        <dsp:cNvSpPr/>
      </dsp:nvSpPr>
      <dsp:spPr>
        <a:xfrm>
          <a:off x="934137" y="664869"/>
          <a:ext cx="1004062" cy="100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BC0874-1E25-4518-9A7E-93C81FB4CD77}">
      <dsp:nvSpPr>
        <dsp:cNvPr id="0" name=""/>
        <dsp:cNvSpPr/>
      </dsp:nvSpPr>
      <dsp:spPr>
        <a:xfrm>
          <a:off x="1793" y="258693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s-CO" sz="1600" kern="1200"/>
            <a:t>Identificar una herramienta que permita tener le linaje de datos</a:t>
          </a:r>
        </a:p>
      </dsp:txBody>
      <dsp:txXfrm>
        <a:off x="1793" y="2586931"/>
        <a:ext cx="2868750" cy="720000"/>
      </dsp:txXfrm>
    </dsp:sp>
    <dsp:sp modelId="{17355DE5-4DB6-44DF-91C6-04FCA5DF0D07}">
      <dsp:nvSpPr>
        <dsp:cNvPr id="0" name=""/>
        <dsp:cNvSpPr/>
      </dsp:nvSpPr>
      <dsp:spPr>
        <a:xfrm>
          <a:off x="3931981" y="291931"/>
          <a:ext cx="1749937" cy="17499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266C87-63C1-4733-A3B3-BE2C38568215}">
      <dsp:nvSpPr>
        <dsp:cNvPr id="0" name=""/>
        <dsp:cNvSpPr/>
      </dsp:nvSpPr>
      <dsp:spPr>
        <a:xfrm>
          <a:off x="4304918" y="664869"/>
          <a:ext cx="1004062" cy="100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408007-99F7-4D44-AD90-E2E51DAC3775}">
      <dsp:nvSpPr>
        <dsp:cNvPr id="0" name=""/>
        <dsp:cNvSpPr/>
      </dsp:nvSpPr>
      <dsp:spPr>
        <a:xfrm>
          <a:off x="3372575" y="258693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s-CO" sz="1600" kern="1200"/>
            <a:t>Automatizar los KPI que determinan la calidad de los datos</a:t>
          </a:r>
        </a:p>
      </dsp:txBody>
      <dsp:txXfrm>
        <a:off x="3372575" y="2586931"/>
        <a:ext cx="2868750" cy="720000"/>
      </dsp:txXfrm>
    </dsp:sp>
    <dsp:sp modelId="{291329B5-0588-4B3C-9C46-31C16AC15A02}">
      <dsp:nvSpPr>
        <dsp:cNvPr id="0" name=""/>
        <dsp:cNvSpPr/>
      </dsp:nvSpPr>
      <dsp:spPr>
        <a:xfrm>
          <a:off x="7302762" y="291931"/>
          <a:ext cx="1749937" cy="17499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215C14-CDF8-46D1-81C7-1FC35FC7B859}">
      <dsp:nvSpPr>
        <dsp:cNvPr id="0" name=""/>
        <dsp:cNvSpPr/>
      </dsp:nvSpPr>
      <dsp:spPr>
        <a:xfrm>
          <a:off x="7675700" y="664869"/>
          <a:ext cx="1004062" cy="10040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C0F71E-43E3-422F-A141-5649A6E98248}">
      <dsp:nvSpPr>
        <dsp:cNvPr id="0" name=""/>
        <dsp:cNvSpPr/>
      </dsp:nvSpPr>
      <dsp:spPr>
        <a:xfrm>
          <a:off x="6743356" y="258693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s-CO" sz="1600" kern="1200" dirty="0"/>
            <a:t>Reconocer aplicaciones para el gobierno de datos</a:t>
          </a:r>
        </a:p>
      </dsp:txBody>
      <dsp:txXfrm>
        <a:off x="6743356" y="2586931"/>
        <a:ext cx="286875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0A4E0-64BA-423A-9D2F-D6CA97EC671A}">
      <dsp:nvSpPr>
        <dsp:cNvPr id="0" name=""/>
        <dsp:cNvSpPr/>
      </dsp:nvSpPr>
      <dsp:spPr>
        <a:xfrm>
          <a:off x="3173"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0D81C1F-09E4-4212-8DBB-E43AE4CE6CFD}">
      <dsp:nvSpPr>
        <dsp:cNvPr id="0" name=""/>
        <dsp:cNvSpPr/>
      </dsp:nvSpPr>
      <dsp:spPr>
        <a:xfrm>
          <a:off x="254900"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CO" sz="1900" kern="1200" dirty="0"/>
            <a:t>No pensar en la tecnología como primer elemento</a:t>
          </a:r>
        </a:p>
      </dsp:txBody>
      <dsp:txXfrm>
        <a:off x="297036" y="1241826"/>
        <a:ext cx="2181278" cy="1354352"/>
      </dsp:txXfrm>
    </dsp:sp>
    <dsp:sp modelId="{13D82A9D-C14D-46F3-918F-F00EDE745D9E}">
      <dsp:nvSpPr>
        <dsp:cNvPr id="0" name=""/>
        <dsp:cNvSpPr/>
      </dsp:nvSpPr>
      <dsp:spPr>
        <a:xfrm>
          <a:off x="2772178"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B697A16-8297-4A0C-8F2A-0805D270CE37}">
      <dsp:nvSpPr>
        <dsp:cNvPr id="0" name=""/>
        <dsp:cNvSpPr/>
      </dsp:nvSpPr>
      <dsp:spPr>
        <a:xfrm>
          <a:off x="3023906"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CO" sz="1900" kern="1200" dirty="0"/>
            <a:t>Definir el gobierno de datos como un programa y no un proyecto</a:t>
          </a:r>
        </a:p>
      </dsp:txBody>
      <dsp:txXfrm>
        <a:off x="3066042" y="1241826"/>
        <a:ext cx="2181278" cy="1354352"/>
      </dsp:txXfrm>
    </dsp:sp>
    <dsp:sp modelId="{0F50FCC9-91BA-4734-A5E9-D2FF59A66C13}">
      <dsp:nvSpPr>
        <dsp:cNvPr id="0" name=""/>
        <dsp:cNvSpPr/>
      </dsp:nvSpPr>
      <dsp:spPr>
        <a:xfrm>
          <a:off x="5541184"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D8D9FF9-7582-4BF1-81A0-E45437E02FE4}">
      <dsp:nvSpPr>
        <dsp:cNvPr id="0" name=""/>
        <dsp:cNvSpPr/>
      </dsp:nvSpPr>
      <dsp:spPr>
        <a:xfrm>
          <a:off x="5792912"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CO" sz="1900" kern="1200" dirty="0"/>
            <a:t>Definir los procesos que impactan al gobierno de datos</a:t>
          </a:r>
        </a:p>
      </dsp:txBody>
      <dsp:txXfrm>
        <a:off x="5835048" y="1241826"/>
        <a:ext cx="2181278" cy="1354352"/>
      </dsp:txXfrm>
    </dsp:sp>
    <dsp:sp modelId="{D528FF1D-0021-4173-9C66-9716DB3D7830}">
      <dsp:nvSpPr>
        <dsp:cNvPr id="0" name=""/>
        <dsp:cNvSpPr/>
      </dsp:nvSpPr>
      <dsp:spPr>
        <a:xfrm>
          <a:off x="8310190"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A398CCF-AF77-426B-B7B3-4D7495180F8E}">
      <dsp:nvSpPr>
        <dsp:cNvPr id="0" name=""/>
        <dsp:cNvSpPr/>
      </dsp:nvSpPr>
      <dsp:spPr>
        <a:xfrm>
          <a:off x="8561917"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CO" sz="1900" kern="1200" dirty="0"/>
            <a:t>Identificar vacíos y cuellos de botella en los procesos</a:t>
          </a:r>
        </a:p>
      </dsp:txBody>
      <dsp:txXfrm>
        <a:off x="8604053" y="1241826"/>
        <a:ext cx="2181278" cy="13543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A6D8F7-FDE3-4FFE-807F-2AA4B1B5FAE7}">
      <dsp:nvSpPr>
        <dsp:cNvPr id="0" name=""/>
        <dsp:cNvSpPr/>
      </dsp:nvSpPr>
      <dsp:spPr>
        <a:xfrm>
          <a:off x="561200" y="291931"/>
          <a:ext cx="1749937" cy="17499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64CD5A-0A21-4BCE-BA11-3D6B29D269C4}">
      <dsp:nvSpPr>
        <dsp:cNvPr id="0" name=""/>
        <dsp:cNvSpPr/>
      </dsp:nvSpPr>
      <dsp:spPr>
        <a:xfrm>
          <a:off x="934137" y="664869"/>
          <a:ext cx="1004062" cy="100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3839AE-7014-4D6D-A2FC-767A5357DD1A}">
      <dsp:nvSpPr>
        <dsp:cNvPr id="0" name=""/>
        <dsp:cNvSpPr/>
      </dsp:nvSpPr>
      <dsp:spPr>
        <a:xfrm>
          <a:off x="1793" y="258693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s-CO" sz="1600" kern="1200"/>
            <a:t>Identificar personas y áreas que estén trabajando en el tema</a:t>
          </a:r>
        </a:p>
      </dsp:txBody>
      <dsp:txXfrm>
        <a:off x="1793" y="2586931"/>
        <a:ext cx="2868750" cy="720000"/>
      </dsp:txXfrm>
    </dsp:sp>
    <dsp:sp modelId="{B051B211-7D5E-4DEF-B647-D9A011D87A59}">
      <dsp:nvSpPr>
        <dsp:cNvPr id="0" name=""/>
        <dsp:cNvSpPr/>
      </dsp:nvSpPr>
      <dsp:spPr>
        <a:xfrm>
          <a:off x="3931981" y="291931"/>
          <a:ext cx="1749937" cy="17499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62DA76-665B-4135-A78A-D7D75B2B53BA}">
      <dsp:nvSpPr>
        <dsp:cNvPr id="0" name=""/>
        <dsp:cNvSpPr/>
      </dsp:nvSpPr>
      <dsp:spPr>
        <a:xfrm>
          <a:off x="4304918" y="664869"/>
          <a:ext cx="1004062" cy="100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BD401A-9AE1-4700-8E1C-229236560EB9}">
      <dsp:nvSpPr>
        <dsp:cNvPr id="0" name=""/>
        <dsp:cNvSpPr/>
      </dsp:nvSpPr>
      <dsp:spPr>
        <a:xfrm>
          <a:off x="3372575" y="258693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s-CO" sz="1600" kern="1200"/>
            <a:t>El comité debe estar conformado por áreas del negocio y tecnología</a:t>
          </a:r>
        </a:p>
      </dsp:txBody>
      <dsp:txXfrm>
        <a:off x="3372575" y="2586931"/>
        <a:ext cx="2868750" cy="720000"/>
      </dsp:txXfrm>
    </dsp:sp>
    <dsp:sp modelId="{98C5B462-1942-4984-9F76-6B175CF6EDDB}">
      <dsp:nvSpPr>
        <dsp:cNvPr id="0" name=""/>
        <dsp:cNvSpPr/>
      </dsp:nvSpPr>
      <dsp:spPr>
        <a:xfrm>
          <a:off x="7302762" y="291931"/>
          <a:ext cx="1749937" cy="17499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B6297B-0D29-4B88-BE9C-83E939CC272B}">
      <dsp:nvSpPr>
        <dsp:cNvPr id="0" name=""/>
        <dsp:cNvSpPr/>
      </dsp:nvSpPr>
      <dsp:spPr>
        <a:xfrm>
          <a:off x="7675700" y="664869"/>
          <a:ext cx="1004062" cy="10040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EC9BA4-67B7-4E68-83A3-0C16B7DDD8F0}">
      <dsp:nvSpPr>
        <dsp:cNvPr id="0" name=""/>
        <dsp:cNvSpPr/>
      </dsp:nvSpPr>
      <dsp:spPr>
        <a:xfrm>
          <a:off x="6743356" y="258693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s-CO" sz="1600" kern="1200" dirty="0"/>
            <a:t>Debe incluir administradores y generadores de datos</a:t>
          </a:r>
        </a:p>
      </dsp:txBody>
      <dsp:txXfrm>
        <a:off x="6743356" y="2586931"/>
        <a:ext cx="286875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6152E-F988-4D08-BFF5-9C5276B525AA}">
      <dsp:nvSpPr>
        <dsp:cNvPr id="0" name=""/>
        <dsp:cNvSpPr/>
      </dsp:nvSpPr>
      <dsp:spPr>
        <a:xfrm>
          <a:off x="3173"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93BE657-CF12-4D82-9732-4240F7BF2AD9}">
      <dsp:nvSpPr>
        <dsp:cNvPr id="0" name=""/>
        <dsp:cNvSpPr/>
      </dsp:nvSpPr>
      <dsp:spPr>
        <a:xfrm>
          <a:off x="254900"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kern="1200" dirty="0"/>
            <a:t>Definir las métricas del modelo de DG</a:t>
          </a:r>
        </a:p>
      </dsp:txBody>
      <dsp:txXfrm>
        <a:off x="297036" y="1241826"/>
        <a:ext cx="2181278" cy="1354352"/>
      </dsp:txXfrm>
    </dsp:sp>
    <dsp:sp modelId="{D7259C89-A511-483C-B5A8-8A419E7449D1}">
      <dsp:nvSpPr>
        <dsp:cNvPr id="0" name=""/>
        <dsp:cNvSpPr/>
      </dsp:nvSpPr>
      <dsp:spPr>
        <a:xfrm>
          <a:off x="2772178"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C799AEB-D48E-4930-AD96-D28D263B8DEF}">
      <dsp:nvSpPr>
        <dsp:cNvPr id="0" name=""/>
        <dsp:cNvSpPr/>
      </dsp:nvSpPr>
      <dsp:spPr>
        <a:xfrm>
          <a:off x="3023906"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kern="1200" dirty="0"/>
            <a:t>Hacer seguimiento a la conversión de activos no gobernados a gobernados</a:t>
          </a:r>
        </a:p>
      </dsp:txBody>
      <dsp:txXfrm>
        <a:off x="3066042" y="1241826"/>
        <a:ext cx="2181278" cy="1354352"/>
      </dsp:txXfrm>
    </dsp:sp>
    <dsp:sp modelId="{2F933CD8-818F-440F-AC99-2EBC19CBC583}">
      <dsp:nvSpPr>
        <dsp:cNvPr id="0" name=""/>
        <dsp:cNvSpPr/>
      </dsp:nvSpPr>
      <dsp:spPr>
        <a:xfrm>
          <a:off x="5541184"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6B346A2-847A-4887-9A79-74BFE6F3DC0A}">
      <dsp:nvSpPr>
        <dsp:cNvPr id="0" name=""/>
        <dsp:cNvSpPr/>
      </dsp:nvSpPr>
      <dsp:spPr>
        <a:xfrm>
          <a:off x="5792912"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kern="1200" dirty="0"/>
            <a:t>Los componentes en desarrollo se deben adaptar al modelo de gobierno</a:t>
          </a:r>
        </a:p>
      </dsp:txBody>
      <dsp:txXfrm>
        <a:off x="5835048" y="1241826"/>
        <a:ext cx="2181278" cy="1354352"/>
      </dsp:txXfrm>
    </dsp:sp>
    <dsp:sp modelId="{FDA0EC19-FEF4-43E3-862A-79588CC18B88}">
      <dsp:nvSpPr>
        <dsp:cNvPr id="0" name=""/>
        <dsp:cNvSpPr/>
      </dsp:nvSpPr>
      <dsp:spPr>
        <a:xfrm>
          <a:off x="8310190" y="960548"/>
          <a:ext cx="2265550" cy="1438624"/>
        </a:xfrm>
        <a:prstGeom prst="roundRect">
          <a:avLst>
            <a:gd name="adj" fmla="val 1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C568598-E01B-45A4-B315-23AD3D95AC77}">
      <dsp:nvSpPr>
        <dsp:cNvPr id="0" name=""/>
        <dsp:cNvSpPr/>
      </dsp:nvSpPr>
      <dsp:spPr>
        <a:xfrm>
          <a:off x="8561917" y="1199690"/>
          <a:ext cx="2265550" cy="143862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kern="1200" dirty="0"/>
            <a:t>Buscar la adopción del modelo por parte de los usuarios</a:t>
          </a:r>
        </a:p>
      </dsp:txBody>
      <dsp:txXfrm>
        <a:off x="8604053" y="1241826"/>
        <a:ext cx="2181278" cy="135435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00BCE1-1B5D-4DEC-899A-D096EFA01425}">
      <dsp:nvSpPr>
        <dsp:cNvPr id="0" name=""/>
        <dsp:cNvSpPr/>
      </dsp:nvSpPr>
      <dsp:spPr>
        <a:xfrm>
          <a:off x="0" y="4405"/>
          <a:ext cx="6052239"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CO" sz="1800" kern="1200" dirty="0"/>
            <a:t>Capa estratégica</a:t>
          </a:r>
        </a:p>
      </dsp:txBody>
      <dsp:txXfrm>
        <a:off x="27415" y="31820"/>
        <a:ext cx="5997409" cy="506770"/>
      </dsp:txXfrm>
    </dsp:sp>
    <dsp:sp modelId="{0D5283E2-A23F-41E5-BC55-AF2EF544E9D0}">
      <dsp:nvSpPr>
        <dsp:cNvPr id="0" name=""/>
        <dsp:cNvSpPr/>
      </dsp:nvSpPr>
      <dsp:spPr>
        <a:xfrm>
          <a:off x="0" y="566005"/>
          <a:ext cx="6052239"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2159"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s-CO" sz="1400" kern="1200" dirty="0"/>
            <a:t>Gobierno de datos</a:t>
          </a:r>
        </a:p>
        <a:p>
          <a:pPr marL="114300" lvl="1" indent="-114300" algn="l" defTabSz="622300">
            <a:lnSpc>
              <a:spcPct val="90000"/>
            </a:lnSpc>
            <a:spcBef>
              <a:spcPct val="0"/>
            </a:spcBef>
            <a:spcAft>
              <a:spcPct val="20000"/>
            </a:spcAft>
            <a:buChar char="•"/>
          </a:pPr>
          <a:r>
            <a:rPr lang="es-CO" sz="1400" kern="1200" dirty="0"/>
            <a:t>Arquitectura de datos</a:t>
          </a:r>
        </a:p>
        <a:p>
          <a:pPr marL="114300" lvl="1" indent="-114300" algn="l" defTabSz="622300">
            <a:lnSpc>
              <a:spcPct val="90000"/>
            </a:lnSpc>
            <a:spcBef>
              <a:spcPct val="0"/>
            </a:spcBef>
            <a:spcAft>
              <a:spcPct val="20000"/>
            </a:spcAft>
            <a:buChar char="•"/>
          </a:pPr>
          <a:r>
            <a:rPr lang="es-CO" sz="1400" kern="1200" dirty="0"/>
            <a:t>Analítica y Big Data</a:t>
          </a:r>
        </a:p>
      </dsp:txBody>
      <dsp:txXfrm>
        <a:off x="0" y="566005"/>
        <a:ext cx="6052239" cy="683100"/>
      </dsp:txXfrm>
    </dsp:sp>
    <dsp:sp modelId="{10C8B6F7-F745-476F-BDA8-00D3DA539EB6}">
      <dsp:nvSpPr>
        <dsp:cNvPr id="0" name=""/>
        <dsp:cNvSpPr/>
      </dsp:nvSpPr>
      <dsp:spPr>
        <a:xfrm>
          <a:off x="0" y="1249105"/>
          <a:ext cx="6052239"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CO" sz="1800" kern="1200" dirty="0"/>
            <a:t>Capa táctica</a:t>
          </a:r>
        </a:p>
      </dsp:txBody>
      <dsp:txXfrm>
        <a:off x="27415" y="1276520"/>
        <a:ext cx="5997409" cy="506770"/>
      </dsp:txXfrm>
    </dsp:sp>
    <dsp:sp modelId="{A5A3BE01-EE1F-49EB-A0AB-0939D75B3438}">
      <dsp:nvSpPr>
        <dsp:cNvPr id="0" name=""/>
        <dsp:cNvSpPr/>
      </dsp:nvSpPr>
      <dsp:spPr>
        <a:xfrm>
          <a:off x="0" y="1810705"/>
          <a:ext cx="6052239" cy="915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2159"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s-CO" sz="1400" kern="1200" dirty="0"/>
            <a:t>Diseño y modelado de datos</a:t>
          </a:r>
        </a:p>
        <a:p>
          <a:pPr marL="114300" lvl="1" indent="-114300" algn="l" defTabSz="622300">
            <a:lnSpc>
              <a:spcPct val="90000"/>
            </a:lnSpc>
            <a:spcBef>
              <a:spcPct val="0"/>
            </a:spcBef>
            <a:spcAft>
              <a:spcPct val="20000"/>
            </a:spcAft>
            <a:buChar char="•"/>
          </a:pPr>
          <a:r>
            <a:rPr lang="es-CO" sz="1400" kern="1200" dirty="0"/>
            <a:t>Integración e interoperabilidad de datos</a:t>
          </a:r>
        </a:p>
        <a:p>
          <a:pPr marL="114300" lvl="1" indent="-114300" algn="l" defTabSz="622300">
            <a:lnSpc>
              <a:spcPct val="90000"/>
            </a:lnSpc>
            <a:spcBef>
              <a:spcPct val="0"/>
            </a:spcBef>
            <a:spcAft>
              <a:spcPct val="20000"/>
            </a:spcAft>
            <a:buChar char="•"/>
          </a:pPr>
          <a:r>
            <a:rPr lang="es-CO" sz="1400" kern="1200" dirty="0"/>
            <a:t>Seguridad de datos</a:t>
          </a:r>
        </a:p>
        <a:p>
          <a:pPr marL="114300" lvl="1" indent="-114300" algn="l" defTabSz="622300">
            <a:lnSpc>
              <a:spcPct val="90000"/>
            </a:lnSpc>
            <a:spcBef>
              <a:spcPct val="0"/>
            </a:spcBef>
            <a:spcAft>
              <a:spcPct val="20000"/>
            </a:spcAft>
            <a:buChar char="•"/>
          </a:pPr>
          <a:r>
            <a:rPr lang="es-CO" sz="1400" kern="1200" dirty="0"/>
            <a:t>Almacenamiento y operación de datos</a:t>
          </a:r>
        </a:p>
      </dsp:txBody>
      <dsp:txXfrm>
        <a:off x="0" y="1810705"/>
        <a:ext cx="6052239" cy="915975"/>
      </dsp:txXfrm>
    </dsp:sp>
    <dsp:sp modelId="{EFA9638A-30AE-4E14-8AB0-865585751B47}">
      <dsp:nvSpPr>
        <dsp:cNvPr id="0" name=""/>
        <dsp:cNvSpPr/>
      </dsp:nvSpPr>
      <dsp:spPr>
        <a:xfrm>
          <a:off x="0" y="2726680"/>
          <a:ext cx="6052239"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CO" sz="1800" kern="1200" dirty="0"/>
            <a:t>Capa operativa</a:t>
          </a:r>
        </a:p>
      </dsp:txBody>
      <dsp:txXfrm>
        <a:off x="27415" y="2754095"/>
        <a:ext cx="5997409" cy="506770"/>
      </dsp:txXfrm>
    </dsp:sp>
    <dsp:sp modelId="{0FD277B0-47D7-4774-B3B6-BB6108E19245}">
      <dsp:nvSpPr>
        <dsp:cNvPr id="0" name=""/>
        <dsp:cNvSpPr/>
      </dsp:nvSpPr>
      <dsp:spPr>
        <a:xfrm>
          <a:off x="0" y="3288280"/>
          <a:ext cx="6052239" cy="915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2159"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s-CO" sz="1400" kern="1200" dirty="0"/>
            <a:t>Bodegas de datos e inteligencia de negocios</a:t>
          </a:r>
        </a:p>
        <a:p>
          <a:pPr marL="114300" lvl="1" indent="-114300" algn="l" defTabSz="622300">
            <a:lnSpc>
              <a:spcPct val="90000"/>
            </a:lnSpc>
            <a:spcBef>
              <a:spcPct val="0"/>
            </a:spcBef>
            <a:spcAft>
              <a:spcPct val="20000"/>
            </a:spcAft>
            <a:buChar char="•"/>
          </a:pPr>
          <a:r>
            <a:rPr lang="es-CO" sz="1400" kern="1200" dirty="0"/>
            <a:t>Administración de documentos y contenidos</a:t>
          </a:r>
        </a:p>
        <a:p>
          <a:pPr marL="114300" lvl="1" indent="-114300" algn="l" defTabSz="622300">
            <a:lnSpc>
              <a:spcPct val="90000"/>
            </a:lnSpc>
            <a:spcBef>
              <a:spcPct val="0"/>
            </a:spcBef>
            <a:spcAft>
              <a:spcPct val="20000"/>
            </a:spcAft>
            <a:buChar char="•"/>
          </a:pPr>
          <a:r>
            <a:rPr lang="es-CO" sz="1400" kern="1200" dirty="0"/>
            <a:t>Datos maestros y de referencia</a:t>
          </a:r>
        </a:p>
        <a:p>
          <a:pPr marL="114300" lvl="1" indent="-114300" algn="l" defTabSz="622300">
            <a:lnSpc>
              <a:spcPct val="90000"/>
            </a:lnSpc>
            <a:spcBef>
              <a:spcPct val="0"/>
            </a:spcBef>
            <a:spcAft>
              <a:spcPct val="20000"/>
            </a:spcAft>
            <a:buChar char="•"/>
          </a:pPr>
          <a:r>
            <a:rPr lang="es-CO" sz="1400" kern="1200" dirty="0"/>
            <a:t>Calidad de datos</a:t>
          </a:r>
        </a:p>
      </dsp:txBody>
      <dsp:txXfrm>
        <a:off x="0" y="3288280"/>
        <a:ext cx="6052239" cy="91597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FE87D-9F82-47B4-8BA1-1D2C30BED3C8}">
      <dsp:nvSpPr>
        <dsp:cNvPr id="0" name=""/>
        <dsp:cNvSpPr/>
      </dsp:nvSpPr>
      <dsp:spPr>
        <a:xfrm>
          <a:off x="4560" y="0"/>
          <a:ext cx="1801551" cy="4064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CO" sz="2300" kern="1200" dirty="0"/>
            <a:t>Inmuebles</a:t>
          </a:r>
        </a:p>
      </dsp:txBody>
      <dsp:txXfrm>
        <a:off x="4560" y="0"/>
        <a:ext cx="1801551" cy="1219200"/>
      </dsp:txXfrm>
    </dsp:sp>
    <dsp:sp modelId="{CB0916B4-E64D-40A8-8486-6414E0F49A42}">
      <dsp:nvSpPr>
        <dsp:cNvPr id="0" name=""/>
        <dsp:cNvSpPr/>
      </dsp:nvSpPr>
      <dsp:spPr>
        <a:xfrm>
          <a:off x="184715" y="1220390"/>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kern="1200" dirty="0"/>
            <a:t>Datos asociados a los inmuebles disponibles y ocupados</a:t>
          </a:r>
        </a:p>
      </dsp:txBody>
      <dsp:txXfrm>
        <a:off x="220604" y="1256279"/>
        <a:ext cx="1369462" cy="1153573"/>
      </dsp:txXfrm>
    </dsp:sp>
    <dsp:sp modelId="{C620DCB4-D9D3-403B-8C18-D9647D75F080}">
      <dsp:nvSpPr>
        <dsp:cNvPr id="0" name=""/>
        <dsp:cNvSpPr/>
      </dsp:nvSpPr>
      <dsp:spPr>
        <a:xfrm>
          <a:off x="184715" y="2634257"/>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b="1" kern="1200" dirty="0"/>
            <a:t>Responsable: </a:t>
          </a:r>
          <a:r>
            <a:rPr lang="es-CO" sz="1300" b="0" kern="1200" dirty="0"/>
            <a:t>Operaciones</a:t>
          </a:r>
          <a:endParaRPr lang="es-CO" sz="1300" b="1" kern="1200" dirty="0"/>
        </a:p>
      </dsp:txBody>
      <dsp:txXfrm>
        <a:off x="220604" y="2670146"/>
        <a:ext cx="1369462" cy="1153573"/>
      </dsp:txXfrm>
    </dsp:sp>
    <dsp:sp modelId="{A5C63D66-F504-467B-BDD9-6D47DA7C8F69}">
      <dsp:nvSpPr>
        <dsp:cNvPr id="0" name=""/>
        <dsp:cNvSpPr/>
      </dsp:nvSpPr>
      <dsp:spPr>
        <a:xfrm>
          <a:off x="1941227" y="0"/>
          <a:ext cx="1801551" cy="4064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CO" sz="2300" kern="1200" dirty="0"/>
            <a:t>Clientes</a:t>
          </a:r>
        </a:p>
      </dsp:txBody>
      <dsp:txXfrm>
        <a:off x="1941227" y="0"/>
        <a:ext cx="1801551" cy="1219200"/>
      </dsp:txXfrm>
    </dsp:sp>
    <dsp:sp modelId="{27059899-AF0A-4365-8425-07369EE0BCA3}">
      <dsp:nvSpPr>
        <dsp:cNvPr id="0" name=""/>
        <dsp:cNvSpPr/>
      </dsp:nvSpPr>
      <dsp:spPr>
        <a:xfrm>
          <a:off x="2121382" y="1220390"/>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kern="1200" dirty="0"/>
            <a:t>Datos asociados a los clientes actuales del negocio</a:t>
          </a:r>
        </a:p>
      </dsp:txBody>
      <dsp:txXfrm>
        <a:off x="2157271" y="1256279"/>
        <a:ext cx="1369462" cy="1153573"/>
      </dsp:txXfrm>
    </dsp:sp>
    <dsp:sp modelId="{2C54516C-367E-4FB2-B03E-6A768E1CE831}">
      <dsp:nvSpPr>
        <dsp:cNvPr id="0" name=""/>
        <dsp:cNvSpPr/>
      </dsp:nvSpPr>
      <dsp:spPr>
        <a:xfrm>
          <a:off x="2121382" y="2634257"/>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b="1" kern="1200" dirty="0"/>
            <a:t>Responsable: </a:t>
          </a:r>
          <a:r>
            <a:rPr lang="es-CO" sz="1300" b="0" kern="1200" dirty="0"/>
            <a:t>Servicio</a:t>
          </a:r>
          <a:endParaRPr lang="es-CO" sz="1300" b="1" kern="1200" dirty="0"/>
        </a:p>
      </dsp:txBody>
      <dsp:txXfrm>
        <a:off x="2157271" y="2670146"/>
        <a:ext cx="1369462" cy="1153573"/>
      </dsp:txXfrm>
    </dsp:sp>
    <dsp:sp modelId="{146A89FA-AADD-4E8C-B9E7-38819245E5B1}">
      <dsp:nvSpPr>
        <dsp:cNvPr id="0" name=""/>
        <dsp:cNvSpPr/>
      </dsp:nvSpPr>
      <dsp:spPr>
        <a:xfrm>
          <a:off x="3877894" y="0"/>
          <a:ext cx="1801551" cy="4064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CO" sz="2300" kern="1200" dirty="0"/>
            <a:t>Proveedores</a:t>
          </a:r>
        </a:p>
      </dsp:txBody>
      <dsp:txXfrm>
        <a:off x="3877894" y="0"/>
        <a:ext cx="1801551" cy="1219200"/>
      </dsp:txXfrm>
    </dsp:sp>
    <dsp:sp modelId="{64E50F8F-4637-4C21-B5E7-39EE89D3DE68}">
      <dsp:nvSpPr>
        <dsp:cNvPr id="0" name=""/>
        <dsp:cNvSpPr/>
      </dsp:nvSpPr>
      <dsp:spPr>
        <a:xfrm>
          <a:off x="4058049" y="1220390"/>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kern="1200" dirty="0"/>
            <a:t>Datos asociados a los proveedores de servicios de la organización</a:t>
          </a:r>
        </a:p>
      </dsp:txBody>
      <dsp:txXfrm>
        <a:off x="4093938" y="1256279"/>
        <a:ext cx="1369462" cy="1153573"/>
      </dsp:txXfrm>
    </dsp:sp>
    <dsp:sp modelId="{A563DC85-20C6-4DD2-98B4-39E7D2AEA153}">
      <dsp:nvSpPr>
        <dsp:cNvPr id="0" name=""/>
        <dsp:cNvSpPr/>
      </dsp:nvSpPr>
      <dsp:spPr>
        <a:xfrm>
          <a:off x="4058049" y="2634257"/>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b="1" kern="1200" dirty="0"/>
            <a:t>Responsable: </a:t>
          </a:r>
          <a:r>
            <a:rPr lang="es-CO" sz="1300" b="0" kern="1200" dirty="0"/>
            <a:t>Operaciones</a:t>
          </a:r>
          <a:endParaRPr lang="es-CO" sz="1300" b="1" kern="1200" dirty="0"/>
        </a:p>
      </dsp:txBody>
      <dsp:txXfrm>
        <a:off x="4093938" y="2670146"/>
        <a:ext cx="1369462" cy="1153573"/>
      </dsp:txXfrm>
    </dsp:sp>
    <dsp:sp modelId="{4F06DF40-D8D9-448A-B513-D26F2A3A2725}">
      <dsp:nvSpPr>
        <dsp:cNvPr id="0" name=""/>
        <dsp:cNvSpPr/>
      </dsp:nvSpPr>
      <dsp:spPr>
        <a:xfrm>
          <a:off x="5814562" y="0"/>
          <a:ext cx="1801551" cy="4064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CO" sz="2300" kern="1200" dirty="0"/>
            <a:t>Empleados</a:t>
          </a:r>
        </a:p>
      </dsp:txBody>
      <dsp:txXfrm>
        <a:off x="5814562" y="0"/>
        <a:ext cx="1801551" cy="1219200"/>
      </dsp:txXfrm>
    </dsp:sp>
    <dsp:sp modelId="{B7BF0E0A-D1B3-4CEF-B34E-C6D4D5511024}">
      <dsp:nvSpPr>
        <dsp:cNvPr id="0" name=""/>
        <dsp:cNvSpPr/>
      </dsp:nvSpPr>
      <dsp:spPr>
        <a:xfrm>
          <a:off x="5994717" y="1220390"/>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kern="1200" dirty="0"/>
            <a:t>Datos asociados a los empleados</a:t>
          </a:r>
        </a:p>
      </dsp:txBody>
      <dsp:txXfrm>
        <a:off x="6030606" y="1256279"/>
        <a:ext cx="1369462" cy="1153573"/>
      </dsp:txXfrm>
    </dsp:sp>
    <dsp:sp modelId="{66C7589A-21C4-442B-BC93-3E4F74079974}">
      <dsp:nvSpPr>
        <dsp:cNvPr id="0" name=""/>
        <dsp:cNvSpPr/>
      </dsp:nvSpPr>
      <dsp:spPr>
        <a:xfrm>
          <a:off x="5994717" y="2634257"/>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b="1" kern="1200" dirty="0"/>
            <a:t>Responsable: </a:t>
          </a:r>
          <a:r>
            <a:rPr lang="es-CO" sz="1300" b="0" kern="1200" dirty="0"/>
            <a:t>Talento humano</a:t>
          </a:r>
          <a:endParaRPr lang="es-CO" sz="1300" b="1" kern="1200" dirty="0"/>
        </a:p>
      </dsp:txBody>
      <dsp:txXfrm>
        <a:off x="6030606" y="2670146"/>
        <a:ext cx="1369462" cy="1153573"/>
      </dsp:txXfrm>
    </dsp:sp>
    <dsp:sp modelId="{840FA192-4B24-41C0-9B73-8E7FCE8352CB}">
      <dsp:nvSpPr>
        <dsp:cNvPr id="0" name=""/>
        <dsp:cNvSpPr/>
      </dsp:nvSpPr>
      <dsp:spPr>
        <a:xfrm>
          <a:off x="7751229" y="0"/>
          <a:ext cx="1801551" cy="4064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CO" sz="2300" kern="1200" dirty="0"/>
            <a:t>Prospectos</a:t>
          </a:r>
        </a:p>
      </dsp:txBody>
      <dsp:txXfrm>
        <a:off x="7751229" y="0"/>
        <a:ext cx="1801551" cy="1219200"/>
      </dsp:txXfrm>
    </dsp:sp>
    <dsp:sp modelId="{6A73E468-D2F5-42BA-9920-528244CDDF8F}">
      <dsp:nvSpPr>
        <dsp:cNvPr id="0" name=""/>
        <dsp:cNvSpPr/>
      </dsp:nvSpPr>
      <dsp:spPr>
        <a:xfrm>
          <a:off x="7931384" y="1220390"/>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kern="1200" dirty="0"/>
            <a:t>Datos asociados a los prospectos comerciales</a:t>
          </a:r>
        </a:p>
      </dsp:txBody>
      <dsp:txXfrm>
        <a:off x="7967273" y="1256279"/>
        <a:ext cx="1369462" cy="1153573"/>
      </dsp:txXfrm>
    </dsp:sp>
    <dsp:sp modelId="{007818DF-7DAB-4A1D-96C9-EF1F1E53A512}">
      <dsp:nvSpPr>
        <dsp:cNvPr id="0" name=""/>
        <dsp:cNvSpPr/>
      </dsp:nvSpPr>
      <dsp:spPr>
        <a:xfrm>
          <a:off x="7931384" y="2634257"/>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b="1" kern="1200" dirty="0"/>
            <a:t>Responsable: </a:t>
          </a:r>
          <a:r>
            <a:rPr lang="es-CO" sz="1300" b="0" kern="1200" dirty="0"/>
            <a:t>Comercial</a:t>
          </a:r>
          <a:endParaRPr lang="es-CO" sz="1300" b="1" kern="1200" dirty="0"/>
        </a:p>
      </dsp:txBody>
      <dsp:txXfrm>
        <a:off x="7967273" y="2670146"/>
        <a:ext cx="1369462" cy="1153573"/>
      </dsp:txXfrm>
    </dsp:sp>
    <dsp:sp modelId="{BB760E9A-C293-49C1-8679-11EFD791F437}">
      <dsp:nvSpPr>
        <dsp:cNvPr id="0" name=""/>
        <dsp:cNvSpPr/>
      </dsp:nvSpPr>
      <dsp:spPr>
        <a:xfrm>
          <a:off x="9687896" y="0"/>
          <a:ext cx="1801551" cy="4064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CO" sz="2300" kern="1200" dirty="0"/>
            <a:t>Finanzas</a:t>
          </a:r>
        </a:p>
      </dsp:txBody>
      <dsp:txXfrm>
        <a:off x="9687896" y="0"/>
        <a:ext cx="1801551" cy="1219200"/>
      </dsp:txXfrm>
    </dsp:sp>
    <dsp:sp modelId="{C2D2A973-F6A9-4D3E-A3C7-4BDCE59ACB01}">
      <dsp:nvSpPr>
        <dsp:cNvPr id="0" name=""/>
        <dsp:cNvSpPr/>
      </dsp:nvSpPr>
      <dsp:spPr>
        <a:xfrm>
          <a:off x="9868052" y="1220390"/>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kern="1200" dirty="0"/>
            <a:t>Datos asociados a la contabilidad y al componente financiero del negocio</a:t>
          </a:r>
        </a:p>
      </dsp:txBody>
      <dsp:txXfrm>
        <a:off x="9903941" y="1256279"/>
        <a:ext cx="1369462" cy="1153573"/>
      </dsp:txXfrm>
    </dsp:sp>
    <dsp:sp modelId="{C69EFC7D-259C-41A1-95CA-02B9CDCE69C5}">
      <dsp:nvSpPr>
        <dsp:cNvPr id="0" name=""/>
        <dsp:cNvSpPr/>
      </dsp:nvSpPr>
      <dsp:spPr>
        <a:xfrm>
          <a:off x="9868052" y="2634257"/>
          <a:ext cx="1441240" cy="12253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s-CO" sz="1300" b="1" kern="1200" dirty="0"/>
            <a:t>Responsable: </a:t>
          </a:r>
          <a:r>
            <a:rPr lang="es-CO" sz="1300" b="0" kern="1200" dirty="0"/>
            <a:t>Dirección estratégica</a:t>
          </a:r>
          <a:endParaRPr lang="es-CO" sz="1300" b="1" kern="1200" dirty="0"/>
        </a:p>
      </dsp:txBody>
      <dsp:txXfrm>
        <a:off x="9903941" y="2670146"/>
        <a:ext cx="1369462" cy="1153573"/>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CCF308-01F6-4C9C-8AF0-549868FF84CC}" type="datetimeFigureOut">
              <a:rPr lang="es-CO" smtClean="0"/>
              <a:t>16/01/26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51BC3-A5E8-4BB0-B94F-68AE1C0823D4}" type="slidenum">
              <a:rPr lang="es-CO" smtClean="0"/>
              <a:t>‹#›</a:t>
            </a:fld>
            <a:endParaRPr lang="es-CO"/>
          </a:p>
        </p:txBody>
      </p:sp>
    </p:spTree>
    <p:extLst>
      <p:ext uri="{BB962C8B-B14F-4D97-AF65-F5344CB8AC3E}">
        <p14:creationId xmlns:p14="http://schemas.microsoft.com/office/powerpoint/2010/main" val="1361163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5D51BC3-A5E8-4BB0-B94F-68AE1C0823D4}" type="slidenum">
              <a:rPr lang="es-CO" smtClean="0"/>
              <a:t>18</a:t>
            </a:fld>
            <a:endParaRPr lang="es-CO"/>
          </a:p>
        </p:txBody>
      </p:sp>
    </p:spTree>
    <p:extLst>
      <p:ext uri="{BB962C8B-B14F-4D97-AF65-F5344CB8AC3E}">
        <p14:creationId xmlns:p14="http://schemas.microsoft.com/office/powerpoint/2010/main" val="31968551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O"/>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O"/>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539BB84-7B78-4D5B-B973-9E0CA68A73EF}" type="datetimeFigureOut">
              <a:rPr lang="es-CO" smtClean="0"/>
              <a:t>16/01/26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a:xfrm>
            <a:off x="9255346" y="2750337"/>
            <a:ext cx="1171888" cy="1356442"/>
          </a:xfrm>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1877156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O"/>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O"/>
          </a:p>
        </p:txBody>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39BB84-7B78-4D5B-B973-9E0CA68A73EF}" type="datetimeFigureOut">
              <a:rPr lang="es-CO" smtClean="0"/>
              <a:t>16/01/26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2906455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O"/>
          </a:p>
        </p:txBody>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O"/>
          </a:p>
        </p:txBody>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539BB84-7B78-4D5B-B973-9E0CA68A73EF}" type="datetimeFigureOut">
              <a:rPr lang="es-CO" smtClean="0"/>
              <a:t>16/01/26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a:xfrm>
            <a:off x="10729455" y="2869895"/>
            <a:ext cx="1154151" cy="1090789"/>
          </a:xfrm>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119881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539BB84-7B78-4D5B-B973-9E0CA68A73EF}" type="datetimeFigureOut">
              <a:rPr lang="es-CO" smtClean="0"/>
              <a:t>16/01/26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1009263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539BB84-7B78-4D5B-B973-9E0CA68A73EF}" type="datetimeFigureOut">
              <a:rPr lang="es-CO" smtClean="0"/>
              <a:t>16/01/26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2366209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539BB84-7B78-4D5B-B973-9E0CA68A73EF}" type="datetimeFigureOut">
              <a:rPr lang="es-CO" smtClean="0"/>
              <a:t>16/01/26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2593042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539BB84-7B78-4D5B-B973-9E0CA68A73EF}" type="datetimeFigureOut">
              <a:rPr lang="es-CO" smtClean="0"/>
              <a:t>16/01/26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83867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539BB84-7B78-4D5B-B973-9E0CA68A73EF}" type="datetimeFigureOut">
              <a:rPr lang="es-CO" smtClean="0"/>
              <a:t>16/01/26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1931353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539BB84-7B78-4D5B-B973-9E0CA68A73EF}" type="datetimeFigureOut">
              <a:rPr lang="es-CO" smtClean="0"/>
              <a:t>16/01/26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410502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539BB84-7B78-4D5B-B973-9E0CA68A73EF}" type="datetimeFigureOut">
              <a:rPr lang="es-CO" smtClean="0"/>
              <a:t>16/01/26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a:xfrm>
            <a:off x="10729455" y="4711309"/>
            <a:ext cx="1154151" cy="1090789"/>
          </a:xfrm>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95311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539BB84-7B78-4D5B-B973-9E0CA68A73EF}" type="datetimeFigureOut">
              <a:rPr lang="es-CO" smtClean="0"/>
              <a:t>16/01/26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a:xfrm>
            <a:off x="10729455" y="4711615"/>
            <a:ext cx="1154151" cy="1090789"/>
          </a:xfrm>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2652097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539BB84-7B78-4D5B-B973-9E0CA68A73EF}" type="datetimeFigureOut">
              <a:rPr lang="es-CO" smtClean="0"/>
              <a:t>16/01/26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a:xfrm>
            <a:off x="10729455" y="4709925"/>
            <a:ext cx="1154151" cy="1090789"/>
          </a:xfrm>
        </p:spPr>
        <p:txBody>
          <a:bodyPr/>
          <a:lstStyle/>
          <a:p>
            <a:fld id="{295BC2C2-8EBB-4C95-8ABF-632A9C1355BF}" type="slidenum">
              <a:rPr lang="es-CO" smtClean="0"/>
              <a:t>‹#›</a:t>
            </a:fld>
            <a:endParaRPr lang="es-CO"/>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949781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539BB84-7B78-4D5B-B973-9E0CA68A73EF}" type="datetimeFigureOut">
              <a:rPr lang="es-CO" smtClean="0"/>
              <a:t>16/01/26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a:xfrm>
            <a:off x="10729455" y="4709925"/>
            <a:ext cx="1154151" cy="1090789"/>
          </a:xfrm>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2782759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539BB84-7B78-4D5B-B973-9E0CA68A73EF}" type="datetimeFigureOut">
              <a:rPr lang="es-CO" smtClean="0"/>
              <a:t>16/01/26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4222307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539BB84-7B78-4D5B-B973-9E0CA68A73EF}" type="datetimeFigureOut">
              <a:rPr lang="es-CO" smtClean="0"/>
              <a:t>16/01/26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267953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39BB84-7B78-4D5B-B973-9E0CA68A73EF}" type="datetimeFigureOut">
              <a:rPr lang="es-CO" smtClean="0"/>
              <a:t>16/01/26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295BC2C2-8EBB-4C95-8ABF-632A9C1355BF}" type="slidenum">
              <a:rPr lang="es-CO" smtClean="0"/>
              <a:t>‹#›</a:t>
            </a:fld>
            <a:endParaRPr lang="es-CO"/>
          </a:p>
        </p:txBody>
      </p:sp>
    </p:spTree>
    <p:extLst>
      <p:ext uri="{BB962C8B-B14F-4D97-AF65-F5344CB8AC3E}">
        <p14:creationId xmlns:p14="http://schemas.microsoft.com/office/powerpoint/2010/main" val="1238500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4539BB84-7B78-4D5B-B973-9E0CA68A73EF}" type="datetimeFigureOut">
              <a:rPr lang="es-CO" smtClean="0"/>
              <a:t>16/01/26</a:t>
            </a:fld>
            <a:endParaRPr lang="es-CO"/>
          </a:p>
        </p:txBody>
      </p:sp>
      <p:sp>
        <p:nvSpPr>
          <p:cNvPr id="5" name="Footer Placeholder 4"/>
          <p:cNvSpPr>
            <a:spLocks noGrp="1"/>
          </p:cNvSpPr>
          <p:nvPr>
            <p:ph type="ftr" sz="quarter" idx="11"/>
          </p:nvPr>
        </p:nvSpPr>
        <p:spPr>
          <a:xfrm>
            <a:off x="680321" y="5936188"/>
            <a:ext cx="6126805" cy="365125"/>
          </a:xfrm>
        </p:spPr>
        <p:txBody>
          <a:bodyPr/>
          <a:lstStyle/>
          <a:p>
            <a:endParaRPr lang="es-CO"/>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95BC2C2-8EBB-4C95-8ABF-632A9C1355BF}" type="slidenum">
              <a:rPr lang="es-CO" smtClean="0"/>
              <a:t>‹#›</a:t>
            </a:fld>
            <a:endParaRPr lang="es-CO"/>
          </a:p>
        </p:txBody>
      </p:sp>
    </p:spTree>
    <p:extLst>
      <p:ext uri="{BB962C8B-B14F-4D97-AF65-F5344CB8AC3E}">
        <p14:creationId xmlns:p14="http://schemas.microsoft.com/office/powerpoint/2010/main" val="2649040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539BB84-7B78-4D5B-B973-9E0CA68A73EF}" type="datetimeFigureOut">
              <a:rPr lang="es-CO" smtClean="0"/>
              <a:t>16/01/26</a:t>
            </a:fld>
            <a:endParaRPr lang="es-CO"/>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95BC2C2-8EBB-4C95-8ABF-632A9C1355BF}" type="slidenum">
              <a:rPr lang="es-CO" smtClean="0"/>
              <a:t>‹#›</a:t>
            </a:fld>
            <a:endParaRPr lang="es-CO"/>
          </a:p>
        </p:txBody>
      </p:sp>
    </p:spTree>
    <p:extLst>
      <p:ext uri="{BB962C8B-B14F-4D97-AF65-F5344CB8AC3E}">
        <p14:creationId xmlns:p14="http://schemas.microsoft.com/office/powerpoint/2010/main" val="2882230490"/>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mailto:nombre@dominio.co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BE5A60-FAFC-BC99-880B-5FD7D85FC024}"/>
              </a:ext>
            </a:extLst>
          </p:cNvPr>
          <p:cNvSpPr>
            <a:spLocks noGrp="1"/>
          </p:cNvSpPr>
          <p:nvPr>
            <p:ph type="ctrTitle"/>
          </p:nvPr>
        </p:nvSpPr>
        <p:spPr/>
        <p:txBody>
          <a:bodyPr/>
          <a:lstStyle/>
          <a:p>
            <a:r>
              <a:rPr lang="es-CO" dirty="0"/>
              <a:t>INGENIERÍA DE DATOS</a:t>
            </a:r>
          </a:p>
        </p:txBody>
      </p:sp>
      <p:sp>
        <p:nvSpPr>
          <p:cNvPr id="3" name="Subtítulo 2">
            <a:extLst>
              <a:ext uri="{FF2B5EF4-FFF2-40B4-BE49-F238E27FC236}">
                <a16:creationId xmlns:a16="http://schemas.microsoft.com/office/drawing/2014/main" id="{5A59E0AD-2D19-7657-6A0B-A213AE1A8E29}"/>
              </a:ext>
            </a:extLst>
          </p:cNvPr>
          <p:cNvSpPr>
            <a:spLocks noGrp="1"/>
          </p:cNvSpPr>
          <p:nvPr>
            <p:ph type="subTitle" idx="1"/>
          </p:nvPr>
        </p:nvSpPr>
        <p:spPr/>
        <p:txBody>
          <a:bodyPr/>
          <a:lstStyle/>
          <a:p>
            <a:r>
              <a:rPr lang="es-CO" dirty="0"/>
              <a:t>INGENIERÍA DE SISTEMAS Y COMPUTACIÓN</a:t>
            </a:r>
          </a:p>
          <a:p>
            <a:endParaRPr lang="es-CO" dirty="0"/>
          </a:p>
        </p:txBody>
      </p:sp>
    </p:spTree>
    <p:extLst>
      <p:ext uri="{BB962C8B-B14F-4D97-AF65-F5344CB8AC3E}">
        <p14:creationId xmlns:p14="http://schemas.microsoft.com/office/powerpoint/2010/main" val="4201731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824097-2355-5264-A70C-BD3940593E0F}"/>
              </a:ext>
            </a:extLst>
          </p:cNvPr>
          <p:cNvSpPr>
            <a:spLocks noGrp="1"/>
          </p:cNvSpPr>
          <p:nvPr>
            <p:ph type="title"/>
          </p:nvPr>
        </p:nvSpPr>
        <p:spPr/>
        <p:txBody>
          <a:bodyPr/>
          <a:lstStyle/>
          <a:p>
            <a:r>
              <a:rPr lang="es-CO" dirty="0"/>
              <a:t>¿Cómo llevar a cabo un plan de gobierno de datos?</a:t>
            </a:r>
          </a:p>
        </p:txBody>
      </p:sp>
      <p:graphicFrame>
        <p:nvGraphicFramePr>
          <p:cNvPr id="4" name="Marcador de contenido 3">
            <a:extLst>
              <a:ext uri="{FF2B5EF4-FFF2-40B4-BE49-F238E27FC236}">
                <a16:creationId xmlns:a16="http://schemas.microsoft.com/office/drawing/2014/main" id="{42309DB1-9F84-945B-6480-5D39FB391F10}"/>
              </a:ext>
            </a:extLst>
          </p:cNvPr>
          <p:cNvGraphicFramePr>
            <a:graphicFrameLocks noGrp="1"/>
          </p:cNvGraphicFramePr>
          <p:nvPr>
            <p:ph idx="1"/>
            <p:extLst>
              <p:ext uri="{D42A27DB-BD31-4B8C-83A1-F6EECF244321}">
                <p14:modId xmlns:p14="http://schemas.microsoft.com/office/powerpoint/2010/main" val="806395314"/>
              </p:ext>
            </p:extLst>
          </p:nvPr>
        </p:nvGraphicFramePr>
        <p:xfrm>
          <a:off x="6096000" y="2071328"/>
          <a:ext cx="5574889" cy="4708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Marcador de contenido 2">
            <a:extLst>
              <a:ext uri="{FF2B5EF4-FFF2-40B4-BE49-F238E27FC236}">
                <a16:creationId xmlns:a16="http://schemas.microsoft.com/office/drawing/2014/main" id="{5D9E62CD-27D0-99A6-BBB8-12D12CA28D22}"/>
              </a:ext>
            </a:extLst>
          </p:cNvPr>
          <p:cNvSpPr txBox="1">
            <a:spLocks/>
          </p:cNvSpPr>
          <p:nvPr/>
        </p:nvSpPr>
        <p:spPr>
          <a:xfrm>
            <a:off x="521110" y="2310581"/>
            <a:ext cx="5329083" cy="423770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s-ES" dirty="0"/>
              <a:t>El gobierno de datos maximiza la inversión iniciativas analíticas y de datos.</a:t>
            </a:r>
          </a:p>
          <a:p>
            <a:r>
              <a:rPr lang="es-ES" dirty="0"/>
              <a:t>Promueve el uso apropiado de la analítica en los procesos de negocio.</a:t>
            </a:r>
          </a:p>
          <a:p>
            <a:r>
              <a:rPr lang="es-ES" dirty="0"/>
              <a:t>Asegura percepciones precisas basadas en datos de calidad.</a:t>
            </a:r>
          </a:p>
          <a:p>
            <a:r>
              <a:rPr lang="es-ES" dirty="0"/>
              <a:t>Reduce el riesgo por componentes de seguridad</a:t>
            </a:r>
          </a:p>
          <a:p>
            <a:r>
              <a:rPr lang="es-ES" dirty="0"/>
              <a:t>Guía la priorización de proyectos dado que la información es confiable.</a:t>
            </a:r>
          </a:p>
          <a:p>
            <a:endParaRPr lang="es-CO" dirty="0"/>
          </a:p>
        </p:txBody>
      </p:sp>
    </p:spTree>
    <p:extLst>
      <p:ext uri="{BB962C8B-B14F-4D97-AF65-F5344CB8AC3E}">
        <p14:creationId xmlns:p14="http://schemas.microsoft.com/office/powerpoint/2010/main" val="1050896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241066-D82A-88FF-B6D5-1DC80288D8DB}"/>
              </a:ext>
            </a:extLst>
          </p:cNvPr>
          <p:cNvSpPr>
            <a:spLocks noGrp="1"/>
          </p:cNvSpPr>
          <p:nvPr>
            <p:ph type="title"/>
          </p:nvPr>
        </p:nvSpPr>
        <p:spPr/>
        <p:txBody>
          <a:bodyPr/>
          <a:lstStyle/>
          <a:p>
            <a:r>
              <a:rPr lang="es-CO" dirty="0"/>
              <a:t>Identificar liderazgo</a:t>
            </a:r>
          </a:p>
        </p:txBody>
      </p:sp>
      <p:graphicFrame>
        <p:nvGraphicFramePr>
          <p:cNvPr id="4" name="Marcador de contenido 3">
            <a:extLst>
              <a:ext uri="{FF2B5EF4-FFF2-40B4-BE49-F238E27FC236}">
                <a16:creationId xmlns:a16="http://schemas.microsoft.com/office/drawing/2014/main" id="{35E11C6A-CF39-0041-1E21-5C3739EF9806}"/>
              </a:ext>
            </a:extLst>
          </p:cNvPr>
          <p:cNvGraphicFramePr>
            <a:graphicFrameLocks noGrp="1"/>
          </p:cNvGraphicFramePr>
          <p:nvPr>
            <p:ph idx="1"/>
            <p:extLst>
              <p:ext uri="{D42A27DB-BD31-4B8C-83A1-F6EECF244321}">
                <p14:modId xmlns:p14="http://schemas.microsoft.com/office/powerpoint/2010/main" val="316216728"/>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6226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4E92D7-3041-E166-AEF6-79A1F1D3765F}"/>
              </a:ext>
            </a:extLst>
          </p:cNvPr>
          <p:cNvSpPr>
            <a:spLocks noGrp="1"/>
          </p:cNvSpPr>
          <p:nvPr>
            <p:ph type="title"/>
          </p:nvPr>
        </p:nvSpPr>
        <p:spPr/>
        <p:txBody>
          <a:bodyPr>
            <a:normAutofit/>
          </a:bodyPr>
          <a:lstStyle/>
          <a:p>
            <a:r>
              <a:rPr lang="es-CO" dirty="0"/>
              <a:t>Establecer la visión</a:t>
            </a:r>
          </a:p>
        </p:txBody>
      </p:sp>
      <p:graphicFrame>
        <p:nvGraphicFramePr>
          <p:cNvPr id="4" name="Marcador de contenido 3">
            <a:extLst>
              <a:ext uri="{FF2B5EF4-FFF2-40B4-BE49-F238E27FC236}">
                <a16:creationId xmlns:a16="http://schemas.microsoft.com/office/drawing/2014/main" id="{2738AB4F-CBCB-9D6F-6D95-091BA0EA9AB4}"/>
              </a:ext>
            </a:extLst>
          </p:cNvPr>
          <p:cNvGraphicFramePr>
            <a:graphicFrameLocks noGrp="1"/>
          </p:cNvGraphicFramePr>
          <p:nvPr>
            <p:ph idx="1"/>
            <p:extLst>
              <p:ext uri="{D42A27DB-BD31-4B8C-83A1-F6EECF244321}">
                <p14:modId xmlns:p14="http://schemas.microsoft.com/office/powerpoint/2010/main" val="1736435782"/>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5870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A2CD2B-63D9-48EA-B038-AA9A23A5ED65}"/>
              </a:ext>
            </a:extLst>
          </p:cNvPr>
          <p:cNvSpPr>
            <a:spLocks noGrp="1"/>
          </p:cNvSpPr>
          <p:nvPr>
            <p:ph type="title"/>
          </p:nvPr>
        </p:nvSpPr>
        <p:spPr/>
        <p:txBody>
          <a:bodyPr/>
          <a:lstStyle/>
          <a:p>
            <a:r>
              <a:rPr lang="es-CO" dirty="0"/>
              <a:t>Evaluar componentes existentes</a:t>
            </a:r>
          </a:p>
        </p:txBody>
      </p:sp>
      <p:graphicFrame>
        <p:nvGraphicFramePr>
          <p:cNvPr id="4" name="Marcador de contenido 3">
            <a:extLst>
              <a:ext uri="{FF2B5EF4-FFF2-40B4-BE49-F238E27FC236}">
                <a16:creationId xmlns:a16="http://schemas.microsoft.com/office/drawing/2014/main" id="{11461783-D882-F418-AC54-2223BCEF5C8C}"/>
              </a:ext>
            </a:extLst>
          </p:cNvPr>
          <p:cNvGraphicFramePr>
            <a:graphicFrameLocks noGrp="1"/>
          </p:cNvGraphicFramePr>
          <p:nvPr>
            <p:ph idx="1"/>
            <p:extLst>
              <p:ext uri="{D42A27DB-BD31-4B8C-83A1-F6EECF244321}">
                <p14:modId xmlns:p14="http://schemas.microsoft.com/office/powerpoint/2010/main" val="1667548123"/>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211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5DA5B-64DB-F4B7-EC93-64B56CDB6D5D}"/>
              </a:ext>
            </a:extLst>
          </p:cNvPr>
          <p:cNvSpPr>
            <a:spLocks noGrp="1"/>
          </p:cNvSpPr>
          <p:nvPr>
            <p:ph type="title"/>
          </p:nvPr>
        </p:nvSpPr>
        <p:spPr/>
        <p:txBody>
          <a:bodyPr>
            <a:normAutofit/>
          </a:bodyPr>
          <a:lstStyle/>
          <a:p>
            <a:r>
              <a:rPr lang="es-CO" dirty="0"/>
              <a:t>Determine el nivel adecuado de gobierno</a:t>
            </a:r>
          </a:p>
        </p:txBody>
      </p:sp>
      <p:graphicFrame>
        <p:nvGraphicFramePr>
          <p:cNvPr id="4" name="Marcador de contenido 3">
            <a:extLst>
              <a:ext uri="{FF2B5EF4-FFF2-40B4-BE49-F238E27FC236}">
                <a16:creationId xmlns:a16="http://schemas.microsoft.com/office/drawing/2014/main" id="{40428CF0-7138-BF91-EF83-218AE3285104}"/>
              </a:ext>
            </a:extLst>
          </p:cNvPr>
          <p:cNvGraphicFramePr>
            <a:graphicFrameLocks noGrp="1"/>
          </p:cNvGraphicFramePr>
          <p:nvPr>
            <p:ph idx="1"/>
            <p:extLst>
              <p:ext uri="{D42A27DB-BD31-4B8C-83A1-F6EECF244321}">
                <p14:modId xmlns:p14="http://schemas.microsoft.com/office/powerpoint/2010/main" val="3886968060"/>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495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5D1D6C-8B30-8461-CCF8-D295BB0AE092}"/>
              </a:ext>
            </a:extLst>
          </p:cNvPr>
          <p:cNvSpPr>
            <a:spLocks noGrp="1"/>
          </p:cNvSpPr>
          <p:nvPr>
            <p:ph type="title"/>
          </p:nvPr>
        </p:nvSpPr>
        <p:spPr/>
        <p:txBody>
          <a:bodyPr/>
          <a:lstStyle/>
          <a:p>
            <a:r>
              <a:rPr lang="es-CO" dirty="0"/>
              <a:t>Automatizar el gobierno de datos</a:t>
            </a:r>
          </a:p>
        </p:txBody>
      </p:sp>
      <p:graphicFrame>
        <p:nvGraphicFramePr>
          <p:cNvPr id="4" name="Marcador de contenido 3">
            <a:extLst>
              <a:ext uri="{FF2B5EF4-FFF2-40B4-BE49-F238E27FC236}">
                <a16:creationId xmlns:a16="http://schemas.microsoft.com/office/drawing/2014/main" id="{2D8E19FD-EE00-0CEC-3356-F13578247FA2}"/>
              </a:ext>
            </a:extLst>
          </p:cNvPr>
          <p:cNvGraphicFramePr>
            <a:graphicFrameLocks noGrp="1"/>
          </p:cNvGraphicFramePr>
          <p:nvPr>
            <p:ph idx="1"/>
            <p:extLst>
              <p:ext uri="{D42A27DB-BD31-4B8C-83A1-F6EECF244321}">
                <p14:modId xmlns:p14="http://schemas.microsoft.com/office/powerpoint/2010/main" val="4266773681"/>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3097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66E6C8-A863-549D-1D24-5F70BBBD28FD}"/>
              </a:ext>
            </a:extLst>
          </p:cNvPr>
          <p:cNvSpPr>
            <a:spLocks noGrp="1"/>
          </p:cNvSpPr>
          <p:nvPr>
            <p:ph type="title"/>
          </p:nvPr>
        </p:nvSpPr>
        <p:spPr/>
        <p:txBody>
          <a:bodyPr>
            <a:normAutofit/>
          </a:bodyPr>
          <a:lstStyle/>
          <a:p>
            <a:r>
              <a:rPr lang="es-CO" dirty="0"/>
              <a:t>Enfocarse en personas y procesos</a:t>
            </a:r>
          </a:p>
        </p:txBody>
      </p:sp>
      <p:graphicFrame>
        <p:nvGraphicFramePr>
          <p:cNvPr id="4" name="Marcador de contenido 3">
            <a:extLst>
              <a:ext uri="{FF2B5EF4-FFF2-40B4-BE49-F238E27FC236}">
                <a16:creationId xmlns:a16="http://schemas.microsoft.com/office/drawing/2014/main" id="{4917F980-F125-5A52-33B3-0AA16960CE06}"/>
              </a:ext>
            </a:extLst>
          </p:cNvPr>
          <p:cNvGraphicFramePr>
            <a:graphicFrameLocks noGrp="1"/>
          </p:cNvGraphicFramePr>
          <p:nvPr>
            <p:ph idx="1"/>
            <p:extLst>
              <p:ext uri="{D42A27DB-BD31-4B8C-83A1-F6EECF244321}">
                <p14:modId xmlns:p14="http://schemas.microsoft.com/office/powerpoint/2010/main" val="3693415466"/>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7548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FC6BE5-0FC9-1179-88CC-95D312340594}"/>
              </a:ext>
            </a:extLst>
          </p:cNvPr>
          <p:cNvSpPr>
            <a:spLocks noGrp="1"/>
          </p:cNvSpPr>
          <p:nvPr>
            <p:ph type="title"/>
          </p:nvPr>
        </p:nvSpPr>
        <p:spPr/>
        <p:txBody>
          <a:bodyPr/>
          <a:lstStyle/>
          <a:p>
            <a:r>
              <a:rPr lang="es-CO" dirty="0"/>
              <a:t>Establecer un comité de DG</a:t>
            </a:r>
          </a:p>
        </p:txBody>
      </p:sp>
      <p:graphicFrame>
        <p:nvGraphicFramePr>
          <p:cNvPr id="4" name="Marcador de contenido 3">
            <a:extLst>
              <a:ext uri="{FF2B5EF4-FFF2-40B4-BE49-F238E27FC236}">
                <a16:creationId xmlns:a16="http://schemas.microsoft.com/office/drawing/2014/main" id="{19C70BF0-D9F1-9AE3-2677-4CF7A3E932B2}"/>
              </a:ext>
            </a:extLst>
          </p:cNvPr>
          <p:cNvGraphicFramePr>
            <a:graphicFrameLocks noGrp="1"/>
          </p:cNvGraphicFramePr>
          <p:nvPr>
            <p:ph idx="1"/>
            <p:extLst>
              <p:ext uri="{D42A27DB-BD31-4B8C-83A1-F6EECF244321}">
                <p14:modId xmlns:p14="http://schemas.microsoft.com/office/powerpoint/2010/main" val="4175603936"/>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8524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665CEB-D7A3-A916-11F4-39E9F7A657C2}"/>
              </a:ext>
            </a:extLst>
          </p:cNvPr>
          <p:cNvSpPr>
            <a:spLocks noGrp="1"/>
          </p:cNvSpPr>
          <p:nvPr>
            <p:ph type="title"/>
          </p:nvPr>
        </p:nvSpPr>
        <p:spPr/>
        <p:txBody>
          <a:bodyPr>
            <a:normAutofit/>
          </a:bodyPr>
          <a:lstStyle/>
          <a:p>
            <a:r>
              <a:rPr lang="es-CO" dirty="0"/>
              <a:t>Crear una línea de trabajo</a:t>
            </a:r>
          </a:p>
        </p:txBody>
      </p:sp>
      <p:graphicFrame>
        <p:nvGraphicFramePr>
          <p:cNvPr id="4" name="Marcador de contenido 3">
            <a:extLst>
              <a:ext uri="{FF2B5EF4-FFF2-40B4-BE49-F238E27FC236}">
                <a16:creationId xmlns:a16="http://schemas.microsoft.com/office/drawing/2014/main" id="{09A63622-2493-2799-1252-B6C26D0C4F78}"/>
              </a:ext>
            </a:extLst>
          </p:cNvPr>
          <p:cNvGraphicFramePr>
            <a:graphicFrameLocks noGrp="1"/>
          </p:cNvGraphicFramePr>
          <p:nvPr>
            <p:ph idx="1"/>
            <p:extLst>
              <p:ext uri="{D42A27DB-BD31-4B8C-83A1-F6EECF244321}">
                <p14:modId xmlns:p14="http://schemas.microsoft.com/office/powerpoint/2010/main" val="3068473079"/>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5204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5D5B5A7-4C89-B185-A291-C101F4198073}"/>
              </a:ext>
            </a:extLst>
          </p:cNvPr>
          <p:cNvSpPr>
            <a:spLocks noGrp="1"/>
          </p:cNvSpPr>
          <p:nvPr>
            <p:ph type="title"/>
          </p:nvPr>
        </p:nvSpPr>
        <p:spPr/>
        <p:txBody>
          <a:bodyPr/>
          <a:lstStyle/>
          <a:p>
            <a:r>
              <a:rPr lang="es-CO" dirty="0"/>
              <a:t>Fases de implementación de un plan de gobierno de datos</a:t>
            </a:r>
          </a:p>
        </p:txBody>
      </p:sp>
    </p:spTree>
    <p:extLst>
      <p:ext uri="{BB962C8B-B14F-4D97-AF65-F5344CB8AC3E}">
        <p14:creationId xmlns:p14="http://schemas.microsoft.com/office/powerpoint/2010/main" val="2054353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7F1655-A2AD-CDDC-0BEB-FC178D3449F9}"/>
              </a:ext>
            </a:extLst>
          </p:cNvPr>
          <p:cNvSpPr>
            <a:spLocks noGrp="1"/>
          </p:cNvSpPr>
          <p:nvPr>
            <p:ph type="title"/>
          </p:nvPr>
        </p:nvSpPr>
        <p:spPr/>
        <p:txBody>
          <a:bodyPr/>
          <a:lstStyle/>
          <a:p>
            <a:r>
              <a:rPr lang="es-CO" dirty="0"/>
              <a:t>Fases de implementación</a:t>
            </a:r>
          </a:p>
        </p:txBody>
      </p:sp>
      <p:pic>
        <p:nvPicPr>
          <p:cNvPr id="1028" name="Picture 4">
            <a:extLst>
              <a:ext uri="{FF2B5EF4-FFF2-40B4-BE49-F238E27FC236}">
                <a16:creationId xmlns:a16="http://schemas.microsoft.com/office/drawing/2014/main" id="{70BE914B-912C-F56B-57BD-CDA26149EF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776" y="2382909"/>
            <a:ext cx="4943475" cy="40386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Diagrama 2">
            <a:extLst>
              <a:ext uri="{FF2B5EF4-FFF2-40B4-BE49-F238E27FC236}">
                <a16:creationId xmlns:a16="http://schemas.microsoft.com/office/drawing/2014/main" id="{E595EFE1-0B5B-BCC4-C975-63248651F8F3}"/>
              </a:ext>
            </a:extLst>
          </p:cNvPr>
          <p:cNvGraphicFramePr/>
          <p:nvPr>
            <p:extLst>
              <p:ext uri="{D42A27DB-BD31-4B8C-83A1-F6EECF244321}">
                <p14:modId xmlns:p14="http://schemas.microsoft.com/office/powerpoint/2010/main" val="1372593376"/>
              </p:ext>
            </p:extLst>
          </p:nvPr>
        </p:nvGraphicFramePr>
        <p:xfrm>
          <a:off x="5898969" y="2212848"/>
          <a:ext cx="6052239" cy="4208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3343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7F1655-A2AD-CDDC-0BEB-FC178D3449F9}"/>
              </a:ext>
            </a:extLst>
          </p:cNvPr>
          <p:cNvSpPr>
            <a:spLocks noGrp="1"/>
          </p:cNvSpPr>
          <p:nvPr>
            <p:ph type="title"/>
          </p:nvPr>
        </p:nvSpPr>
        <p:spPr/>
        <p:txBody>
          <a:bodyPr/>
          <a:lstStyle/>
          <a:p>
            <a:r>
              <a:rPr lang="es-CO" dirty="0"/>
              <a:t>Fases de implementación</a:t>
            </a:r>
          </a:p>
        </p:txBody>
      </p:sp>
      <p:pic>
        <p:nvPicPr>
          <p:cNvPr id="1028" name="Picture 4">
            <a:extLst>
              <a:ext uri="{FF2B5EF4-FFF2-40B4-BE49-F238E27FC236}">
                <a16:creationId xmlns:a16="http://schemas.microsoft.com/office/drawing/2014/main" id="{70BE914B-912C-F56B-57BD-CDA26149EF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321" y="2314864"/>
            <a:ext cx="4943475" cy="4038600"/>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07501397-0E9E-41EF-14E8-D1C90448A09F}"/>
              </a:ext>
            </a:extLst>
          </p:cNvPr>
          <p:cNvSpPr txBox="1"/>
          <p:nvPr/>
        </p:nvSpPr>
        <p:spPr>
          <a:xfrm>
            <a:off x="6662476" y="2428016"/>
            <a:ext cx="5460571" cy="1200329"/>
          </a:xfrm>
          <a:prstGeom prst="rect">
            <a:avLst/>
          </a:prstGeom>
          <a:noFill/>
        </p:spPr>
        <p:txBody>
          <a:bodyPr wrap="square" rtlCol="0">
            <a:spAutoFit/>
          </a:bodyPr>
          <a:lstStyle/>
          <a:p>
            <a:r>
              <a:rPr lang="es-CO" b="1" dirty="0"/>
              <a:t>Fase 1: </a:t>
            </a:r>
            <a:r>
              <a:rPr lang="es-CO" dirty="0"/>
              <a:t>Se inicia el proceso de gestión mediante la adquisición de herramientas que permitan mantener y soportar las capacidades de bases de datos.</a:t>
            </a:r>
            <a:r>
              <a:rPr lang="es-CO" b="1" dirty="0"/>
              <a:t> </a:t>
            </a:r>
          </a:p>
        </p:txBody>
      </p:sp>
      <p:sp>
        <p:nvSpPr>
          <p:cNvPr id="8" name="Flecha: a la derecha 7">
            <a:extLst>
              <a:ext uri="{FF2B5EF4-FFF2-40B4-BE49-F238E27FC236}">
                <a16:creationId xmlns:a16="http://schemas.microsoft.com/office/drawing/2014/main" id="{3999C561-9B18-7C8C-DBAB-AD32E0AE286B}"/>
              </a:ext>
            </a:extLst>
          </p:cNvPr>
          <p:cNvSpPr/>
          <p:nvPr/>
        </p:nvSpPr>
        <p:spPr>
          <a:xfrm>
            <a:off x="5718065" y="2433253"/>
            <a:ext cx="987552" cy="338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Flecha: a la derecha 8">
            <a:extLst>
              <a:ext uri="{FF2B5EF4-FFF2-40B4-BE49-F238E27FC236}">
                <a16:creationId xmlns:a16="http://schemas.microsoft.com/office/drawing/2014/main" id="{D0ACB43C-B124-E763-6335-A39F89F26997}"/>
              </a:ext>
            </a:extLst>
          </p:cNvPr>
          <p:cNvSpPr/>
          <p:nvPr/>
        </p:nvSpPr>
        <p:spPr>
          <a:xfrm>
            <a:off x="5718065" y="3628345"/>
            <a:ext cx="987552" cy="338420"/>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s-CO"/>
          </a:p>
        </p:txBody>
      </p:sp>
      <p:sp>
        <p:nvSpPr>
          <p:cNvPr id="10" name="CuadroTexto 9">
            <a:extLst>
              <a:ext uri="{FF2B5EF4-FFF2-40B4-BE49-F238E27FC236}">
                <a16:creationId xmlns:a16="http://schemas.microsoft.com/office/drawing/2014/main" id="{AEE43958-CFC9-53F4-34CE-C60FA77A811D}"/>
              </a:ext>
            </a:extLst>
          </p:cNvPr>
          <p:cNvSpPr txBox="1"/>
          <p:nvPr/>
        </p:nvSpPr>
        <p:spPr>
          <a:xfrm>
            <a:off x="6662476" y="3628345"/>
            <a:ext cx="5460571" cy="1200329"/>
          </a:xfrm>
          <a:prstGeom prst="rect">
            <a:avLst/>
          </a:prstGeom>
          <a:noFill/>
        </p:spPr>
        <p:txBody>
          <a:bodyPr wrap="square" rtlCol="0">
            <a:spAutoFit/>
          </a:bodyPr>
          <a:lstStyle/>
          <a:p>
            <a:r>
              <a:rPr lang="es-CO" b="1" dirty="0"/>
              <a:t>Fase 2: </a:t>
            </a:r>
            <a:r>
              <a:rPr lang="es-CO" dirty="0"/>
              <a:t>Una vez se construyen los componentes de almacenamiento y operación transaccional, se generan capacidades para mantener y manejar la calidad de los datos.</a:t>
            </a:r>
            <a:r>
              <a:rPr lang="es-CO" b="1" dirty="0"/>
              <a:t> </a:t>
            </a:r>
          </a:p>
        </p:txBody>
      </p:sp>
      <p:sp>
        <p:nvSpPr>
          <p:cNvPr id="11" name="Flecha: a la derecha 10">
            <a:extLst>
              <a:ext uri="{FF2B5EF4-FFF2-40B4-BE49-F238E27FC236}">
                <a16:creationId xmlns:a16="http://schemas.microsoft.com/office/drawing/2014/main" id="{0E5C7689-894F-C511-9588-9E234D21F47D}"/>
              </a:ext>
            </a:extLst>
          </p:cNvPr>
          <p:cNvSpPr/>
          <p:nvPr/>
        </p:nvSpPr>
        <p:spPr>
          <a:xfrm>
            <a:off x="5718065" y="4823437"/>
            <a:ext cx="987552" cy="3375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CO"/>
          </a:p>
        </p:txBody>
      </p:sp>
      <p:sp>
        <p:nvSpPr>
          <p:cNvPr id="12" name="CuadroTexto 11">
            <a:extLst>
              <a:ext uri="{FF2B5EF4-FFF2-40B4-BE49-F238E27FC236}">
                <a16:creationId xmlns:a16="http://schemas.microsoft.com/office/drawing/2014/main" id="{A66F975A-0B98-AC86-DECA-2BF6BED3BDFB}"/>
              </a:ext>
            </a:extLst>
          </p:cNvPr>
          <p:cNvSpPr txBox="1"/>
          <p:nvPr/>
        </p:nvSpPr>
        <p:spPr>
          <a:xfrm>
            <a:off x="6684047" y="4823437"/>
            <a:ext cx="5460571" cy="923330"/>
          </a:xfrm>
          <a:prstGeom prst="rect">
            <a:avLst/>
          </a:prstGeom>
          <a:noFill/>
        </p:spPr>
        <p:txBody>
          <a:bodyPr wrap="square" rtlCol="0">
            <a:spAutoFit/>
          </a:bodyPr>
          <a:lstStyle/>
          <a:p>
            <a:r>
              <a:rPr lang="es-CO" b="1" dirty="0"/>
              <a:t>Fase 3: </a:t>
            </a:r>
            <a:r>
              <a:rPr lang="es-CO" dirty="0"/>
              <a:t>Luego se empieza a diseñar el proceso de gobierno y se ejecutan las acciones externas para iniciativas de BI y documentación.</a:t>
            </a:r>
            <a:endParaRPr lang="es-CO" b="1" dirty="0"/>
          </a:p>
        </p:txBody>
      </p:sp>
      <p:sp>
        <p:nvSpPr>
          <p:cNvPr id="13" name="Flecha: a la derecha 12">
            <a:extLst>
              <a:ext uri="{FF2B5EF4-FFF2-40B4-BE49-F238E27FC236}">
                <a16:creationId xmlns:a16="http://schemas.microsoft.com/office/drawing/2014/main" id="{4FAFCE0B-280F-1B93-D52F-5E51FEA36217}"/>
              </a:ext>
            </a:extLst>
          </p:cNvPr>
          <p:cNvSpPr/>
          <p:nvPr/>
        </p:nvSpPr>
        <p:spPr>
          <a:xfrm>
            <a:off x="5696494" y="5746767"/>
            <a:ext cx="987552" cy="337516"/>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CO"/>
          </a:p>
        </p:txBody>
      </p:sp>
      <p:sp>
        <p:nvSpPr>
          <p:cNvPr id="14" name="CuadroTexto 13">
            <a:extLst>
              <a:ext uri="{FF2B5EF4-FFF2-40B4-BE49-F238E27FC236}">
                <a16:creationId xmlns:a16="http://schemas.microsoft.com/office/drawing/2014/main" id="{CB9BFA06-26C2-2128-42B0-DB82C8BCD2D7}"/>
              </a:ext>
            </a:extLst>
          </p:cNvPr>
          <p:cNvSpPr txBox="1"/>
          <p:nvPr/>
        </p:nvSpPr>
        <p:spPr>
          <a:xfrm>
            <a:off x="6662476" y="5746767"/>
            <a:ext cx="5460571" cy="646331"/>
          </a:xfrm>
          <a:prstGeom prst="rect">
            <a:avLst/>
          </a:prstGeom>
          <a:noFill/>
        </p:spPr>
        <p:txBody>
          <a:bodyPr wrap="square" rtlCol="0">
            <a:spAutoFit/>
          </a:bodyPr>
          <a:lstStyle/>
          <a:p>
            <a:r>
              <a:rPr lang="es-CO" b="1" dirty="0"/>
              <a:t>Fase 4: </a:t>
            </a:r>
            <a:r>
              <a:rPr lang="es-CO" dirty="0"/>
              <a:t>Una correcta administración, habilita procesos avanzados analíticos.</a:t>
            </a:r>
            <a:endParaRPr lang="es-CO" b="1" dirty="0"/>
          </a:p>
        </p:txBody>
      </p:sp>
    </p:spTree>
    <p:extLst>
      <p:ext uri="{BB962C8B-B14F-4D97-AF65-F5344CB8AC3E}">
        <p14:creationId xmlns:p14="http://schemas.microsoft.com/office/powerpoint/2010/main" val="3693156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AFC8B9-1533-FF3E-E07C-9F96C5062C1D}"/>
              </a:ext>
            </a:extLst>
          </p:cNvPr>
          <p:cNvSpPr>
            <a:spLocks noGrp="1"/>
          </p:cNvSpPr>
          <p:nvPr>
            <p:ph type="title"/>
          </p:nvPr>
        </p:nvSpPr>
        <p:spPr/>
        <p:txBody>
          <a:bodyPr/>
          <a:lstStyle/>
          <a:p>
            <a:r>
              <a:rPr lang="es-CO" dirty="0"/>
              <a:t>Fases de implementación</a:t>
            </a:r>
          </a:p>
        </p:txBody>
      </p:sp>
      <p:pic>
        <p:nvPicPr>
          <p:cNvPr id="2050" name="Picture 2">
            <a:extLst>
              <a:ext uri="{FF2B5EF4-FFF2-40B4-BE49-F238E27FC236}">
                <a16:creationId xmlns:a16="http://schemas.microsoft.com/office/drawing/2014/main" id="{32DE2DBB-32EB-AD9A-C9A1-9D6CD3D385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81328" y="2143182"/>
            <a:ext cx="8330184" cy="4457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775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5D5B5A7-4C89-B185-A291-C101F4198073}"/>
              </a:ext>
            </a:extLst>
          </p:cNvPr>
          <p:cNvSpPr>
            <a:spLocks noGrp="1"/>
          </p:cNvSpPr>
          <p:nvPr>
            <p:ph type="title"/>
          </p:nvPr>
        </p:nvSpPr>
        <p:spPr/>
        <p:txBody>
          <a:bodyPr/>
          <a:lstStyle/>
          <a:p>
            <a:r>
              <a:rPr lang="es-CO" dirty="0"/>
              <a:t>Caso de aplicación</a:t>
            </a:r>
          </a:p>
        </p:txBody>
      </p:sp>
    </p:spTree>
    <p:extLst>
      <p:ext uri="{BB962C8B-B14F-4D97-AF65-F5344CB8AC3E}">
        <p14:creationId xmlns:p14="http://schemas.microsoft.com/office/powerpoint/2010/main" val="3877015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68D08E8-A2D5-30A3-D8B5-689A8F3D744C}"/>
              </a:ext>
            </a:extLst>
          </p:cNvPr>
          <p:cNvSpPr>
            <a:spLocks noGrp="1"/>
          </p:cNvSpPr>
          <p:nvPr>
            <p:ph type="title"/>
          </p:nvPr>
        </p:nvSpPr>
        <p:spPr/>
        <p:txBody>
          <a:bodyPr/>
          <a:lstStyle/>
          <a:p>
            <a:r>
              <a:rPr lang="es-CO" dirty="0"/>
              <a:t>Caso de aplicación</a:t>
            </a:r>
          </a:p>
        </p:txBody>
      </p:sp>
      <p:sp>
        <p:nvSpPr>
          <p:cNvPr id="5" name="Marcador de contenido 4">
            <a:extLst>
              <a:ext uri="{FF2B5EF4-FFF2-40B4-BE49-F238E27FC236}">
                <a16:creationId xmlns:a16="http://schemas.microsoft.com/office/drawing/2014/main" id="{62DBADB6-E1AE-DCFF-80C2-A9D822872EBE}"/>
              </a:ext>
            </a:extLst>
          </p:cNvPr>
          <p:cNvSpPr>
            <a:spLocks noGrp="1"/>
          </p:cNvSpPr>
          <p:nvPr>
            <p:ph idx="1"/>
          </p:nvPr>
        </p:nvSpPr>
        <p:spPr>
          <a:xfrm>
            <a:off x="680321" y="2336873"/>
            <a:ext cx="10726588" cy="4350254"/>
          </a:xfrm>
        </p:spPr>
        <p:txBody>
          <a:bodyPr>
            <a:normAutofit fontScale="77500" lnSpcReduction="20000"/>
          </a:bodyPr>
          <a:lstStyle/>
          <a:p>
            <a:pPr marL="0" indent="0">
              <a:buNone/>
            </a:pPr>
            <a:r>
              <a:rPr lang="es-CO" dirty="0"/>
              <a:t>Una empresa del sector real quiere implementar su estrategia analítica buscando generar valor para los procesos de la organización. Esta organización cuenta con procesos de desarrollo incipiente, pero cuenta con un diseño de arquitectura de datos centralizado en nube.</a:t>
            </a:r>
          </a:p>
          <a:p>
            <a:pPr marL="0" indent="0">
              <a:buNone/>
            </a:pPr>
            <a:r>
              <a:rPr lang="es-CO" dirty="0"/>
              <a:t>Esta empresa realiza procesos de arrendamiento de espacios con lo que genera valor para sus inversionistas y dentro de su ecosistema tecnológico cuenta con los siguientes componentes:</a:t>
            </a:r>
          </a:p>
          <a:p>
            <a:pPr marL="457200" indent="-457200">
              <a:buAutoNum type="arabicPeriod"/>
            </a:pPr>
            <a:r>
              <a:rPr lang="es-CO" dirty="0"/>
              <a:t>Página web donde reposa la información de los activos en arriendo. Por este mecanismo el cliente realiza un enrolamiento y cuenta con la información de pagos de mensualidades y gestión de pagos. La página web interactúa con el CRM.</a:t>
            </a:r>
          </a:p>
          <a:p>
            <a:pPr marL="457200" indent="-457200">
              <a:buAutoNum type="arabicPeriod"/>
            </a:pPr>
            <a:r>
              <a:rPr lang="es-CO" dirty="0"/>
              <a:t>Cuenta con un CRM donde reposa la información de los clientes. Contratos actuales, solicitudes de nuevos negocios, solicitudes de mantenimiento, gestión de cartera y se integra con redes sociales para poder obtener información de la interacción de los clientes por estos medios.</a:t>
            </a:r>
          </a:p>
          <a:p>
            <a:pPr marL="457200" indent="-457200">
              <a:buAutoNum type="arabicPeriod"/>
            </a:pPr>
            <a:r>
              <a:rPr lang="es-CO" dirty="0"/>
              <a:t>Cuenta con un ERP donde se tiene el inventario conocido de inmuebles, sus comodidades y la información contable de los inmuebles y los clientes. Además, se realiza el proceso de facturación y pago a proveedores.</a:t>
            </a:r>
          </a:p>
          <a:p>
            <a:pPr marL="457200" indent="-457200">
              <a:buAutoNum type="arabicPeriod"/>
            </a:pPr>
            <a:r>
              <a:rPr lang="es-CO" dirty="0"/>
              <a:t>Cuenta con un software interno de manejo del personal donde reposan las hojas de vida, los procesos de selección, los procesos disciplinarios, el uso de beneficios, etc.</a:t>
            </a:r>
          </a:p>
        </p:txBody>
      </p:sp>
    </p:spTree>
    <p:extLst>
      <p:ext uri="{BB962C8B-B14F-4D97-AF65-F5344CB8AC3E}">
        <p14:creationId xmlns:p14="http://schemas.microsoft.com/office/powerpoint/2010/main" val="3090361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6F6DF3-E270-8DEA-137F-7E25ED80CFBA}"/>
              </a:ext>
            </a:extLst>
          </p:cNvPr>
          <p:cNvSpPr>
            <a:spLocks noGrp="1"/>
          </p:cNvSpPr>
          <p:nvPr>
            <p:ph type="title"/>
          </p:nvPr>
        </p:nvSpPr>
        <p:spPr/>
        <p:txBody>
          <a:bodyPr/>
          <a:lstStyle/>
          <a:p>
            <a:r>
              <a:rPr lang="es-CO" dirty="0"/>
              <a:t>Caso de aplicación</a:t>
            </a:r>
          </a:p>
        </p:txBody>
      </p:sp>
      <p:sp>
        <p:nvSpPr>
          <p:cNvPr id="3" name="Marcador de contenido 2">
            <a:extLst>
              <a:ext uri="{FF2B5EF4-FFF2-40B4-BE49-F238E27FC236}">
                <a16:creationId xmlns:a16="http://schemas.microsoft.com/office/drawing/2014/main" id="{96494941-D196-DDDD-0E06-7B98C8F9666A}"/>
              </a:ext>
            </a:extLst>
          </p:cNvPr>
          <p:cNvSpPr>
            <a:spLocks noGrp="1"/>
          </p:cNvSpPr>
          <p:nvPr>
            <p:ph idx="1"/>
          </p:nvPr>
        </p:nvSpPr>
        <p:spPr>
          <a:xfrm>
            <a:off x="680321" y="1990137"/>
            <a:ext cx="9613861" cy="852998"/>
          </a:xfrm>
        </p:spPr>
        <p:txBody>
          <a:bodyPr>
            <a:normAutofit/>
          </a:bodyPr>
          <a:lstStyle/>
          <a:p>
            <a:pPr marL="0" indent="0">
              <a:buNone/>
            </a:pPr>
            <a:r>
              <a:rPr lang="es-CO" sz="2000" dirty="0"/>
              <a:t>A continuación, se muestra el levantamiento de procesos de la organización:</a:t>
            </a:r>
          </a:p>
        </p:txBody>
      </p:sp>
      <p:sp>
        <p:nvSpPr>
          <p:cNvPr id="4" name="Rectángulo: esquinas redondeadas 3">
            <a:extLst>
              <a:ext uri="{FF2B5EF4-FFF2-40B4-BE49-F238E27FC236}">
                <a16:creationId xmlns:a16="http://schemas.microsoft.com/office/drawing/2014/main" id="{7E381613-C7E6-9851-71E2-51E9190982A5}"/>
              </a:ext>
            </a:extLst>
          </p:cNvPr>
          <p:cNvSpPr/>
          <p:nvPr/>
        </p:nvSpPr>
        <p:spPr>
          <a:xfrm>
            <a:off x="757321" y="2385199"/>
            <a:ext cx="1499461" cy="360000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vert="vert270" rtlCol="0" anchor="ctr"/>
          <a:lstStyle/>
          <a:p>
            <a:pPr algn="ctr"/>
            <a:r>
              <a:rPr lang="es-CO" dirty="0"/>
              <a:t>CLIENTE</a:t>
            </a:r>
          </a:p>
          <a:p>
            <a:pPr algn="ctr"/>
            <a:r>
              <a:rPr lang="es-CO" dirty="0"/>
              <a:t>Necesidades</a:t>
            </a:r>
          </a:p>
        </p:txBody>
      </p:sp>
      <p:sp>
        <p:nvSpPr>
          <p:cNvPr id="5" name="Rectángulo: esquinas redondeadas 4">
            <a:extLst>
              <a:ext uri="{FF2B5EF4-FFF2-40B4-BE49-F238E27FC236}">
                <a16:creationId xmlns:a16="http://schemas.microsoft.com/office/drawing/2014/main" id="{7091DF13-33A3-ED3B-82E1-D17861509055}"/>
              </a:ext>
            </a:extLst>
          </p:cNvPr>
          <p:cNvSpPr/>
          <p:nvPr/>
        </p:nvSpPr>
        <p:spPr>
          <a:xfrm>
            <a:off x="9177344" y="2385199"/>
            <a:ext cx="1499461" cy="360000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vert="vert" rtlCol="0" anchor="ctr"/>
          <a:lstStyle/>
          <a:p>
            <a:pPr algn="ctr"/>
            <a:r>
              <a:rPr lang="es-CO" dirty="0"/>
              <a:t>CLIENTE</a:t>
            </a:r>
          </a:p>
          <a:p>
            <a:pPr algn="ctr"/>
            <a:r>
              <a:rPr lang="es-CO" dirty="0"/>
              <a:t>Satisfacción</a:t>
            </a:r>
          </a:p>
        </p:txBody>
      </p:sp>
      <p:sp>
        <p:nvSpPr>
          <p:cNvPr id="6" name="Rectángulo: esquinas redondeadas 5">
            <a:extLst>
              <a:ext uri="{FF2B5EF4-FFF2-40B4-BE49-F238E27FC236}">
                <a16:creationId xmlns:a16="http://schemas.microsoft.com/office/drawing/2014/main" id="{DAE15B25-2CDA-0C38-9567-B68EE5E1FF48}"/>
              </a:ext>
            </a:extLst>
          </p:cNvPr>
          <p:cNvSpPr/>
          <p:nvPr/>
        </p:nvSpPr>
        <p:spPr>
          <a:xfrm>
            <a:off x="2333783" y="2385199"/>
            <a:ext cx="6766560" cy="108000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O" dirty="0"/>
              <a:t>Procesos Estratégicos</a:t>
            </a:r>
          </a:p>
          <a:p>
            <a:pPr algn="ctr"/>
            <a:endParaRPr lang="es-CO" dirty="0"/>
          </a:p>
          <a:p>
            <a:pPr algn="ctr"/>
            <a:endParaRPr lang="es-CO" dirty="0"/>
          </a:p>
        </p:txBody>
      </p:sp>
      <p:sp>
        <p:nvSpPr>
          <p:cNvPr id="7" name="Rectángulo: esquinas redondeadas 6">
            <a:extLst>
              <a:ext uri="{FF2B5EF4-FFF2-40B4-BE49-F238E27FC236}">
                <a16:creationId xmlns:a16="http://schemas.microsoft.com/office/drawing/2014/main" id="{DC808DE9-4E4C-64FF-1908-4BB89B8002C9}"/>
              </a:ext>
            </a:extLst>
          </p:cNvPr>
          <p:cNvSpPr/>
          <p:nvPr/>
        </p:nvSpPr>
        <p:spPr>
          <a:xfrm>
            <a:off x="2333783" y="3645199"/>
            <a:ext cx="6766560" cy="108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dirty="0"/>
              <a:t>Procesos Misionales</a:t>
            </a:r>
          </a:p>
          <a:p>
            <a:pPr algn="ctr"/>
            <a:endParaRPr lang="es-CO" dirty="0"/>
          </a:p>
          <a:p>
            <a:pPr algn="ctr"/>
            <a:endParaRPr lang="es-CO" dirty="0"/>
          </a:p>
        </p:txBody>
      </p:sp>
      <p:sp>
        <p:nvSpPr>
          <p:cNvPr id="8" name="Rectángulo: esquinas redondeadas 7">
            <a:extLst>
              <a:ext uri="{FF2B5EF4-FFF2-40B4-BE49-F238E27FC236}">
                <a16:creationId xmlns:a16="http://schemas.microsoft.com/office/drawing/2014/main" id="{A16E4EC0-93F8-5A25-7FED-DD9EFD13B0CD}"/>
              </a:ext>
            </a:extLst>
          </p:cNvPr>
          <p:cNvSpPr/>
          <p:nvPr/>
        </p:nvSpPr>
        <p:spPr>
          <a:xfrm>
            <a:off x="2333783" y="4904515"/>
            <a:ext cx="6766560" cy="1080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O" dirty="0"/>
              <a:t>Procesos de apoyo</a:t>
            </a:r>
          </a:p>
          <a:p>
            <a:pPr algn="ctr"/>
            <a:endParaRPr lang="es-CO" dirty="0"/>
          </a:p>
          <a:p>
            <a:pPr algn="ctr"/>
            <a:endParaRPr lang="es-CO" dirty="0"/>
          </a:p>
        </p:txBody>
      </p:sp>
      <p:sp>
        <p:nvSpPr>
          <p:cNvPr id="9" name="Rectángulo: esquinas redondeadas 8">
            <a:extLst>
              <a:ext uri="{FF2B5EF4-FFF2-40B4-BE49-F238E27FC236}">
                <a16:creationId xmlns:a16="http://schemas.microsoft.com/office/drawing/2014/main" id="{14888875-857E-33E6-AE5B-E6C37A216152}"/>
              </a:ext>
            </a:extLst>
          </p:cNvPr>
          <p:cNvSpPr/>
          <p:nvPr/>
        </p:nvSpPr>
        <p:spPr>
          <a:xfrm>
            <a:off x="2950125" y="2880642"/>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Dirección Estratégica</a:t>
            </a:r>
          </a:p>
        </p:txBody>
      </p:sp>
      <p:sp>
        <p:nvSpPr>
          <p:cNvPr id="10" name="Rectángulo: esquinas redondeadas 9">
            <a:extLst>
              <a:ext uri="{FF2B5EF4-FFF2-40B4-BE49-F238E27FC236}">
                <a16:creationId xmlns:a16="http://schemas.microsoft.com/office/drawing/2014/main" id="{C22AE424-2824-2EF6-1D0A-F474E3ED2B33}"/>
              </a:ext>
            </a:extLst>
          </p:cNvPr>
          <p:cNvSpPr/>
          <p:nvPr/>
        </p:nvSpPr>
        <p:spPr>
          <a:xfrm>
            <a:off x="4319817" y="2880642"/>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Gestión organizacional</a:t>
            </a:r>
          </a:p>
        </p:txBody>
      </p:sp>
      <p:sp>
        <p:nvSpPr>
          <p:cNvPr id="11" name="Rectángulo: esquinas redondeadas 10">
            <a:extLst>
              <a:ext uri="{FF2B5EF4-FFF2-40B4-BE49-F238E27FC236}">
                <a16:creationId xmlns:a16="http://schemas.microsoft.com/office/drawing/2014/main" id="{FD4226F3-9993-B239-A966-F2912B3599A6}"/>
              </a:ext>
            </a:extLst>
          </p:cNvPr>
          <p:cNvSpPr/>
          <p:nvPr/>
        </p:nvSpPr>
        <p:spPr>
          <a:xfrm>
            <a:off x="5689509" y="2880641"/>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Investigación y Desarrollo</a:t>
            </a:r>
          </a:p>
        </p:txBody>
      </p:sp>
      <p:sp>
        <p:nvSpPr>
          <p:cNvPr id="12" name="Rectángulo: esquinas redondeadas 11">
            <a:extLst>
              <a:ext uri="{FF2B5EF4-FFF2-40B4-BE49-F238E27FC236}">
                <a16:creationId xmlns:a16="http://schemas.microsoft.com/office/drawing/2014/main" id="{2F0286DB-9967-6A00-A0C3-3E48C2EED136}"/>
              </a:ext>
            </a:extLst>
          </p:cNvPr>
          <p:cNvSpPr/>
          <p:nvPr/>
        </p:nvSpPr>
        <p:spPr>
          <a:xfrm>
            <a:off x="7054982" y="2880640"/>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Sostenibilidad</a:t>
            </a:r>
          </a:p>
        </p:txBody>
      </p:sp>
      <p:sp>
        <p:nvSpPr>
          <p:cNvPr id="13" name="Rectángulo: esquinas redondeadas 12">
            <a:extLst>
              <a:ext uri="{FF2B5EF4-FFF2-40B4-BE49-F238E27FC236}">
                <a16:creationId xmlns:a16="http://schemas.microsoft.com/office/drawing/2014/main" id="{1D6990E7-FC36-5D10-50E6-3FA15AE918E1}"/>
              </a:ext>
            </a:extLst>
          </p:cNvPr>
          <p:cNvSpPr/>
          <p:nvPr/>
        </p:nvSpPr>
        <p:spPr>
          <a:xfrm>
            <a:off x="2950125" y="4140643"/>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Comercial</a:t>
            </a:r>
          </a:p>
        </p:txBody>
      </p:sp>
      <p:sp>
        <p:nvSpPr>
          <p:cNvPr id="14" name="Rectángulo: esquinas redondeadas 13">
            <a:extLst>
              <a:ext uri="{FF2B5EF4-FFF2-40B4-BE49-F238E27FC236}">
                <a16:creationId xmlns:a16="http://schemas.microsoft.com/office/drawing/2014/main" id="{1CF6164E-9C86-3A37-F415-3897CDE1F4B9}"/>
              </a:ext>
            </a:extLst>
          </p:cNvPr>
          <p:cNvSpPr/>
          <p:nvPr/>
        </p:nvSpPr>
        <p:spPr>
          <a:xfrm>
            <a:off x="4319817" y="4140643"/>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Puesta a punto</a:t>
            </a:r>
          </a:p>
        </p:txBody>
      </p:sp>
      <p:sp>
        <p:nvSpPr>
          <p:cNvPr id="15" name="Rectángulo: esquinas redondeadas 14">
            <a:extLst>
              <a:ext uri="{FF2B5EF4-FFF2-40B4-BE49-F238E27FC236}">
                <a16:creationId xmlns:a16="http://schemas.microsoft.com/office/drawing/2014/main" id="{C6E66416-576A-0AFD-28BA-AF42E77C1F1D}"/>
              </a:ext>
            </a:extLst>
          </p:cNvPr>
          <p:cNvSpPr/>
          <p:nvPr/>
        </p:nvSpPr>
        <p:spPr>
          <a:xfrm>
            <a:off x="5689509" y="4140642"/>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Mantenimiento</a:t>
            </a:r>
          </a:p>
        </p:txBody>
      </p:sp>
      <p:sp>
        <p:nvSpPr>
          <p:cNvPr id="16" name="Rectángulo: esquinas redondeadas 15">
            <a:extLst>
              <a:ext uri="{FF2B5EF4-FFF2-40B4-BE49-F238E27FC236}">
                <a16:creationId xmlns:a16="http://schemas.microsoft.com/office/drawing/2014/main" id="{43EDFF13-0088-4E8C-B1DB-619B75EBA3ED}"/>
              </a:ext>
            </a:extLst>
          </p:cNvPr>
          <p:cNvSpPr/>
          <p:nvPr/>
        </p:nvSpPr>
        <p:spPr>
          <a:xfrm>
            <a:off x="7054982" y="4140641"/>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Gestión Contractual</a:t>
            </a:r>
          </a:p>
        </p:txBody>
      </p:sp>
      <p:sp>
        <p:nvSpPr>
          <p:cNvPr id="17" name="Rectángulo: esquinas redondeadas 16">
            <a:extLst>
              <a:ext uri="{FF2B5EF4-FFF2-40B4-BE49-F238E27FC236}">
                <a16:creationId xmlns:a16="http://schemas.microsoft.com/office/drawing/2014/main" id="{73DE939E-202D-7859-C6B4-9A9ADAD266A1}"/>
              </a:ext>
            </a:extLst>
          </p:cNvPr>
          <p:cNvSpPr/>
          <p:nvPr/>
        </p:nvSpPr>
        <p:spPr>
          <a:xfrm>
            <a:off x="2950125" y="5409486"/>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Talento Humano</a:t>
            </a:r>
          </a:p>
        </p:txBody>
      </p:sp>
      <p:sp>
        <p:nvSpPr>
          <p:cNvPr id="18" name="Rectángulo: esquinas redondeadas 17">
            <a:extLst>
              <a:ext uri="{FF2B5EF4-FFF2-40B4-BE49-F238E27FC236}">
                <a16:creationId xmlns:a16="http://schemas.microsoft.com/office/drawing/2014/main" id="{A969EF22-7756-32DF-5096-06BC5CD0CA52}"/>
              </a:ext>
            </a:extLst>
          </p:cNvPr>
          <p:cNvSpPr/>
          <p:nvPr/>
        </p:nvSpPr>
        <p:spPr>
          <a:xfrm>
            <a:off x="4319817" y="5409486"/>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Facturación y Cartera</a:t>
            </a:r>
          </a:p>
        </p:txBody>
      </p:sp>
      <p:sp>
        <p:nvSpPr>
          <p:cNvPr id="19" name="Rectángulo: esquinas redondeadas 18">
            <a:extLst>
              <a:ext uri="{FF2B5EF4-FFF2-40B4-BE49-F238E27FC236}">
                <a16:creationId xmlns:a16="http://schemas.microsoft.com/office/drawing/2014/main" id="{837F6CB0-479F-50C1-5578-C67007A3509A}"/>
              </a:ext>
            </a:extLst>
          </p:cNvPr>
          <p:cNvSpPr/>
          <p:nvPr/>
        </p:nvSpPr>
        <p:spPr>
          <a:xfrm>
            <a:off x="5689509" y="5409485"/>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Tecnología</a:t>
            </a:r>
          </a:p>
        </p:txBody>
      </p:sp>
      <p:sp>
        <p:nvSpPr>
          <p:cNvPr id="20" name="Rectángulo: esquinas redondeadas 19">
            <a:extLst>
              <a:ext uri="{FF2B5EF4-FFF2-40B4-BE49-F238E27FC236}">
                <a16:creationId xmlns:a16="http://schemas.microsoft.com/office/drawing/2014/main" id="{DD2A5A96-3632-0766-4209-8E640AB49EFF}"/>
              </a:ext>
            </a:extLst>
          </p:cNvPr>
          <p:cNvSpPr/>
          <p:nvPr/>
        </p:nvSpPr>
        <p:spPr>
          <a:xfrm>
            <a:off x="7054982" y="5409484"/>
            <a:ext cx="1292691" cy="44947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t>Servicio al Cliente</a:t>
            </a:r>
          </a:p>
        </p:txBody>
      </p:sp>
      <p:sp>
        <p:nvSpPr>
          <p:cNvPr id="21" name="Marcador de contenido 2">
            <a:extLst>
              <a:ext uri="{FF2B5EF4-FFF2-40B4-BE49-F238E27FC236}">
                <a16:creationId xmlns:a16="http://schemas.microsoft.com/office/drawing/2014/main" id="{49DB04CA-BC70-3219-12EF-164801F19C19}"/>
              </a:ext>
            </a:extLst>
          </p:cNvPr>
          <p:cNvSpPr txBox="1">
            <a:spLocks/>
          </p:cNvSpPr>
          <p:nvPr/>
        </p:nvSpPr>
        <p:spPr>
          <a:xfrm>
            <a:off x="680320" y="6104772"/>
            <a:ext cx="9613861" cy="6800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s-CO" sz="2000" dirty="0"/>
              <a:t>Se quiere diseñar un modelo de Gobierno de Datos enfocado a la calidad de los datos</a:t>
            </a:r>
          </a:p>
        </p:txBody>
      </p:sp>
    </p:spTree>
    <p:extLst>
      <p:ext uri="{BB962C8B-B14F-4D97-AF65-F5344CB8AC3E}">
        <p14:creationId xmlns:p14="http://schemas.microsoft.com/office/powerpoint/2010/main" val="682567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0879A8-ED73-9250-C944-0518C00CC34E}"/>
              </a:ext>
            </a:extLst>
          </p:cNvPr>
          <p:cNvSpPr>
            <a:spLocks noGrp="1"/>
          </p:cNvSpPr>
          <p:nvPr>
            <p:ph type="title"/>
          </p:nvPr>
        </p:nvSpPr>
        <p:spPr/>
        <p:txBody>
          <a:bodyPr/>
          <a:lstStyle/>
          <a:p>
            <a:r>
              <a:rPr lang="es-CO" dirty="0"/>
              <a:t>Dominios de datos</a:t>
            </a:r>
          </a:p>
        </p:txBody>
      </p:sp>
      <p:graphicFrame>
        <p:nvGraphicFramePr>
          <p:cNvPr id="4" name="Marcador de contenido 3">
            <a:extLst>
              <a:ext uri="{FF2B5EF4-FFF2-40B4-BE49-F238E27FC236}">
                <a16:creationId xmlns:a16="http://schemas.microsoft.com/office/drawing/2014/main" id="{F83088E7-B3DD-D5D1-640A-2EA1497F2B2F}"/>
              </a:ext>
            </a:extLst>
          </p:cNvPr>
          <p:cNvGraphicFramePr>
            <a:graphicFrameLocks noGrp="1"/>
          </p:cNvGraphicFramePr>
          <p:nvPr>
            <p:ph idx="1"/>
            <p:extLst>
              <p:ext uri="{D42A27DB-BD31-4B8C-83A1-F6EECF244321}">
                <p14:modId xmlns:p14="http://schemas.microsoft.com/office/powerpoint/2010/main" val="2697944481"/>
              </p:ext>
            </p:extLst>
          </p:nvPr>
        </p:nvGraphicFramePr>
        <p:xfrm>
          <a:off x="292608" y="2336800"/>
          <a:ext cx="11494008"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4225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6CD265-28C1-A4A0-D6A5-ED39A3196492}"/>
              </a:ext>
            </a:extLst>
          </p:cNvPr>
          <p:cNvSpPr>
            <a:spLocks noGrp="1"/>
          </p:cNvSpPr>
          <p:nvPr>
            <p:ph type="title"/>
          </p:nvPr>
        </p:nvSpPr>
        <p:spPr/>
        <p:txBody>
          <a:bodyPr/>
          <a:lstStyle/>
          <a:p>
            <a:r>
              <a:rPr lang="es-CO" dirty="0"/>
              <a:t>Arquitectura de datos</a:t>
            </a:r>
          </a:p>
        </p:txBody>
      </p:sp>
      <p:pic>
        <p:nvPicPr>
          <p:cNvPr id="4097" name="Picture 1">
            <a:extLst>
              <a:ext uri="{FF2B5EF4-FFF2-40B4-BE49-F238E27FC236}">
                <a16:creationId xmlns:a16="http://schemas.microsoft.com/office/drawing/2014/main" id="{1A441687-F685-2C62-BB32-32718C7386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550613" y="2336800"/>
            <a:ext cx="5874750" cy="359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811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AD59FC-C81F-0AC3-5A63-219818D5ED9E}"/>
              </a:ext>
            </a:extLst>
          </p:cNvPr>
          <p:cNvSpPr>
            <a:spLocks noGrp="1"/>
          </p:cNvSpPr>
          <p:nvPr>
            <p:ph type="title"/>
          </p:nvPr>
        </p:nvSpPr>
        <p:spPr/>
        <p:txBody>
          <a:bodyPr/>
          <a:lstStyle/>
          <a:p>
            <a:r>
              <a:rPr lang="es-CO" dirty="0"/>
              <a:t>Diccionario de datos</a:t>
            </a:r>
          </a:p>
        </p:txBody>
      </p:sp>
      <p:graphicFrame>
        <p:nvGraphicFramePr>
          <p:cNvPr id="4" name="Tabla 4">
            <a:extLst>
              <a:ext uri="{FF2B5EF4-FFF2-40B4-BE49-F238E27FC236}">
                <a16:creationId xmlns:a16="http://schemas.microsoft.com/office/drawing/2014/main" id="{87306472-DDC1-2472-9351-781AF437B6B8}"/>
              </a:ext>
            </a:extLst>
          </p:cNvPr>
          <p:cNvGraphicFramePr>
            <a:graphicFrameLocks noGrp="1"/>
          </p:cNvGraphicFramePr>
          <p:nvPr>
            <p:ph idx="1"/>
            <p:extLst>
              <p:ext uri="{D42A27DB-BD31-4B8C-83A1-F6EECF244321}">
                <p14:modId xmlns:p14="http://schemas.microsoft.com/office/powerpoint/2010/main" val="3775394310"/>
              </p:ext>
            </p:extLst>
          </p:nvPr>
        </p:nvGraphicFramePr>
        <p:xfrm>
          <a:off x="681038" y="2336800"/>
          <a:ext cx="10849548" cy="4302760"/>
        </p:xfrm>
        <a:graphic>
          <a:graphicData uri="http://schemas.openxmlformats.org/drawingml/2006/table">
            <a:tbl>
              <a:tblPr firstRow="1" bandRow="1">
                <a:tableStyleId>{5C22544A-7EE6-4342-B048-85BDC9FD1C3A}</a:tableStyleId>
              </a:tblPr>
              <a:tblGrid>
                <a:gridCol w="1808258">
                  <a:extLst>
                    <a:ext uri="{9D8B030D-6E8A-4147-A177-3AD203B41FA5}">
                      <a16:colId xmlns:a16="http://schemas.microsoft.com/office/drawing/2014/main" val="311386681"/>
                    </a:ext>
                  </a:extLst>
                </a:gridCol>
                <a:gridCol w="1808258">
                  <a:extLst>
                    <a:ext uri="{9D8B030D-6E8A-4147-A177-3AD203B41FA5}">
                      <a16:colId xmlns:a16="http://schemas.microsoft.com/office/drawing/2014/main" val="1444725133"/>
                    </a:ext>
                  </a:extLst>
                </a:gridCol>
                <a:gridCol w="1808258">
                  <a:extLst>
                    <a:ext uri="{9D8B030D-6E8A-4147-A177-3AD203B41FA5}">
                      <a16:colId xmlns:a16="http://schemas.microsoft.com/office/drawing/2014/main" val="677319527"/>
                    </a:ext>
                  </a:extLst>
                </a:gridCol>
                <a:gridCol w="1808258">
                  <a:extLst>
                    <a:ext uri="{9D8B030D-6E8A-4147-A177-3AD203B41FA5}">
                      <a16:colId xmlns:a16="http://schemas.microsoft.com/office/drawing/2014/main" val="1970220723"/>
                    </a:ext>
                  </a:extLst>
                </a:gridCol>
                <a:gridCol w="1808258">
                  <a:extLst>
                    <a:ext uri="{9D8B030D-6E8A-4147-A177-3AD203B41FA5}">
                      <a16:colId xmlns:a16="http://schemas.microsoft.com/office/drawing/2014/main" val="3918051464"/>
                    </a:ext>
                  </a:extLst>
                </a:gridCol>
                <a:gridCol w="1808258">
                  <a:extLst>
                    <a:ext uri="{9D8B030D-6E8A-4147-A177-3AD203B41FA5}">
                      <a16:colId xmlns:a16="http://schemas.microsoft.com/office/drawing/2014/main" val="4014012956"/>
                    </a:ext>
                  </a:extLst>
                </a:gridCol>
              </a:tblGrid>
              <a:tr h="370840">
                <a:tc>
                  <a:txBody>
                    <a:bodyPr/>
                    <a:lstStyle/>
                    <a:p>
                      <a:r>
                        <a:rPr lang="es-CO" dirty="0"/>
                        <a:t>Dato</a:t>
                      </a:r>
                    </a:p>
                  </a:txBody>
                  <a:tcPr/>
                </a:tc>
                <a:tc>
                  <a:txBody>
                    <a:bodyPr/>
                    <a:lstStyle/>
                    <a:p>
                      <a:r>
                        <a:rPr lang="es-CO" dirty="0"/>
                        <a:t>Fuente</a:t>
                      </a:r>
                    </a:p>
                  </a:txBody>
                  <a:tcPr/>
                </a:tc>
                <a:tc>
                  <a:txBody>
                    <a:bodyPr/>
                    <a:lstStyle/>
                    <a:p>
                      <a:r>
                        <a:rPr lang="es-CO" dirty="0"/>
                        <a:t>Definición</a:t>
                      </a:r>
                    </a:p>
                  </a:txBody>
                  <a:tcPr/>
                </a:tc>
                <a:tc>
                  <a:txBody>
                    <a:bodyPr/>
                    <a:lstStyle/>
                    <a:p>
                      <a:r>
                        <a:rPr lang="es-CO" dirty="0"/>
                        <a:t>Tipo de datos</a:t>
                      </a:r>
                    </a:p>
                  </a:txBody>
                  <a:tcPr/>
                </a:tc>
                <a:tc>
                  <a:txBody>
                    <a:bodyPr/>
                    <a:lstStyle/>
                    <a:p>
                      <a:r>
                        <a:rPr lang="es-CO" dirty="0"/>
                        <a:t>Metadatos</a:t>
                      </a:r>
                    </a:p>
                  </a:txBody>
                  <a:tcPr/>
                </a:tc>
                <a:tc>
                  <a:txBody>
                    <a:bodyPr/>
                    <a:lstStyle/>
                    <a:p>
                      <a:r>
                        <a:rPr lang="es-CO" dirty="0"/>
                        <a:t>Proceso</a:t>
                      </a:r>
                    </a:p>
                  </a:txBody>
                  <a:tcPr/>
                </a:tc>
                <a:extLst>
                  <a:ext uri="{0D108BD9-81ED-4DB2-BD59-A6C34878D82A}">
                    <a16:rowId xmlns:a16="http://schemas.microsoft.com/office/drawing/2014/main" val="2954854645"/>
                  </a:ext>
                </a:extLst>
              </a:tr>
              <a:tr h="370840">
                <a:tc>
                  <a:txBody>
                    <a:bodyPr/>
                    <a:lstStyle/>
                    <a:p>
                      <a:r>
                        <a:rPr lang="es-CO" dirty="0" err="1"/>
                        <a:t>strCliente</a:t>
                      </a:r>
                      <a:endParaRPr lang="es-CO" dirty="0"/>
                    </a:p>
                  </a:txBody>
                  <a:tcPr/>
                </a:tc>
                <a:tc>
                  <a:txBody>
                    <a:bodyPr/>
                    <a:lstStyle/>
                    <a:p>
                      <a:r>
                        <a:rPr lang="es-CO" dirty="0"/>
                        <a:t>ERP</a:t>
                      </a:r>
                    </a:p>
                  </a:txBody>
                  <a:tcPr/>
                </a:tc>
                <a:tc>
                  <a:txBody>
                    <a:bodyPr/>
                    <a:lstStyle/>
                    <a:p>
                      <a:r>
                        <a:rPr lang="es-CO" dirty="0"/>
                        <a:t>Nombre del cliente</a:t>
                      </a:r>
                    </a:p>
                  </a:txBody>
                  <a:tcPr/>
                </a:tc>
                <a:tc>
                  <a:txBody>
                    <a:bodyPr/>
                    <a:lstStyle/>
                    <a:p>
                      <a:r>
                        <a:rPr lang="es-CO" dirty="0" err="1"/>
                        <a:t>String</a:t>
                      </a:r>
                      <a:endParaRPr lang="es-CO" dirty="0"/>
                    </a:p>
                  </a:txBody>
                  <a:tcPr/>
                </a:tc>
                <a:tc>
                  <a:txBody>
                    <a:bodyPr/>
                    <a:lstStyle/>
                    <a:p>
                      <a:r>
                        <a:rPr lang="es-CO" dirty="0"/>
                        <a:t>Caracteres: 200</a:t>
                      </a:r>
                    </a:p>
                    <a:p>
                      <a:r>
                        <a:rPr lang="es-CO" dirty="0"/>
                        <a:t>No nulo</a:t>
                      </a:r>
                    </a:p>
                    <a:p>
                      <a:r>
                        <a:rPr lang="es-CO" dirty="0"/>
                        <a:t>No </a:t>
                      </a:r>
                      <a:r>
                        <a:rPr lang="es-CO" dirty="0" err="1"/>
                        <a:t>key</a:t>
                      </a:r>
                      <a:endParaRPr lang="es-CO" dirty="0"/>
                    </a:p>
                  </a:txBody>
                  <a:tcPr/>
                </a:tc>
                <a:tc>
                  <a:txBody>
                    <a:bodyPr/>
                    <a:lstStyle/>
                    <a:p>
                      <a:r>
                        <a:rPr lang="es-CO" dirty="0"/>
                        <a:t>Comercial</a:t>
                      </a:r>
                    </a:p>
                  </a:txBody>
                  <a:tcPr/>
                </a:tc>
                <a:extLst>
                  <a:ext uri="{0D108BD9-81ED-4DB2-BD59-A6C34878D82A}">
                    <a16:rowId xmlns:a16="http://schemas.microsoft.com/office/drawing/2014/main" val="4135594128"/>
                  </a:ext>
                </a:extLst>
              </a:tr>
              <a:tr h="370840">
                <a:tc>
                  <a:txBody>
                    <a:bodyPr/>
                    <a:lstStyle/>
                    <a:p>
                      <a:r>
                        <a:rPr lang="es-CO" dirty="0" err="1"/>
                        <a:t>strDocumentoIdentidad</a:t>
                      </a:r>
                      <a:endParaRPr lang="es-CO" dirty="0"/>
                    </a:p>
                  </a:txBody>
                  <a:tcPr/>
                </a:tc>
                <a:tc>
                  <a:txBody>
                    <a:bodyPr/>
                    <a:lstStyle/>
                    <a:p>
                      <a:r>
                        <a:rPr lang="es-CO" dirty="0"/>
                        <a:t>ERP</a:t>
                      </a:r>
                    </a:p>
                  </a:txBody>
                  <a:tcPr/>
                </a:tc>
                <a:tc>
                  <a:txBody>
                    <a:bodyPr/>
                    <a:lstStyle/>
                    <a:p>
                      <a:r>
                        <a:rPr lang="es-CO" dirty="0"/>
                        <a:t>Documento de identidad del cliente</a:t>
                      </a:r>
                    </a:p>
                  </a:txBody>
                  <a:tcPr/>
                </a:tc>
                <a:tc>
                  <a:txBody>
                    <a:bodyPr/>
                    <a:lstStyle/>
                    <a:p>
                      <a:r>
                        <a:rPr lang="es-CO" dirty="0" err="1"/>
                        <a:t>String</a:t>
                      </a:r>
                      <a:endParaRPr lang="es-CO" dirty="0"/>
                    </a:p>
                  </a:txBody>
                  <a:tcPr/>
                </a:tc>
                <a:tc>
                  <a:txBody>
                    <a:bodyPr/>
                    <a:lstStyle/>
                    <a:p>
                      <a:r>
                        <a:rPr lang="es-CO" dirty="0"/>
                        <a:t>Caracteres: 20</a:t>
                      </a:r>
                    </a:p>
                    <a:p>
                      <a:r>
                        <a:rPr lang="es-CO" dirty="0"/>
                        <a:t>No nulo</a:t>
                      </a:r>
                    </a:p>
                    <a:p>
                      <a:r>
                        <a:rPr lang="es-CO" dirty="0"/>
                        <a:t>Key</a:t>
                      </a:r>
                    </a:p>
                  </a:txBody>
                  <a:tcPr/>
                </a:tc>
                <a:tc>
                  <a:txBody>
                    <a:bodyPr/>
                    <a:lstStyle/>
                    <a:p>
                      <a:r>
                        <a:rPr lang="es-CO" dirty="0"/>
                        <a:t>Comercial</a:t>
                      </a:r>
                    </a:p>
                  </a:txBody>
                  <a:tcPr/>
                </a:tc>
                <a:extLst>
                  <a:ext uri="{0D108BD9-81ED-4DB2-BD59-A6C34878D82A}">
                    <a16:rowId xmlns:a16="http://schemas.microsoft.com/office/drawing/2014/main" val="2380027269"/>
                  </a:ext>
                </a:extLst>
              </a:tr>
              <a:tr h="370840">
                <a:tc>
                  <a:txBody>
                    <a:bodyPr/>
                    <a:lstStyle/>
                    <a:p>
                      <a:r>
                        <a:rPr lang="es-CO" dirty="0" err="1"/>
                        <a:t>strDireccion</a:t>
                      </a:r>
                      <a:endParaRPr lang="es-CO" dirty="0"/>
                    </a:p>
                  </a:txBody>
                  <a:tcPr/>
                </a:tc>
                <a:tc>
                  <a:txBody>
                    <a:bodyPr/>
                    <a:lstStyle/>
                    <a:p>
                      <a:r>
                        <a:rPr lang="es-CO" dirty="0"/>
                        <a:t>ERP</a:t>
                      </a:r>
                    </a:p>
                  </a:txBody>
                  <a:tcPr/>
                </a:tc>
                <a:tc>
                  <a:txBody>
                    <a:bodyPr/>
                    <a:lstStyle/>
                    <a:p>
                      <a:r>
                        <a:rPr lang="es-CO" dirty="0"/>
                        <a:t>Dirección del cliente</a:t>
                      </a:r>
                    </a:p>
                  </a:txBody>
                  <a:tcPr/>
                </a:tc>
                <a:tc>
                  <a:txBody>
                    <a:bodyPr/>
                    <a:lstStyle/>
                    <a:p>
                      <a:r>
                        <a:rPr lang="es-CO" dirty="0" err="1"/>
                        <a:t>String</a:t>
                      </a:r>
                      <a:endParaRPr lang="es-CO" dirty="0"/>
                    </a:p>
                  </a:txBody>
                  <a:tcPr/>
                </a:tc>
                <a:tc>
                  <a:txBody>
                    <a:bodyPr/>
                    <a:lstStyle/>
                    <a:p>
                      <a:r>
                        <a:rPr lang="es-CO" dirty="0"/>
                        <a:t>Caracteres: 150</a:t>
                      </a:r>
                    </a:p>
                    <a:p>
                      <a:r>
                        <a:rPr lang="es-CO" dirty="0"/>
                        <a:t>Nulo</a:t>
                      </a:r>
                    </a:p>
                    <a:p>
                      <a:r>
                        <a:rPr lang="es-CO" dirty="0"/>
                        <a:t>No </a:t>
                      </a:r>
                      <a:r>
                        <a:rPr lang="es-CO" dirty="0" err="1"/>
                        <a:t>key</a:t>
                      </a:r>
                      <a:endParaRPr lang="es-CO" dirty="0"/>
                    </a:p>
                  </a:txBody>
                  <a:tcPr/>
                </a:tc>
                <a:tc>
                  <a:txBody>
                    <a:bodyPr/>
                    <a:lstStyle/>
                    <a:p>
                      <a:r>
                        <a:rPr lang="es-CO" dirty="0"/>
                        <a:t>Comercial</a:t>
                      </a:r>
                    </a:p>
                  </a:txBody>
                  <a:tcPr/>
                </a:tc>
                <a:extLst>
                  <a:ext uri="{0D108BD9-81ED-4DB2-BD59-A6C34878D82A}">
                    <a16:rowId xmlns:a16="http://schemas.microsoft.com/office/drawing/2014/main" val="1469212977"/>
                  </a:ext>
                </a:extLst>
              </a:tr>
              <a:tr h="370840">
                <a:tc>
                  <a:txBody>
                    <a:bodyPr/>
                    <a:lstStyle/>
                    <a:p>
                      <a:r>
                        <a:rPr lang="es-CO" dirty="0" err="1"/>
                        <a:t>strTelefono</a:t>
                      </a:r>
                      <a:endParaRPr lang="es-CO" dirty="0"/>
                    </a:p>
                  </a:txBody>
                  <a:tcPr/>
                </a:tc>
                <a:tc>
                  <a:txBody>
                    <a:bodyPr/>
                    <a:lstStyle/>
                    <a:p>
                      <a:r>
                        <a:rPr lang="es-CO" dirty="0"/>
                        <a:t>CRM</a:t>
                      </a:r>
                    </a:p>
                  </a:txBody>
                  <a:tcPr/>
                </a:tc>
                <a:tc>
                  <a:txBody>
                    <a:bodyPr/>
                    <a:lstStyle/>
                    <a:p>
                      <a:r>
                        <a:rPr lang="es-CO" dirty="0"/>
                        <a:t>Número de contacto del cliente</a:t>
                      </a:r>
                    </a:p>
                  </a:txBody>
                  <a:tcPr/>
                </a:tc>
                <a:tc>
                  <a:txBody>
                    <a:bodyPr/>
                    <a:lstStyle/>
                    <a:p>
                      <a:r>
                        <a:rPr lang="es-CO" dirty="0" err="1"/>
                        <a:t>Int</a:t>
                      </a:r>
                      <a:endParaRPr lang="es-CO" dirty="0"/>
                    </a:p>
                  </a:txBody>
                  <a:tcPr/>
                </a:tc>
                <a:tc>
                  <a:txBody>
                    <a:bodyPr/>
                    <a:lstStyle/>
                    <a:p>
                      <a:r>
                        <a:rPr lang="es-CO" dirty="0"/>
                        <a:t>Caracteres: 10</a:t>
                      </a:r>
                    </a:p>
                    <a:p>
                      <a:r>
                        <a:rPr lang="es-CO" dirty="0"/>
                        <a:t>Precisión: 0</a:t>
                      </a:r>
                    </a:p>
                    <a:p>
                      <a:r>
                        <a:rPr lang="es-CO" dirty="0"/>
                        <a:t>No </a:t>
                      </a:r>
                      <a:r>
                        <a:rPr lang="es-CO" dirty="0" err="1"/>
                        <a:t>key</a:t>
                      </a:r>
                      <a:endParaRPr lang="es-CO" dirty="0"/>
                    </a:p>
                    <a:p>
                      <a:r>
                        <a:rPr lang="es-CO" dirty="0"/>
                        <a:t>No nulo</a:t>
                      </a:r>
                    </a:p>
                  </a:txBody>
                  <a:tcPr/>
                </a:tc>
                <a:tc>
                  <a:txBody>
                    <a:bodyPr/>
                    <a:lstStyle/>
                    <a:p>
                      <a:r>
                        <a:rPr lang="es-CO" dirty="0"/>
                        <a:t>Comercial</a:t>
                      </a:r>
                    </a:p>
                  </a:txBody>
                  <a:tcPr/>
                </a:tc>
                <a:extLst>
                  <a:ext uri="{0D108BD9-81ED-4DB2-BD59-A6C34878D82A}">
                    <a16:rowId xmlns:a16="http://schemas.microsoft.com/office/drawing/2014/main" val="3950860407"/>
                  </a:ext>
                </a:extLst>
              </a:tr>
            </a:tbl>
          </a:graphicData>
        </a:graphic>
      </p:graphicFrame>
    </p:spTree>
    <p:extLst>
      <p:ext uri="{BB962C8B-B14F-4D97-AF65-F5344CB8AC3E}">
        <p14:creationId xmlns:p14="http://schemas.microsoft.com/office/powerpoint/2010/main" val="4248764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F85337-4345-C656-DF00-178F5248CE28}"/>
              </a:ext>
            </a:extLst>
          </p:cNvPr>
          <p:cNvSpPr>
            <a:spLocks noGrp="1"/>
          </p:cNvSpPr>
          <p:nvPr>
            <p:ph type="title"/>
          </p:nvPr>
        </p:nvSpPr>
        <p:spPr/>
        <p:txBody>
          <a:bodyPr/>
          <a:lstStyle/>
          <a:p>
            <a:r>
              <a:rPr lang="es-CO" dirty="0"/>
              <a:t>Políticas de calidad</a:t>
            </a:r>
          </a:p>
        </p:txBody>
      </p:sp>
      <p:sp>
        <p:nvSpPr>
          <p:cNvPr id="3" name="Marcador de contenido 2">
            <a:extLst>
              <a:ext uri="{FF2B5EF4-FFF2-40B4-BE49-F238E27FC236}">
                <a16:creationId xmlns:a16="http://schemas.microsoft.com/office/drawing/2014/main" id="{A95771A2-A054-285C-0A15-9220AAF41A64}"/>
              </a:ext>
            </a:extLst>
          </p:cNvPr>
          <p:cNvSpPr>
            <a:spLocks noGrp="1"/>
          </p:cNvSpPr>
          <p:nvPr>
            <p:ph idx="1"/>
          </p:nvPr>
        </p:nvSpPr>
        <p:spPr/>
        <p:txBody>
          <a:bodyPr/>
          <a:lstStyle/>
          <a:p>
            <a:r>
              <a:rPr lang="es-CO" b="1" dirty="0"/>
              <a:t>Nombre del cliente: </a:t>
            </a:r>
            <a:r>
              <a:rPr lang="es-CO" dirty="0"/>
              <a:t>Debe ser un componente alfanumérico, no puede contar sólo con números, no puede ser un dato nulo</a:t>
            </a:r>
          </a:p>
          <a:p>
            <a:r>
              <a:rPr lang="es-CO" b="1" dirty="0"/>
              <a:t>Correo electrónico: </a:t>
            </a:r>
            <a:r>
              <a:rPr lang="es-CO" dirty="0"/>
              <a:t>Debe contar con la estructura </a:t>
            </a:r>
            <a:r>
              <a:rPr lang="es-CO" dirty="0">
                <a:hlinkClick r:id="rId2"/>
              </a:rPr>
              <a:t>nombre@dominio.com</a:t>
            </a:r>
            <a:r>
              <a:rPr lang="es-CO" dirty="0"/>
              <a:t>, no puede ser nulo, es alfanumérico, no debe contar con más de 50 caracteres.</a:t>
            </a:r>
          </a:p>
          <a:p>
            <a:r>
              <a:rPr lang="es-CO" b="1" dirty="0"/>
              <a:t>Ingresos: </a:t>
            </a:r>
            <a:r>
              <a:rPr lang="es-CO" dirty="0"/>
              <a:t>Es un campo numérico flotante con una precisión de hasta 3 cifras decimales, no puede ser menor a 1.160.000 no puede ser mayor a 1 billón</a:t>
            </a:r>
            <a:endParaRPr lang="es-CO" b="1" dirty="0"/>
          </a:p>
        </p:txBody>
      </p:sp>
    </p:spTree>
    <p:extLst>
      <p:ext uri="{BB962C8B-B14F-4D97-AF65-F5344CB8AC3E}">
        <p14:creationId xmlns:p14="http://schemas.microsoft.com/office/powerpoint/2010/main" val="576833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994A5-D5BD-DA1C-59F6-31979A155D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43271B6-F4EB-FC6C-461C-ED91001176CE}"/>
              </a:ext>
            </a:extLst>
          </p:cNvPr>
          <p:cNvSpPr>
            <a:spLocks noGrp="1"/>
          </p:cNvSpPr>
          <p:nvPr>
            <p:ph type="title"/>
          </p:nvPr>
        </p:nvSpPr>
        <p:spPr/>
        <p:txBody>
          <a:bodyPr/>
          <a:lstStyle/>
          <a:p>
            <a:r>
              <a:rPr lang="es-CO" dirty="0"/>
              <a:t>Políticas de seguridad</a:t>
            </a:r>
          </a:p>
        </p:txBody>
      </p:sp>
      <p:sp>
        <p:nvSpPr>
          <p:cNvPr id="3" name="Marcador de contenido 2">
            <a:extLst>
              <a:ext uri="{FF2B5EF4-FFF2-40B4-BE49-F238E27FC236}">
                <a16:creationId xmlns:a16="http://schemas.microsoft.com/office/drawing/2014/main" id="{17321492-A3A4-B6C7-00CE-8A2651C51927}"/>
              </a:ext>
            </a:extLst>
          </p:cNvPr>
          <p:cNvSpPr>
            <a:spLocks noGrp="1"/>
          </p:cNvSpPr>
          <p:nvPr>
            <p:ph idx="1"/>
          </p:nvPr>
        </p:nvSpPr>
        <p:spPr/>
        <p:txBody>
          <a:bodyPr>
            <a:normAutofit fontScale="85000" lnSpcReduction="10000"/>
          </a:bodyPr>
          <a:lstStyle/>
          <a:p>
            <a:r>
              <a:rPr lang="en-US" b="1" dirty="0"/>
              <a:t>Control de </a:t>
            </a:r>
            <a:r>
              <a:rPr lang="en-US" b="1" dirty="0" err="1"/>
              <a:t>acceso</a:t>
            </a:r>
            <a:r>
              <a:rPr lang="en-US" b="1" dirty="0"/>
              <a:t> y </a:t>
            </a:r>
            <a:r>
              <a:rPr lang="en-US" b="1" dirty="0" err="1"/>
              <a:t>segregación</a:t>
            </a:r>
            <a:r>
              <a:rPr lang="en-US" b="1" dirty="0"/>
              <a:t> </a:t>
            </a:r>
            <a:r>
              <a:rPr lang="en-US" b="1" dirty="0" err="1"/>
              <a:t>por</a:t>
            </a:r>
            <a:r>
              <a:rPr lang="en-US" b="1" dirty="0"/>
              <a:t> </a:t>
            </a:r>
            <a:r>
              <a:rPr lang="en-US" b="1" dirty="0" err="1"/>
              <a:t>dominio</a:t>
            </a:r>
            <a:r>
              <a:rPr lang="en-US" b="1" dirty="0"/>
              <a:t> de </a:t>
            </a:r>
            <a:r>
              <a:rPr lang="en-US" b="1" dirty="0" err="1"/>
              <a:t>datos</a:t>
            </a:r>
            <a:r>
              <a:rPr lang="en-US" b="1" dirty="0"/>
              <a:t>: </a:t>
            </a:r>
            <a:r>
              <a:rPr lang="en-US" dirty="0"/>
              <a:t>El </a:t>
            </a:r>
            <a:r>
              <a:rPr lang="en-US" dirty="0" err="1"/>
              <a:t>acceso</a:t>
            </a:r>
            <a:r>
              <a:rPr lang="en-US" dirty="0"/>
              <a:t> a la </a:t>
            </a:r>
            <a:r>
              <a:rPr lang="en-US" dirty="0" err="1"/>
              <a:t>información</a:t>
            </a:r>
            <a:r>
              <a:rPr lang="en-US" dirty="0"/>
              <a:t> </a:t>
            </a:r>
            <a:r>
              <a:rPr lang="en-US" dirty="0" err="1"/>
              <a:t>debe</a:t>
            </a:r>
            <a:r>
              <a:rPr lang="en-US" dirty="0"/>
              <a:t> </a:t>
            </a:r>
            <a:r>
              <a:rPr lang="en-US" dirty="0" err="1"/>
              <a:t>estar</a:t>
            </a:r>
            <a:r>
              <a:rPr lang="en-US" dirty="0"/>
              <a:t> </a:t>
            </a:r>
            <a:r>
              <a:rPr lang="en-US" dirty="0" err="1"/>
              <a:t>restringido</a:t>
            </a:r>
            <a:r>
              <a:rPr lang="en-US" dirty="0"/>
              <a:t> </a:t>
            </a:r>
            <a:r>
              <a:rPr lang="en-US" dirty="0" err="1"/>
              <a:t>según</a:t>
            </a:r>
            <a:r>
              <a:rPr lang="en-US" dirty="0"/>
              <a:t> </a:t>
            </a:r>
            <a:r>
              <a:rPr lang="en-US" dirty="0" err="1"/>
              <a:t>el</a:t>
            </a:r>
            <a:r>
              <a:rPr lang="en-US" dirty="0"/>
              <a:t> </a:t>
            </a:r>
            <a:r>
              <a:rPr lang="en-US" dirty="0" err="1"/>
              <a:t>dominio</a:t>
            </a:r>
            <a:r>
              <a:rPr lang="en-US" dirty="0"/>
              <a:t> de </a:t>
            </a:r>
            <a:r>
              <a:rPr lang="en-US" dirty="0" err="1"/>
              <a:t>datos</a:t>
            </a:r>
            <a:r>
              <a:rPr lang="en-US" dirty="0"/>
              <a:t> y </a:t>
            </a:r>
            <a:r>
              <a:rPr lang="en-US" dirty="0" err="1"/>
              <a:t>el</a:t>
            </a:r>
            <a:r>
              <a:rPr lang="en-US" dirty="0"/>
              <a:t> </a:t>
            </a:r>
            <a:r>
              <a:rPr lang="en-US" dirty="0" err="1"/>
              <a:t>rol</a:t>
            </a:r>
            <a:r>
              <a:rPr lang="en-US" dirty="0"/>
              <a:t> del </a:t>
            </a:r>
            <a:r>
              <a:rPr lang="en-US" dirty="0" err="1"/>
              <a:t>usuario</a:t>
            </a:r>
            <a:r>
              <a:rPr lang="en-US" dirty="0"/>
              <a:t> </a:t>
            </a:r>
            <a:r>
              <a:rPr lang="en-US" dirty="0" err="1"/>
              <a:t>dentro</a:t>
            </a:r>
            <a:r>
              <a:rPr lang="en-US" dirty="0"/>
              <a:t> de la </a:t>
            </a:r>
            <a:r>
              <a:rPr lang="en-US" dirty="0" err="1"/>
              <a:t>organización</a:t>
            </a:r>
            <a:r>
              <a:rPr lang="en-US" dirty="0"/>
              <a:t>.</a:t>
            </a:r>
          </a:p>
          <a:p>
            <a:r>
              <a:rPr lang="en-US" b="1" dirty="0" err="1"/>
              <a:t>Protección</a:t>
            </a:r>
            <a:r>
              <a:rPr lang="en-US" b="1" dirty="0"/>
              <a:t> de </a:t>
            </a:r>
            <a:r>
              <a:rPr lang="en-US" b="1" dirty="0" err="1"/>
              <a:t>datos</a:t>
            </a:r>
            <a:r>
              <a:rPr lang="en-US" b="1" dirty="0"/>
              <a:t> </a:t>
            </a:r>
            <a:r>
              <a:rPr lang="en-US" b="1" dirty="0" err="1"/>
              <a:t>sensibles</a:t>
            </a:r>
            <a:r>
              <a:rPr lang="en-US" b="1" dirty="0"/>
              <a:t> y </a:t>
            </a:r>
            <a:r>
              <a:rPr lang="en-US" b="1" dirty="0" err="1"/>
              <a:t>confidenciales</a:t>
            </a:r>
            <a:r>
              <a:rPr lang="es-CO" b="1" dirty="0"/>
              <a:t>: </a:t>
            </a:r>
            <a:r>
              <a:rPr lang="en-US" dirty="0"/>
              <a:t>Los </a:t>
            </a:r>
            <a:r>
              <a:rPr lang="en-US" dirty="0" err="1"/>
              <a:t>datos</a:t>
            </a:r>
            <a:r>
              <a:rPr lang="en-US" dirty="0"/>
              <a:t> </a:t>
            </a:r>
            <a:r>
              <a:rPr lang="en-US" dirty="0" err="1"/>
              <a:t>sensibles</a:t>
            </a:r>
            <a:r>
              <a:rPr lang="en-US" dirty="0"/>
              <a:t> de </a:t>
            </a:r>
            <a:r>
              <a:rPr lang="en-US" dirty="0" err="1"/>
              <a:t>clientes</a:t>
            </a:r>
            <a:r>
              <a:rPr lang="en-US" dirty="0"/>
              <a:t>, </a:t>
            </a:r>
            <a:r>
              <a:rPr lang="en-US" dirty="0" err="1"/>
              <a:t>empleados</a:t>
            </a:r>
            <a:r>
              <a:rPr lang="en-US" dirty="0"/>
              <a:t> y </a:t>
            </a:r>
            <a:r>
              <a:rPr lang="en-US" dirty="0" err="1"/>
              <a:t>proveedores</a:t>
            </a:r>
            <a:r>
              <a:rPr lang="en-US" dirty="0"/>
              <a:t>. </a:t>
            </a:r>
            <a:r>
              <a:rPr lang="en-US" dirty="0" err="1"/>
              <a:t>deben</a:t>
            </a:r>
            <a:r>
              <a:rPr lang="en-US" dirty="0"/>
              <a:t> </a:t>
            </a:r>
            <a:r>
              <a:rPr lang="en-US" dirty="0" err="1"/>
              <a:t>almacenarse</a:t>
            </a:r>
            <a:r>
              <a:rPr lang="en-US" dirty="0"/>
              <a:t> y </a:t>
            </a:r>
            <a:r>
              <a:rPr lang="en-US" dirty="0" err="1"/>
              <a:t>transmitirse</a:t>
            </a:r>
            <a:r>
              <a:rPr lang="en-US" dirty="0"/>
              <a:t> de forma </a:t>
            </a:r>
            <a:r>
              <a:rPr lang="en-US" dirty="0" err="1"/>
              <a:t>segura</a:t>
            </a:r>
            <a:r>
              <a:rPr lang="en-US" dirty="0"/>
              <a:t> </a:t>
            </a:r>
            <a:r>
              <a:rPr lang="en-US" dirty="0" err="1"/>
              <a:t>mediante</a:t>
            </a:r>
            <a:r>
              <a:rPr lang="en-US" dirty="0"/>
              <a:t> </a:t>
            </a:r>
            <a:r>
              <a:rPr lang="en-US" b="1" dirty="0" err="1"/>
              <a:t>mecanismos</a:t>
            </a:r>
            <a:r>
              <a:rPr lang="en-US" b="1" dirty="0"/>
              <a:t> de </a:t>
            </a:r>
            <a:r>
              <a:rPr lang="en-US" b="1" dirty="0" err="1"/>
              <a:t>cifrado</a:t>
            </a:r>
            <a:r>
              <a:rPr lang="en-US" dirty="0"/>
              <a:t> y </a:t>
            </a:r>
            <a:r>
              <a:rPr lang="en-US" b="1" dirty="0" err="1"/>
              <a:t>enmascaramiento</a:t>
            </a:r>
            <a:r>
              <a:rPr lang="en-US" b="1" dirty="0"/>
              <a:t> de </a:t>
            </a:r>
            <a:r>
              <a:rPr lang="en-US" b="1" dirty="0" err="1"/>
              <a:t>datos</a:t>
            </a:r>
            <a:r>
              <a:rPr lang="en-US" dirty="0"/>
              <a:t> </a:t>
            </a:r>
            <a:r>
              <a:rPr lang="en-US" dirty="0" err="1"/>
              <a:t>cuando</a:t>
            </a:r>
            <a:r>
              <a:rPr lang="en-US" dirty="0"/>
              <a:t> </a:t>
            </a:r>
            <a:r>
              <a:rPr lang="en-US" dirty="0" err="1"/>
              <a:t>sean</a:t>
            </a:r>
            <a:r>
              <a:rPr lang="en-US" dirty="0"/>
              <a:t> </a:t>
            </a:r>
            <a:r>
              <a:rPr lang="en-US" dirty="0" err="1"/>
              <a:t>utilizados</a:t>
            </a:r>
            <a:r>
              <a:rPr lang="en-US" dirty="0"/>
              <a:t> para </a:t>
            </a:r>
            <a:r>
              <a:rPr lang="en-US" dirty="0" err="1"/>
              <a:t>análisis</a:t>
            </a:r>
            <a:r>
              <a:rPr lang="en-US" dirty="0"/>
              <a:t> o </a:t>
            </a:r>
            <a:r>
              <a:rPr lang="en-US" dirty="0" err="1"/>
              <a:t>entornos</a:t>
            </a:r>
            <a:r>
              <a:rPr lang="en-US" dirty="0"/>
              <a:t> no </a:t>
            </a:r>
            <a:r>
              <a:rPr lang="en-US" dirty="0" err="1"/>
              <a:t>productivos</a:t>
            </a:r>
            <a:r>
              <a:rPr lang="en-US" dirty="0"/>
              <a:t>.</a:t>
            </a:r>
            <a:br>
              <a:rPr lang="en-US" dirty="0"/>
            </a:br>
            <a:r>
              <a:rPr lang="en-US" dirty="0"/>
              <a:t>No se </a:t>
            </a:r>
            <a:r>
              <a:rPr lang="en-US" dirty="0" err="1"/>
              <a:t>permite</a:t>
            </a:r>
            <a:r>
              <a:rPr lang="en-US" dirty="0"/>
              <a:t> la </a:t>
            </a:r>
            <a:r>
              <a:rPr lang="en-US" dirty="0" err="1"/>
              <a:t>exposición</a:t>
            </a:r>
            <a:r>
              <a:rPr lang="en-US" dirty="0"/>
              <a:t> de </a:t>
            </a:r>
            <a:r>
              <a:rPr lang="en-US" dirty="0" err="1"/>
              <a:t>información</a:t>
            </a:r>
            <a:r>
              <a:rPr lang="en-US" dirty="0"/>
              <a:t> sensible </a:t>
            </a:r>
            <a:r>
              <a:rPr lang="en-US" dirty="0" err="1"/>
              <a:t>en</a:t>
            </a:r>
            <a:r>
              <a:rPr lang="en-US" dirty="0"/>
              <a:t> ambientes de </a:t>
            </a:r>
            <a:r>
              <a:rPr lang="en-US" dirty="0" err="1"/>
              <a:t>prueba</a:t>
            </a:r>
            <a:r>
              <a:rPr lang="en-US" dirty="0"/>
              <a:t>, </a:t>
            </a:r>
            <a:r>
              <a:rPr lang="en-US" dirty="0" err="1"/>
              <a:t>reportes</a:t>
            </a:r>
            <a:r>
              <a:rPr lang="en-US" dirty="0"/>
              <a:t> </a:t>
            </a:r>
            <a:r>
              <a:rPr lang="en-US" dirty="0" err="1"/>
              <a:t>analíticos</a:t>
            </a:r>
            <a:r>
              <a:rPr lang="en-US" dirty="0"/>
              <a:t> o </a:t>
            </a:r>
            <a:r>
              <a:rPr lang="en-US" dirty="0" err="1"/>
              <a:t>integraciones</a:t>
            </a:r>
            <a:r>
              <a:rPr lang="en-US" dirty="0"/>
              <a:t> </a:t>
            </a:r>
            <a:r>
              <a:rPr lang="en-US" dirty="0" err="1"/>
              <a:t>externas</a:t>
            </a:r>
            <a:r>
              <a:rPr lang="en-US" dirty="0"/>
              <a:t> sin </a:t>
            </a:r>
            <a:r>
              <a:rPr lang="en-US" dirty="0" err="1"/>
              <a:t>los</a:t>
            </a:r>
            <a:r>
              <a:rPr lang="en-US" dirty="0"/>
              <a:t> </a:t>
            </a:r>
            <a:r>
              <a:rPr lang="en-US" dirty="0" err="1"/>
              <a:t>controles</a:t>
            </a:r>
            <a:r>
              <a:rPr lang="en-US" dirty="0"/>
              <a:t> de </a:t>
            </a:r>
            <a:r>
              <a:rPr lang="en-US" dirty="0" err="1"/>
              <a:t>seguridad</a:t>
            </a:r>
            <a:r>
              <a:rPr lang="en-US" dirty="0"/>
              <a:t> </a:t>
            </a:r>
            <a:r>
              <a:rPr lang="en-US" dirty="0" err="1"/>
              <a:t>definidos</a:t>
            </a:r>
            <a:r>
              <a:rPr lang="en-US" dirty="0"/>
              <a:t>.</a:t>
            </a:r>
            <a:endParaRPr lang="es-CO" b="1" dirty="0"/>
          </a:p>
          <a:p>
            <a:r>
              <a:rPr lang="es-CO" b="1" dirty="0"/>
              <a:t>Auditoría: </a:t>
            </a:r>
            <a:r>
              <a:rPr lang="en-US" dirty="0"/>
              <a:t>La </a:t>
            </a:r>
            <a:r>
              <a:rPr lang="en-US" dirty="0" err="1"/>
              <a:t>organización</a:t>
            </a:r>
            <a:r>
              <a:rPr lang="en-US" dirty="0"/>
              <a:t> </a:t>
            </a:r>
            <a:r>
              <a:rPr lang="en-US" dirty="0" err="1"/>
              <a:t>debe</a:t>
            </a:r>
            <a:r>
              <a:rPr lang="en-US" dirty="0"/>
              <a:t> </a:t>
            </a:r>
            <a:r>
              <a:rPr lang="en-US" dirty="0" err="1"/>
              <a:t>contar</a:t>
            </a:r>
            <a:r>
              <a:rPr lang="en-US" dirty="0"/>
              <a:t> con un </a:t>
            </a:r>
            <a:r>
              <a:rPr lang="en-US" dirty="0" err="1"/>
              <a:t>procedimiento</a:t>
            </a:r>
            <a:r>
              <a:rPr lang="en-US" dirty="0"/>
              <a:t> para la </a:t>
            </a:r>
            <a:r>
              <a:rPr lang="en-US" dirty="0" err="1"/>
              <a:t>detección</a:t>
            </a:r>
            <a:r>
              <a:rPr lang="en-US" dirty="0"/>
              <a:t>, </a:t>
            </a:r>
            <a:r>
              <a:rPr lang="en-US" dirty="0" err="1"/>
              <a:t>notificación</a:t>
            </a:r>
            <a:r>
              <a:rPr lang="en-US" dirty="0"/>
              <a:t> y </a:t>
            </a:r>
            <a:r>
              <a:rPr lang="en-US" dirty="0" err="1"/>
              <a:t>gestión</a:t>
            </a:r>
            <a:r>
              <a:rPr lang="en-US" dirty="0"/>
              <a:t> de </a:t>
            </a:r>
            <a:r>
              <a:rPr lang="en-US" dirty="0" err="1"/>
              <a:t>incidentes</a:t>
            </a:r>
            <a:r>
              <a:rPr lang="en-US" dirty="0"/>
              <a:t> de </a:t>
            </a:r>
            <a:r>
              <a:rPr lang="en-US" dirty="0" err="1"/>
              <a:t>seguridad</a:t>
            </a:r>
            <a:r>
              <a:rPr lang="en-US" dirty="0"/>
              <a:t>, </a:t>
            </a:r>
            <a:r>
              <a:rPr lang="en-US" dirty="0" err="1"/>
              <a:t>garantizando</a:t>
            </a:r>
            <a:r>
              <a:rPr lang="en-US" dirty="0"/>
              <a:t> la </a:t>
            </a:r>
            <a:r>
              <a:rPr lang="en-US" dirty="0" err="1"/>
              <a:t>integridad</a:t>
            </a:r>
            <a:r>
              <a:rPr lang="en-US" dirty="0"/>
              <a:t>, </a:t>
            </a:r>
            <a:r>
              <a:rPr lang="en-US" dirty="0" err="1"/>
              <a:t>confidencialidad</a:t>
            </a:r>
            <a:r>
              <a:rPr lang="en-US" dirty="0"/>
              <a:t> y </a:t>
            </a:r>
            <a:r>
              <a:rPr lang="en-US" dirty="0" err="1"/>
              <a:t>disponibilidad</a:t>
            </a:r>
            <a:r>
              <a:rPr lang="en-US" dirty="0"/>
              <a:t> de </a:t>
            </a:r>
            <a:r>
              <a:rPr lang="en-US" dirty="0" err="1"/>
              <a:t>los</a:t>
            </a:r>
            <a:r>
              <a:rPr lang="en-US" dirty="0"/>
              <a:t> </a:t>
            </a:r>
            <a:r>
              <a:rPr lang="en-US" dirty="0" err="1"/>
              <a:t>datos</a:t>
            </a:r>
            <a:r>
              <a:rPr lang="en-US" dirty="0"/>
              <a:t>.</a:t>
            </a:r>
            <a:endParaRPr lang="es-CO" dirty="0"/>
          </a:p>
        </p:txBody>
      </p:sp>
    </p:spTree>
    <p:extLst>
      <p:ext uri="{BB962C8B-B14F-4D97-AF65-F5344CB8AC3E}">
        <p14:creationId xmlns:p14="http://schemas.microsoft.com/office/powerpoint/2010/main" val="1670976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459E2-AB31-7F5F-C23D-BEB037548F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19C2FC-E1F2-2DBC-285E-EB5A5E07EA79}"/>
              </a:ext>
            </a:extLst>
          </p:cNvPr>
          <p:cNvSpPr>
            <a:spLocks noGrp="1"/>
          </p:cNvSpPr>
          <p:nvPr>
            <p:ph type="title"/>
          </p:nvPr>
        </p:nvSpPr>
        <p:spPr/>
        <p:txBody>
          <a:bodyPr/>
          <a:lstStyle/>
          <a:p>
            <a:r>
              <a:rPr lang="es-CO" dirty="0"/>
              <a:t>Caso de estudio:</a:t>
            </a:r>
          </a:p>
        </p:txBody>
      </p:sp>
      <p:sp>
        <p:nvSpPr>
          <p:cNvPr id="3" name="Marcador de contenido 2">
            <a:extLst>
              <a:ext uri="{FF2B5EF4-FFF2-40B4-BE49-F238E27FC236}">
                <a16:creationId xmlns:a16="http://schemas.microsoft.com/office/drawing/2014/main" id="{BECC0EBF-A75D-7B8A-9CF0-FD3556461DC9}"/>
              </a:ext>
            </a:extLst>
          </p:cNvPr>
          <p:cNvSpPr>
            <a:spLocks noGrp="1"/>
          </p:cNvSpPr>
          <p:nvPr>
            <p:ph idx="1"/>
          </p:nvPr>
        </p:nvSpPr>
        <p:spPr/>
        <p:txBody>
          <a:bodyPr>
            <a:normAutofit lnSpcReduction="10000"/>
          </a:bodyPr>
          <a:lstStyle/>
          <a:p>
            <a:r>
              <a:rPr lang="en-US" dirty="0"/>
              <a:t>Una </a:t>
            </a:r>
            <a:r>
              <a:rPr lang="en-US" dirty="0" err="1"/>
              <a:t>empresa</a:t>
            </a:r>
            <a:r>
              <a:rPr lang="en-US" dirty="0"/>
              <a:t> del sector </a:t>
            </a:r>
            <a:r>
              <a:rPr lang="en-US" b="1" dirty="0" err="1"/>
              <a:t>agroindustrial</a:t>
            </a:r>
            <a:r>
              <a:rPr lang="en-US" dirty="0"/>
              <a:t> </a:t>
            </a:r>
            <a:r>
              <a:rPr lang="en-US" dirty="0" err="1"/>
              <a:t>desea</a:t>
            </a:r>
            <a:r>
              <a:rPr lang="en-US" dirty="0"/>
              <a:t> </a:t>
            </a:r>
            <a:r>
              <a:rPr lang="en-US" dirty="0" err="1"/>
              <a:t>implementar</a:t>
            </a:r>
            <a:r>
              <a:rPr lang="en-US" dirty="0"/>
              <a:t> </a:t>
            </a:r>
            <a:r>
              <a:rPr lang="en-US" dirty="0" err="1"/>
              <a:t>una</a:t>
            </a:r>
            <a:r>
              <a:rPr lang="en-US" dirty="0"/>
              <a:t> </a:t>
            </a:r>
            <a:r>
              <a:rPr lang="en-US" b="1" dirty="0" err="1"/>
              <a:t>estrategia</a:t>
            </a:r>
            <a:r>
              <a:rPr lang="en-US" b="1" dirty="0"/>
              <a:t> </a:t>
            </a:r>
            <a:r>
              <a:rPr lang="en-US" b="1" dirty="0" err="1"/>
              <a:t>analítica</a:t>
            </a:r>
            <a:r>
              <a:rPr lang="en-US" b="1" dirty="0"/>
              <a:t> </a:t>
            </a:r>
            <a:r>
              <a:rPr lang="en-US" b="1" dirty="0" err="1"/>
              <a:t>basada</a:t>
            </a:r>
            <a:r>
              <a:rPr lang="en-US" b="1" dirty="0"/>
              <a:t> </a:t>
            </a:r>
            <a:r>
              <a:rPr lang="en-US" b="1" dirty="0" err="1"/>
              <a:t>en</a:t>
            </a:r>
            <a:r>
              <a:rPr lang="en-US" b="1" dirty="0"/>
              <a:t> </a:t>
            </a:r>
            <a:r>
              <a:rPr lang="en-US" b="1" dirty="0" err="1"/>
              <a:t>datos</a:t>
            </a:r>
            <a:r>
              <a:rPr lang="en-US" dirty="0"/>
              <a:t> para </a:t>
            </a:r>
            <a:r>
              <a:rPr lang="en-US" dirty="0" err="1"/>
              <a:t>mejorar</a:t>
            </a:r>
            <a:r>
              <a:rPr lang="en-US" dirty="0"/>
              <a:t> la </a:t>
            </a:r>
            <a:r>
              <a:rPr lang="en-US" dirty="0" err="1"/>
              <a:t>productividad</a:t>
            </a:r>
            <a:r>
              <a:rPr lang="en-US" dirty="0"/>
              <a:t> y </a:t>
            </a:r>
            <a:r>
              <a:rPr lang="en-US" dirty="0" err="1"/>
              <a:t>sostenibilidad</a:t>
            </a:r>
            <a:r>
              <a:rPr lang="en-US" dirty="0"/>
              <a:t> de sus </a:t>
            </a:r>
            <a:r>
              <a:rPr lang="en-US" dirty="0" err="1"/>
              <a:t>cultivos</a:t>
            </a:r>
            <a:r>
              <a:rPr lang="en-US" dirty="0"/>
              <a:t>.</a:t>
            </a:r>
            <a:br>
              <a:rPr lang="en-US" dirty="0"/>
            </a:br>
            <a:r>
              <a:rPr lang="en-US" dirty="0"/>
              <a:t>La </a:t>
            </a:r>
            <a:r>
              <a:rPr lang="en-US" dirty="0" err="1"/>
              <a:t>organización</a:t>
            </a:r>
            <a:r>
              <a:rPr lang="en-US" dirty="0"/>
              <a:t> ha </a:t>
            </a:r>
            <a:r>
              <a:rPr lang="en-US" dirty="0" err="1"/>
              <a:t>iniciado</a:t>
            </a:r>
            <a:r>
              <a:rPr lang="en-US" dirty="0"/>
              <a:t> un </a:t>
            </a:r>
            <a:r>
              <a:rPr lang="en-US" dirty="0" err="1"/>
              <a:t>proceso</a:t>
            </a:r>
            <a:r>
              <a:rPr lang="en-US" dirty="0"/>
              <a:t> de </a:t>
            </a:r>
            <a:r>
              <a:rPr lang="en-US" b="1" dirty="0" err="1"/>
              <a:t>transformación</a:t>
            </a:r>
            <a:r>
              <a:rPr lang="en-US" b="1" dirty="0"/>
              <a:t> digital</a:t>
            </a:r>
            <a:r>
              <a:rPr lang="en-US" dirty="0"/>
              <a:t>, </a:t>
            </a:r>
            <a:r>
              <a:rPr lang="en-US" dirty="0" err="1"/>
              <a:t>incorporando</a:t>
            </a:r>
            <a:r>
              <a:rPr lang="en-US" dirty="0"/>
              <a:t> </a:t>
            </a:r>
            <a:r>
              <a:rPr lang="en-US" dirty="0" err="1"/>
              <a:t>sensores</a:t>
            </a:r>
            <a:r>
              <a:rPr lang="en-US" dirty="0"/>
              <a:t> IoT </a:t>
            </a:r>
            <a:r>
              <a:rPr lang="en-US" dirty="0" err="1"/>
              <a:t>en</a:t>
            </a:r>
            <a:r>
              <a:rPr lang="en-US" dirty="0"/>
              <a:t> sus campos de </a:t>
            </a:r>
            <a:r>
              <a:rPr lang="en-US" dirty="0" err="1"/>
              <a:t>cultivo</a:t>
            </a:r>
            <a:r>
              <a:rPr lang="en-US" dirty="0"/>
              <a:t> con </a:t>
            </a:r>
            <a:r>
              <a:rPr lang="en-US" dirty="0" err="1"/>
              <a:t>el</a:t>
            </a:r>
            <a:r>
              <a:rPr lang="en-US" dirty="0"/>
              <a:t> </a:t>
            </a:r>
            <a:r>
              <a:rPr lang="en-US" dirty="0" err="1"/>
              <a:t>objetivo</a:t>
            </a:r>
            <a:r>
              <a:rPr lang="en-US" dirty="0"/>
              <a:t> de </a:t>
            </a:r>
            <a:r>
              <a:rPr lang="en-US" dirty="0" err="1"/>
              <a:t>monitorear</a:t>
            </a:r>
            <a:r>
              <a:rPr lang="en-US" dirty="0"/>
              <a:t> </a:t>
            </a:r>
            <a:r>
              <a:rPr lang="en-US" dirty="0" err="1"/>
              <a:t>en</a:t>
            </a:r>
            <a:r>
              <a:rPr lang="en-US" dirty="0"/>
              <a:t> </a:t>
            </a:r>
            <a:r>
              <a:rPr lang="en-US" dirty="0" err="1"/>
              <a:t>tiempo</a:t>
            </a:r>
            <a:r>
              <a:rPr lang="en-US" dirty="0"/>
              <a:t> real las </a:t>
            </a:r>
            <a:r>
              <a:rPr lang="en-US" dirty="0" err="1"/>
              <a:t>condiciones</a:t>
            </a:r>
            <a:r>
              <a:rPr lang="en-US" dirty="0"/>
              <a:t> del </a:t>
            </a:r>
            <a:r>
              <a:rPr lang="en-US" dirty="0" err="1"/>
              <a:t>sembrado</a:t>
            </a:r>
            <a:r>
              <a:rPr lang="en-US" dirty="0"/>
              <a:t> y </a:t>
            </a:r>
            <a:r>
              <a:rPr lang="en-US" dirty="0" err="1"/>
              <a:t>tomar</a:t>
            </a:r>
            <a:r>
              <a:rPr lang="en-US" dirty="0"/>
              <a:t> </a:t>
            </a:r>
            <a:r>
              <a:rPr lang="en-US" dirty="0" err="1"/>
              <a:t>decisiones</a:t>
            </a:r>
            <a:r>
              <a:rPr lang="en-US" dirty="0"/>
              <a:t> </a:t>
            </a:r>
            <a:r>
              <a:rPr lang="en-US" dirty="0" err="1"/>
              <a:t>oportunas</a:t>
            </a:r>
            <a:r>
              <a:rPr lang="en-US" dirty="0"/>
              <a:t> </a:t>
            </a:r>
            <a:r>
              <a:rPr lang="en-US" dirty="0" err="1"/>
              <a:t>relacionadas</a:t>
            </a:r>
            <a:r>
              <a:rPr lang="en-US" dirty="0"/>
              <a:t> con </a:t>
            </a:r>
            <a:r>
              <a:rPr lang="en-US" dirty="0" err="1"/>
              <a:t>riego</a:t>
            </a:r>
            <a:r>
              <a:rPr lang="en-US" dirty="0"/>
              <a:t>, </a:t>
            </a:r>
            <a:r>
              <a:rPr lang="en-US" dirty="0" err="1"/>
              <a:t>fertilización</a:t>
            </a:r>
            <a:r>
              <a:rPr lang="en-US" dirty="0"/>
              <a:t> y </a:t>
            </a:r>
            <a:r>
              <a:rPr lang="en-US" dirty="0" err="1"/>
              <a:t>prevención</a:t>
            </a:r>
            <a:r>
              <a:rPr lang="en-US" dirty="0"/>
              <a:t> de </a:t>
            </a:r>
            <a:r>
              <a:rPr lang="en-US" dirty="0" err="1"/>
              <a:t>enfermedades</a:t>
            </a:r>
            <a:r>
              <a:rPr lang="en-US" dirty="0"/>
              <a:t>. La </a:t>
            </a:r>
            <a:r>
              <a:rPr lang="en-US" dirty="0" err="1"/>
              <a:t>empresa</a:t>
            </a:r>
            <a:r>
              <a:rPr lang="en-US" dirty="0"/>
              <a:t> </a:t>
            </a:r>
            <a:r>
              <a:rPr lang="en-US" dirty="0" err="1"/>
              <a:t>cuenta</a:t>
            </a:r>
            <a:r>
              <a:rPr lang="en-US" dirty="0"/>
              <a:t> con </a:t>
            </a:r>
            <a:r>
              <a:rPr lang="en-US" dirty="0" err="1"/>
              <a:t>una</a:t>
            </a:r>
            <a:r>
              <a:rPr lang="en-US" dirty="0"/>
              <a:t> </a:t>
            </a:r>
            <a:r>
              <a:rPr lang="en-US" b="1" dirty="0" err="1"/>
              <a:t>arquitectura</a:t>
            </a:r>
            <a:r>
              <a:rPr lang="en-US" b="1" dirty="0"/>
              <a:t> de </a:t>
            </a:r>
            <a:r>
              <a:rPr lang="en-US" b="1" dirty="0" err="1"/>
              <a:t>datos</a:t>
            </a:r>
            <a:r>
              <a:rPr lang="en-US" b="1" dirty="0"/>
              <a:t> </a:t>
            </a:r>
            <a:r>
              <a:rPr lang="en-US" b="1" dirty="0" err="1"/>
              <a:t>centralizada</a:t>
            </a:r>
            <a:r>
              <a:rPr lang="en-US" b="1" dirty="0"/>
              <a:t> </a:t>
            </a:r>
            <a:r>
              <a:rPr lang="en-US" b="1" dirty="0" err="1"/>
              <a:t>en</a:t>
            </a:r>
            <a:r>
              <a:rPr lang="en-US" b="1" dirty="0"/>
              <a:t> la </a:t>
            </a:r>
            <a:r>
              <a:rPr lang="en-US" b="1" dirty="0" err="1"/>
              <a:t>nube</a:t>
            </a:r>
            <a:r>
              <a:rPr lang="en-US" dirty="0"/>
              <a:t>, </a:t>
            </a:r>
            <a:r>
              <a:rPr lang="en-US" dirty="0" err="1"/>
              <a:t>pero</a:t>
            </a:r>
            <a:r>
              <a:rPr lang="en-US" dirty="0"/>
              <a:t> </a:t>
            </a:r>
            <a:r>
              <a:rPr lang="en-US" dirty="0" err="1"/>
              <a:t>presenta</a:t>
            </a:r>
            <a:r>
              <a:rPr lang="en-US" dirty="0"/>
              <a:t> </a:t>
            </a:r>
            <a:r>
              <a:rPr lang="en-US" dirty="0" err="1"/>
              <a:t>desafíos</a:t>
            </a:r>
            <a:r>
              <a:rPr lang="en-US" dirty="0"/>
              <a:t> </a:t>
            </a:r>
            <a:r>
              <a:rPr lang="en-US" dirty="0" err="1"/>
              <a:t>en</a:t>
            </a:r>
            <a:r>
              <a:rPr lang="en-US" dirty="0"/>
              <a:t> </a:t>
            </a:r>
            <a:r>
              <a:rPr lang="en-US" b="1" dirty="0" err="1"/>
              <a:t>calidad</a:t>
            </a:r>
            <a:r>
              <a:rPr lang="en-US" b="1" dirty="0"/>
              <a:t>, </a:t>
            </a:r>
            <a:r>
              <a:rPr lang="en-US" b="1" dirty="0" err="1"/>
              <a:t>seguridad</a:t>
            </a:r>
            <a:r>
              <a:rPr lang="en-US" b="1" dirty="0"/>
              <a:t> y </a:t>
            </a:r>
            <a:r>
              <a:rPr lang="en-US" b="1" dirty="0" err="1"/>
              <a:t>gobernanza</a:t>
            </a:r>
            <a:r>
              <a:rPr lang="en-US" b="1" dirty="0"/>
              <a:t> de </a:t>
            </a:r>
            <a:r>
              <a:rPr lang="en-US" b="1" dirty="0" err="1"/>
              <a:t>los</a:t>
            </a:r>
            <a:r>
              <a:rPr lang="en-US" b="1" dirty="0"/>
              <a:t> </a:t>
            </a:r>
            <a:r>
              <a:rPr lang="en-US" b="1" dirty="0" err="1"/>
              <a:t>datos</a:t>
            </a:r>
            <a:r>
              <a:rPr lang="en-US" dirty="0"/>
              <a:t> </a:t>
            </a:r>
            <a:r>
              <a:rPr lang="en-US" dirty="0" err="1"/>
              <a:t>recolectados</a:t>
            </a:r>
            <a:r>
              <a:rPr lang="en-US" dirty="0"/>
              <a:t> </a:t>
            </a:r>
            <a:r>
              <a:rPr lang="en-US" dirty="0" err="1"/>
              <a:t>desde</a:t>
            </a:r>
            <a:r>
              <a:rPr lang="en-US" dirty="0"/>
              <a:t> </a:t>
            </a:r>
            <a:r>
              <a:rPr lang="en-US" dirty="0" err="1"/>
              <a:t>múltiples</a:t>
            </a:r>
            <a:r>
              <a:rPr lang="en-US" dirty="0"/>
              <a:t> </a:t>
            </a:r>
            <a:r>
              <a:rPr lang="en-US" dirty="0" err="1"/>
              <a:t>fuentes</a:t>
            </a:r>
            <a:r>
              <a:rPr lang="en-US" dirty="0"/>
              <a:t>.</a:t>
            </a:r>
          </a:p>
          <a:p>
            <a:endParaRPr lang="en-US" dirty="0"/>
          </a:p>
          <a:p>
            <a:endParaRPr lang="es-CO" dirty="0"/>
          </a:p>
        </p:txBody>
      </p:sp>
    </p:spTree>
    <p:extLst>
      <p:ext uri="{BB962C8B-B14F-4D97-AF65-F5344CB8AC3E}">
        <p14:creationId xmlns:p14="http://schemas.microsoft.com/office/powerpoint/2010/main" val="40012734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4274-60FC-0185-ECCD-FC84922B80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8CD7CC-6031-8B83-3F27-354B360B3CF7}"/>
              </a:ext>
            </a:extLst>
          </p:cNvPr>
          <p:cNvSpPr>
            <a:spLocks noGrp="1"/>
          </p:cNvSpPr>
          <p:nvPr>
            <p:ph type="title"/>
          </p:nvPr>
        </p:nvSpPr>
        <p:spPr/>
        <p:txBody>
          <a:bodyPr/>
          <a:lstStyle/>
          <a:p>
            <a:r>
              <a:rPr lang="es-CO" dirty="0"/>
              <a:t>Caso de estudio:</a:t>
            </a:r>
          </a:p>
        </p:txBody>
      </p:sp>
      <p:sp>
        <p:nvSpPr>
          <p:cNvPr id="3" name="Marcador de contenido 2">
            <a:extLst>
              <a:ext uri="{FF2B5EF4-FFF2-40B4-BE49-F238E27FC236}">
                <a16:creationId xmlns:a16="http://schemas.microsoft.com/office/drawing/2014/main" id="{B8615408-98B8-99BC-1E3E-B5C8415AF026}"/>
              </a:ext>
            </a:extLst>
          </p:cNvPr>
          <p:cNvSpPr>
            <a:spLocks noGrp="1"/>
          </p:cNvSpPr>
          <p:nvPr>
            <p:ph idx="1"/>
          </p:nvPr>
        </p:nvSpPr>
        <p:spPr/>
        <p:txBody>
          <a:bodyPr>
            <a:normAutofit fontScale="55000" lnSpcReduction="20000"/>
          </a:bodyPr>
          <a:lstStyle/>
          <a:p>
            <a:r>
              <a:rPr lang="en-US" dirty="0"/>
              <a:t>La </a:t>
            </a:r>
            <a:r>
              <a:rPr lang="en-US" dirty="0" err="1"/>
              <a:t>organización</a:t>
            </a:r>
            <a:r>
              <a:rPr lang="en-US" dirty="0"/>
              <a:t> </a:t>
            </a:r>
            <a:r>
              <a:rPr lang="en-US" dirty="0" err="1"/>
              <a:t>cuenta</a:t>
            </a:r>
            <a:r>
              <a:rPr lang="en-US" dirty="0"/>
              <a:t> con </a:t>
            </a:r>
            <a:r>
              <a:rPr lang="en-US" dirty="0" err="1"/>
              <a:t>los</a:t>
            </a:r>
            <a:r>
              <a:rPr lang="en-US" dirty="0"/>
              <a:t> </a:t>
            </a:r>
            <a:r>
              <a:rPr lang="en-US" dirty="0" err="1"/>
              <a:t>siguientes</a:t>
            </a:r>
            <a:r>
              <a:rPr lang="en-US" dirty="0"/>
              <a:t> </a:t>
            </a:r>
            <a:r>
              <a:rPr lang="en-US" dirty="0" err="1"/>
              <a:t>componentes</a:t>
            </a:r>
            <a:r>
              <a:rPr lang="en-US" dirty="0"/>
              <a:t> </a:t>
            </a:r>
            <a:r>
              <a:rPr lang="en-US" dirty="0" err="1"/>
              <a:t>tecnológicos</a:t>
            </a:r>
            <a:r>
              <a:rPr lang="en-US" dirty="0"/>
              <a:t>:</a:t>
            </a:r>
          </a:p>
          <a:p>
            <a:r>
              <a:rPr lang="en-US" b="1" dirty="0" err="1"/>
              <a:t>Sensores</a:t>
            </a:r>
            <a:r>
              <a:rPr lang="en-US" b="1" dirty="0"/>
              <a:t> IoT </a:t>
            </a:r>
            <a:r>
              <a:rPr lang="en-US" b="1" dirty="0" err="1"/>
              <a:t>en</a:t>
            </a:r>
            <a:r>
              <a:rPr lang="en-US" b="1" dirty="0"/>
              <a:t> campo</a:t>
            </a:r>
            <a:br>
              <a:rPr lang="en-US" dirty="0"/>
            </a:br>
            <a:r>
              <a:rPr lang="en-US" dirty="0" err="1"/>
              <a:t>Registran</a:t>
            </a:r>
            <a:r>
              <a:rPr lang="en-US" dirty="0"/>
              <a:t> </a:t>
            </a:r>
            <a:r>
              <a:rPr lang="en-US" dirty="0" err="1"/>
              <a:t>información</a:t>
            </a:r>
            <a:r>
              <a:rPr lang="en-US" dirty="0"/>
              <a:t> </a:t>
            </a:r>
            <a:r>
              <a:rPr lang="en-US" dirty="0" err="1"/>
              <a:t>periódica</a:t>
            </a:r>
            <a:r>
              <a:rPr lang="en-US" dirty="0"/>
              <a:t> del </a:t>
            </a:r>
            <a:r>
              <a:rPr lang="en-US" dirty="0" err="1"/>
              <a:t>cultivo</a:t>
            </a:r>
            <a:r>
              <a:rPr lang="en-US" dirty="0"/>
              <a:t>, </a:t>
            </a:r>
            <a:r>
              <a:rPr lang="en-US" dirty="0" err="1"/>
              <a:t>como</a:t>
            </a:r>
            <a:r>
              <a:rPr lang="en-US" dirty="0"/>
              <a:t>:</a:t>
            </a:r>
          </a:p>
          <a:p>
            <a:pPr lvl="1"/>
            <a:r>
              <a:rPr lang="en-US" dirty="0" err="1"/>
              <a:t>Humedad</a:t>
            </a:r>
            <a:r>
              <a:rPr lang="en-US" dirty="0"/>
              <a:t> del </a:t>
            </a:r>
            <a:r>
              <a:rPr lang="en-US" dirty="0" err="1"/>
              <a:t>suelo</a:t>
            </a:r>
            <a:endParaRPr lang="en-US" dirty="0"/>
          </a:p>
          <a:p>
            <a:pPr lvl="1"/>
            <a:r>
              <a:rPr lang="en-US" dirty="0" err="1"/>
              <a:t>Temperatura</a:t>
            </a:r>
            <a:r>
              <a:rPr lang="en-US" dirty="0"/>
              <a:t> </a:t>
            </a:r>
            <a:r>
              <a:rPr lang="en-US" dirty="0" err="1"/>
              <a:t>ambiental</a:t>
            </a:r>
            <a:endParaRPr lang="en-US" dirty="0"/>
          </a:p>
          <a:p>
            <a:pPr lvl="1"/>
            <a:r>
              <a:rPr lang="en-US" dirty="0"/>
              <a:t>pH del </a:t>
            </a:r>
            <a:r>
              <a:rPr lang="en-US" dirty="0" err="1"/>
              <a:t>suelo</a:t>
            </a:r>
            <a:endParaRPr lang="en-US" dirty="0"/>
          </a:p>
          <a:p>
            <a:pPr lvl="1"/>
            <a:r>
              <a:rPr lang="en-US" dirty="0"/>
              <a:t>Nivel de </a:t>
            </a:r>
            <a:r>
              <a:rPr lang="en-US" dirty="0" err="1"/>
              <a:t>luminosidad</a:t>
            </a:r>
            <a:endParaRPr lang="en-US" dirty="0"/>
          </a:p>
          <a:p>
            <a:pPr lvl="1"/>
            <a:r>
              <a:rPr lang="en-US" dirty="0"/>
              <a:t>Nivel de </a:t>
            </a:r>
            <a:r>
              <a:rPr lang="en-US" dirty="0" err="1"/>
              <a:t>nutrientes</a:t>
            </a:r>
            <a:endParaRPr lang="en-US" dirty="0"/>
          </a:p>
          <a:p>
            <a:r>
              <a:rPr lang="en-US" b="1" dirty="0"/>
              <a:t>Gateway IoT</a:t>
            </a:r>
            <a:br>
              <a:rPr lang="en-US" dirty="0"/>
            </a:br>
            <a:r>
              <a:rPr lang="en-US" dirty="0" err="1"/>
              <a:t>Consolida</a:t>
            </a:r>
            <a:r>
              <a:rPr lang="en-US" dirty="0"/>
              <a:t> la </a:t>
            </a:r>
            <a:r>
              <a:rPr lang="en-US" dirty="0" err="1"/>
              <a:t>información</a:t>
            </a:r>
            <a:r>
              <a:rPr lang="en-US" dirty="0"/>
              <a:t> de </a:t>
            </a:r>
            <a:r>
              <a:rPr lang="en-US" dirty="0" err="1"/>
              <a:t>los</a:t>
            </a:r>
            <a:r>
              <a:rPr lang="en-US" dirty="0"/>
              <a:t> </a:t>
            </a:r>
            <a:r>
              <a:rPr lang="en-US" dirty="0" err="1"/>
              <a:t>sensores</a:t>
            </a:r>
            <a:r>
              <a:rPr lang="en-US" dirty="0"/>
              <a:t> y la </a:t>
            </a:r>
            <a:r>
              <a:rPr lang="en-US" dirty="0" err="1"/>
              <a:t>envía</a:t>
            </a:r>
            <a:r>
              <a:rPr lang="en-US" dirty="0"/>
              <a:t> a la </a:t>
            </a:r>
            <a:r>
              <a:rPr lang="en-US" dirty="0" err="1"/>
              <a:t>nube</a:t>
            </a:r>
            <a:r>
              <a:rPr lang="en-US" dirty="0"/>
              <a:t>.</a:t>
            </a:r>
            <a:br>
              <a:rPr lang="en-US" dirty="0"/>
            </a:br>
            <a:r>
              <a:rPr lang="en-US" dirty="0"/>
              <a:t>Durante </a:t>
            </a:r>
            <a:r>
              <a:rPr lang="en-US" dirty="0" err="1"/>
              <a:t>ciertos</a:t>
            </a:r>
            <a:r>
              <a:rPr lang="en-US" dirty="0"/>
              <a:t> </a:t>
            </a:r>
            <a:r>
              <a:rPr lang="en-US" dirty="0" err="1"/>
              <a:t>periodos</a:t>
            </a:r>
            <a:r>
              <a:rPr lang="en-US" dirty="0"/>
              <a:t>, la </a:t>
            </a:r>
            <a:r>
              <a:rPr lang="en-US" dirty="0" err="1"/>
              <a:t>conectividad</a:t>
            </a:r>
            <a:r>
              <a:rPr lang="en-US" dirty="0"/>
              <a:t> es </a:t>
            </a:r>
            <a:r>
              <a:rPr lang="en-US" dirty="0" err="1"/>
              <a:t>intermitente</a:t>
            </a:r>
            <a:r>
              <a:rPr lang="en-US" dirty="0"/>
              <a:t> </a:t>
            </a:r>
            <a:r>
              <a:rPr lang="en-US" dirty="0" err="1"/>
              <a:t>debido</a:t>
            </a:r>
            <a:r>
              <a:rPr lang="en-US" dirty="0"/>
              <a:t> a la </a:t>
            </a:r>
            <a:r>
              <a:rPr lang="en-US" dirty="0" err="1"/>
              <a:t>ubicación</a:t>
            </a:r>
            <a:r>
              <a:rPr lang="en-US" dirty="0"/>
              <a:t> </a:t>
            </a:r>
            <a:r>
              <a:rPr lang="en-US" dirty="0" err="1"/>
              <a:t>geográfica</a:t>
            </a:r>
            <a:r>
              <a:rPr lang="en-US" dirty="0"/>
              <a:t> de </a:t>
            </a:r>
            <a:r>
              <a:rPr lang="en-US" dirty="0" err="1"/>
              <a:t>los</a:t>
            </a:r>
            <a:r>
              <a:rPr lang="en-US" dirty="0"/>
              <a:t> </a:t>
            </a:r>
            <a:r>
              <a:rPr lang="en-US" dirty="0" err="1"/>
              <a:t>cultivos</a:t>
            </a:r>
            <a:r>
              <a:rPr lang="en-US" dirty="0"/>
              <a:t>.</a:t>
            </a:r>
          </a:p>
          <a:p>
            <a:r>
              <a:rPr lang="en-US" b="1" dirty="0"/>
              <a:t>Plataforma de </a:t>
            </a:r>
            <a:r>
              <a:rPr lang="en-US" b="1" dirty="0" err="1"/>
              <a:t>monitoreo</a:t>
            </a:r>
            <a:r>
              <a:rPr lang="en-US" b="1" dirty="0"/>
              <a:t> </a:t>
            </a:r>
            <a:r>
              <a:rPr lang="en-US" b="1" dirty="0" err="1"/>
              <a:t>agrícola</a:t>
            </a:r>
            <a:r>
              <a:rPr lang="en-US" b="1" dirty="0"/>
              <a:t> (Web / App)</a:t>
            </a:r>
            <a:br>
              <a:rPr lang="en-US" dirty="0"/>
            </a:br>
            <a:r>
              <a:rPr lang="en-US" dirty="0" err="1"/>
              <a:t>Permite</a:t>
            </a:r>
            <a:r>
              <a:rPr lang="en-US" dirty="0"/>
              <a:t> a </a:t>
            </a:r>
            <a:r>
              <a:rPr lang="en-US" dirty="0" err="1"/>
              <a:t>los</a:t>
            </a:r>
            <a:r>
              <a:rPr lang="en-US" dirty="0"/>
              <a:t> </a:t>
            </a:r>
            <a:r>
              <a:rPr lang="en-US" dirty="0" err="1"/>
              <a:t>ingenieros</a:t>
            </a:r>
            <a:r>
              <a:rPr lang="en-US" dirty="0"/>
              <a:t> </a:t>
            </a:r>
            <a:r>
              <a:rPr lang="en-US" dirty="0" err="1"/>
              <a:t>agrónomos</a:t>
            </a:r>
            <a:r>
              <a:rPr lang="en-US" dirty="0"/>
              <a:t> </a:t>
            </a:r>
            <a:r>
              <a:rPr lang="en-US" dirty="0" err="1"/>
              <a:t>visualizar</a:t>
            </a:r>
            <a:r>
              <a:rPr lang="en-US" dirty="0"/>
              <a:t> </a:t>
            </a:r>
            <a:r>
              <a:rPr lang="en-US" dirty="0" err="1"/>
              <a:t>el</a:t>
            </a:r>
            <a:r>
              <a:rPr lang="en-US" dirty="0"/>
              <a:t> </a:t>
            </a:r>
            <a:r>
              <a:rPr lang="en-US" dirty="0" err="1"/>
              <a:t>estado</a:t>
            </a:r>
            <a:r>
              <a:rPr lang="en-US" dirty="0"/>
              <a:t> del </a:t>
            </a:r>
            <a:r>
              <a:rPr lang="en-US" dirty="0" err="1"/>
              <a:t>cultivo</a:t>
            </a:r>
            <a:r>
              <a:rPr lang="en-US" dirty="0"/>
              <a:t>, </a:t>
            </a:r>
            <a:r>
              <a:rPr lang="en-US" dirty="0" err="1"/>
              <a:t>configurar</a:t>
            </a:r>
            <a:r>
              <a:rPr lang="en-US" dirty="0"/>
              <a:t> </a:t>
            </a:r>
            <a:r>
              <a:rPr lang="en-US" dirty="0" err="1"/>
              <a:t>alertas</a:t>
            </a:r>
            <a:r>
              <a:rPr lang="en-US" dirty="0"/>
              <a:t> y </a:t>
            </a:r>
            <a:r>
              <a:rPr lang="en-US" dirty="0" err="1"/>
              <a:t>consultar</a:t>
            </a:r>
            <a:r>
              <a:rPr lang="en-US" dirty="0"/>
              <a:t> </a:t>
            </a:r>
            <a:r>
              <a:rPr lang="en-US" dirty="0" err="1"/>
              <a:t>históricos</a:t>
            </a:r>
            <a:r>
              <a:rPr lang="en-US" dirty="0"/>
              <a:t>.</a:t>
            </a:r>
          </a:p>
          <a:p>
            <a:r>
              <a:rPr lang="en-US" b="1" dirty="0"/>
              <a:t>Sistema ERP </a:t>
            </a:r>
            <a:r>
              <a:rPr lang="en-US" b="1" dirty="0" err="1"/>
              <a:t>agrícola</a:t>
            </a:r>
            <a:br>
              <a:rPr lang="en-US" dirty="0"/>
            </a:br>
            <a:r>
              <a:rPr lang="en-US" dirty="0" err="1"/>
              <a:t>Gestiona</a:t>
            </a:r>
            <a:r>
              <a:rPr lang="en-US" dirty="0"/>
              <a:t> la </a:t>
            </a:r>
            <a:r>
              <a:rPr lang="en-US" dirty="0" err="1"/>
              <a:t>información</a:t>
            </a:r>
            <a:r>
              <a:rPr lang="en-US" dirty="0"/>
              <a:t> de </a:t>
            </a:r>
            <a:r>
              <a:rPr lang="en-US" dirty="0" err="1"/>
              <a:t>los</a:t>
            </a:r>
            <a:r>
              <a:rPr lang="en-US" dirty="0"/>
              <a:t> </a:t>
            </a:r>
            <a:r>
              <a:rPr lang="en-US" dirty="0" err="1"/>
              <a:t>lotes</a:t>
            </a:r>
            <a:r>
              <a:rPr lang="en-US" dirty="0"/>
              <a:t>, </a:t>
            </a:r>
            <a:r>
              <a:rPr lang="en-US" dirty="0" err="1"/>
              <a:t>tipos</a:t>
            </a:r>
            <a:r>
              <a:rPr lang="en-US" dirty="0"/>
              <a:t> de </a:t>
            </a:r>
            <a:r>
              <a:rPr lang="en-US" dirty="0" err="1"/>
              <a:t>cultivo</a:t>
            </a:r>
            <a:r>
              <a:rPr lang="en-US" dirty="0"/>
              <a:t>, </a:t>
            </a:r>
            <a:r>
              <a:rPr lang="en-US" dirty="0" err="1"/>
              <a:t>costos</a:t>
            </a:r>
            <a:r>
              <a:rPr lang="en-US" dirty="0"/>
              <a:t> </a:t>
            </a:r>
            <a:r>
              <a:rPr lang="en-US" dirty="0" err="1"/>
              <a:t>operativos</a:t>
            </a:r>
            <a:r>
              <a:rPr lang="en-US" dirty="0"/>
              <a:t>, </a:t>
            </a:r>
            <a:r>
              <a:rPr lang="en-US" dirty="0" err="1"/>
              <a:t>riego</a:t>
            </a:r>
            <a:r>
              <a:rPr lang="en-US" dirty="0"/>
              <a:t>, </a:t>
            </a:r>
            <a:r>
              <a:rPr lang="en-US" dirty="0" err="1"/>
              <a:t>fertilización</a:t>
            </a:r>
            <a:r>
              <a:rPr lang="en-US" dirty="0"/>
              <a:t> y </a:t>
            </a:r>
            <a:r>
              <a:rPr lang="en-US" dirty="0" err="1"/>
              <a:t>cosechas</a:t>
            </a:r>
            <a:r>
              <a:rPr lang="en-US" dirty="0"/>
              <a:t>.</a:t>
            </a:r>
          </a:p>
          <a:p>
            <a:r>
              <a:rPr lang="en-US" b="1" dirty="0"/>
              <a:t>Plataforma </a:t>
            </a:r>
            <a:r>
              <a:rPr lang="en-US" b="1" dirty="0" err="1"/>
              <a:t>analítica</a:t>
            </a:r>
            <a:br>
              <a:rPr lang="en-US" dirty="0"/>
            </a:br>
            <a:r>
              <a:rPr lang="en-US" dirty="0" err="1"/>
              <a:t>Almacena</a:t>
            </a:r>
            <a:r>
              <a:rPr lang="en-US" dirty="0"/>
              <a:t> </a:t>
            </a:r>
            <a:r>
              <a:rPr lang="en-US" dirty="0" err="1"/>
              <a:t>datos</a:t>
            </a:r>
            <a:r>
              <a:rPr lang="en-US" dirty="0"/>
              <a:t> </a:t>
            </a:r>
            <a:r>
              <a:rPr lang="en-US" dirty="0" err="1"/>
              <a:t>históricos</a:t>
            </a:r>
            <a:r>
              <a:rPr lang="en-US" dirty="0"/>
              <a:t> para </a:t>
            </a:r>
            <a:r>
              <a:rPr lang="en-US" dirty="0" err="1"/>
              <a:t>análisis</a:t>
            </a:r>
            <a:r>
              <a:rPr lang="en-US" dirty="0"/>
              <a:t>, </a:t>
            </a:r>
            <a:r>
              <a:rPr lang="en-US" dirty="0" err="1"/>
              <a:t>modelos</a:t>
            </a:r>
            <a:r>
              <a:rPr lang="en-US" dirty="0"/>
              <a:t> </a:t>
            </a:r>
            <a:r>
              <a:rPr lang="en-US" dirty="0" err="1"/>
              <a:t>predictivos</a:t>
            </a:r>
            <a:r>
              <a:rPr lang="en-US" dirty="0"/>
              <a:t> y </a:t>
            </a:r>
            <a:r>
              <a:rPr lang="en-US" dirty="0" err="1"/>
              <a:t>reportes</a:t>
            </a:r>
            <a:r>
              <a:rPr lang="en-US" dirty="0"/>
              <a:t> de </a:t>
            </a:r>
            <a:r>
              <a:rPr lang="en-US" dirty="0" err="1"/>
              <a:t>productividad</a:t>
            </a:r>
            <a:r>
              <a:rPr lang="en-US" dirty="0"/>
              <a:t>.</a:t>
            </a:r>
          </a:p>
          <a:p>
            <a:endParaRPr lang="en-US" dirty="0"/>
          </a:p>
          <a:p>
            <a:endParaRPr lang="es-CO" dirty="0"/>
          </a:p>
        </p:txBody>
      </p:sp>
    </p:spTree>
    <p:extLst>
      <p:ext uri="{BB962C8B-B14F-4D97-AF65-F5344CB8AC3E}">
        <p14:creationId xmlns:p14="http://schemas.microsoft.com/office/powerpoint/2010/main" val="820167675"/>
      </p:ext>
    </p:extLst>
  </p:cSld>
  <p:clrMapOvr>
    <a:masterClrMapping/>
  </p:clrMapOvr>
</p:sld>
</file>

<file path=ppt/theme/theme1.xml><?xml version="1.0" encoding="utf-8"?>
<a:theme xmlns:a="http://schemas.openxmlformats.org/drawingml/2006/main" name="Berlín">
  <a:themeElements>
    <a:clrScheme name="Berlí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í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í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Berlín</Template>
  <TotalTime>13707</TotalTime>
  <Words>1541</Words>
  <Application>Microsoft Macintosh PowerPoint</Application>
  <PresentationFormat>Widescreen</PresentationFormat>
  <Paragraphs>192</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Trebuchet MS</vt:lpstr>
      <vt:lpstr>Berlín</vt:lpstr>
      <vt:lpstr>INGENIERÍA DE DATOS</vt:lpstr>
      <vt:lpstr>¿Cómo llevar a cabo un plan de gobierno de datos?</vt:lpstr>
      <vt:lpstr>Identificar liderazgo</vt:lpstr>
      <vt:lpstr>Establecer la visión</vt:lpstr>
      <vt:lpstr>Evaluar componentes existentes</vt:lpstr>
      <vt:lpstr>Determine el nivel adecuado de gobierno</vt:lpstr>
      <vt:lpstr>Automatizar el gobierno de datos</vt:lpstr>
      <vt:lpstr>Enfocarse en personas y procesos</vt:lpstr>
      <vt:lpstr>Establecer un comité de DG</vt:lpstr>
      <vt:lpstr>Crear una línea de trabajo</vt:lpstr>
      <vt:lpstr>Fases de implementación de un plan de gobierno de datos</vt:lpstr>
      <vt:lpstr>Fases de implementación</vt:lpstr>
      <vt:lpstr>Fases de implementación</vt:lpstr>
      <vt:lpstr>Fases de implementación</vt:lpstr>
      <vt:lpstr>Caso de aplicación</vt:lpstr>
      <vt:lpstr>Caso de aplicación</vt:lpstr>
      <vt:lpstr>Caso de aplicación</vt:lpstr>
      <vt:lpstr>Dominios de datos</vt:lpstr>
      <vt:lpstr>Arquitectura de datos</vt:lpstr>
      <vt:lpstr>Diccionario de datos</vt:lpstr>
      <vt:lpstr>Políticas de calidad</vt:lpstr>
      <vt:lpstr>Políticas de seguridad</vt:lpstr>
      <vt:lpstr>Caso de estudio:</vt:lpstr>
      <vt:lpstr>Caso de estudio: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INGENIERÍA DE DATOS</dc:title>
  <dc:creator>Juan Sebastián Valencia Villa</dc:creator>
  <cp:lastModifiedBy>Simón Jaramillo Vélez</cp:lastModifiedBy>
  <cp:revision>4</cp:revision>
  <dcterms:created xsi:type="dcterms:W3CDTF">2023-07-12T02:57:22Z</dcterms:created>
  <dcterms:modified xsi:type="dcterms:W3CDTF">2026-01-23T19:52:17Z</dcterms:modified>
</cp:coreProperties>
</file>